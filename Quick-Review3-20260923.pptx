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8" r:id="rId5"/>
    <p:sldId id="261" r:id="rId6"/>
    <p:sldId id="262" r:id="rId7"/>
    <p:sldId id="263" r:id="rId8"/>
    <p:sldId id="264" r:id="rId9"/>
    <p:sldId id="266" r:id="rId10"/>
    <p:sldId id="267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04T20:34:58.799"/>
    </inkml:context>
    <inkml:brush xml:id="br0">
      <inkml:brushProperty name="width" value="0.035" units="cm"/>
      <inkml:brushProperty name="height" value="0.035" units="cm"/>
      <inkml:brushProperty name="color" value="#333333"/>
    </inkml:brush>
  </inkml:definitions>
  <inkml:trace contextRef="#ctx0" brushRef="#br0">225 16 569 0 0,'0'0'1903'0'0,"-11"-16"18057"0"0,-2 19-18675 0 0,0 0 0 0 0,-22 8 0 0 0,14-1-1438 0 0,-31 18 0 0 0,16-7 367 0 0,32-19-323 0 0,1-1-1 0 0,-1 1 0 0 0,1-1 0 0 0,-1 1 0 0 0,1-1 0 0 0,-1 0 0 0 0,0 0 0 0 0,0 0 0 0 0,-4 0 0 0 0,6-1-1175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16:32.501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8 2 898 0 0,'-8'-2'9071'0'0,"31"3"4542"0"0,-13 0-10981 0 0,233-1-12242 0 0,-116-1 5697 0 0,-125 1 3706 0 0,-14 5 10273 0 0,-8 1-8046 0 0,-4-1-1007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16:59.31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963 254 578 0 0,'0'0'2461'0'0,"2"-6"-2385"0"0,1-15 19540 0 0,-4 21-19519 0 0,1 0 0 0 0,0-1 1 0 0,-1 1-1 0 0,1 0 0 0 0,-1-1 0 0 0,1 1 0 0 0,-1 0 0 0 0,0-1 1 0 0,1 1-1 0 0,-1 0 0 0 0,1 0 0 0 0,-1 0 0 0 0,1 0 0 0 0,-1 0 1 0 0,1-1-1 0 0,-1 1 0 0 0,0 0 0 0 0,1 0 0 0 0,-1 0 0 0 0,1 1 1 0 0,-1-1-1 0 0,0 0 0 0 0,1 0 0 0 0,-1 0 0 0 0,1 0 0 0 0,-1 0 1 0 0,1 1-1 0 0,-1-1 0 0 0,1 0 0 0 0,-1 0 0 0 0,1 1 0 0 0,-1-1 1 0 0,1 1-1 0 0,-1-1 0 0 0,1 0 0 0 0,-1 1 0 0 0,1-1 0 0 0,-1 1 1 0 0,-15 12-423 0 0,-6 4 328 0 0,2 0 0 0 0,-29 30 0 0 0,30-27-18 0 0,17-19-6 0 0,0 1 25 0 0,0 0 0 0 0,0 0 0 0 0,-1 0 0 0 0,1 1-1 0 0,1-1 1 0 0,-1 0 0 0 0,0 1 0 0 0,-2 4 0 0 0,0-1-14 0 0,3-4-22 0 0,0 22 79 0 0,3-22-47 0 0,1 1 1 0 0,-1-1-1 0 0,1 1 1 0 0,0-1-1 0 0,0 0 1 0 0,0 0-1 0 0,0 0 1 0 0,0-1-1 0 0,1 1 1 0 0,-1-1-1 0 0,0 1 1 0 0,1-1-1 0 0,-1 0 0 0 0,1 0 1 0 0,-1-1-1 0 0,1 1 1 0 0,6-1-1 0 0,4 1-15 0 0,-1-2 0 0 0,0 0-1 0 0,13-2 1 0 0,-15 1-39 0 0,16-1-2201 0 0,-17 1-1382 0 0,0 0 1 0 0,0-1-1 0 0,17-6 1 0 0,-25 8 3674 0 0,21-11 76 0 0,-15 6 46 0 0,-16 8 418 0 0,-66 28-588 0 0,-96 24 0 0 0,123-45 226 0 0,45-9-165 0 0,-36-3 250 0 0,32 1-57 0 0,0 0 1 0 0,0-1-1 0 0,1 0 1 0 0,-1 0-1 0 0,1-1 0 0 0,0 1 1 0 0,0-1-1 0 0,0 0 0 0 0,0 0 1 0 0,1-1-1 0 0,-1 1 0 0 0,1-1 1 0 0,1 0-1 0 0,-1 0 0 0 0,-3-7 1 0 0,-19-38-513 0 0,6 2-3880 0 0,14 33 4235 0 0,1-1 0 0 0,1 1 0 0 0,0-1 0 0 0,1 0 0 0 0,1 0 0 0 0,0 0 0 0 0,1-17 0 0 0,14-12 733 0 0,-13 43-427 0 0,0-5 7729 0 0,-1-7-3765 0 0,-9-32-2766 0 0,10 45-1596 0 0,-11-18 6 0 0,3-2 250 0 0,3 8-3847 0 0,14 22-5347 0 0,-4-2 8945 0 0,-1 0 0 0 0,0 1 0 0 0,-1-1 0 0 0,0 1 0 0 0,0-1 0 0 0,0 1 0 0 0,1 9 0 0 0,10 26 41 0 0,-2 6 253 0 0,-11-47-586 0 0,-1 10 1595 0 0,1 3 4499 0 0,4 8-7622 0 0,1 0 6048 0 0,-5-21-4237 0 0,-2 1 228 0 0,0 0 33 0 0,1 0-1 0 0,-1 0 1 0 0,1 0 0 0 0,0 0 0 0 0,0 0-1 0 0,0 1 1 0 0,0-1 0 0 0,1 5 0 0 0,1-5-188 0 0,-2 13-133 0 0,-2-3 240 0 0,2-11-146 0 0,1 0-53 0 0,1 0 27 0 0,-1 0 0 0 0,0 0 0 0 0,0 0 0 0 0,0 0 0 0 0,0 0 0 0 0,0 1 1 0 0,0-1-1 0 0,-1 0 0 0 0,1 1 0 0 0,-1-1 0 0 0,1 0 0 0 0,-1 1 0 0 0,0-1 0 0 0,0 0 0 0 0,0 4 0 0 0,-1-5 0 0 0,0 0-1 0 0,1 1 1 0 0,-1-1-1 0 0,1 0 1 0 0,-1 0-1 0 0,1 1 0 0 0,-1-1 1 0 0,1 0-1 0 0,0 0 1 0 0,0 1-1 0 0,0-1 0 0 0,0 0 1 0 0,0 1-1 0 0,0-1 1 0 0,0 0-1 0 0,0 1 1 0 0,0-1-1 0 0,1 0 0 0 0,-1 0 1 0 0,0 1-1 0 0,1-1 1 0 0,0 2-1 0 0,0-1-3 0 0,0 0 1 0 0,-1 0-1 0 0,1 0 1 0 0,-1 0-1 0 0,0 1 1 0 0,1-1-1 0 0,-1 0 0 0 0,0 0 1 0 0,0 1-1 0 0,0-1 1 0 0,-1 0-1 0 0,0 3 0 0 0,1-4 4 0 0,0 0-1 0 0,0 0 0 0 0,0 1 0 0 0,0-1 1 0 0,0 0-1 0 0,0 0 0 0 0,0 0 1 0 0,0 0-1 0 0,0 0 0 0 0,0 0 0 0 0,0 0 1 0 0,1 0-1 0 0,-1 0 0 0 0,0 0 0 0 0,1 0 1 0 0,0 1-1 0 0,-1-2 0 0 0,1 0 1 0 0,-1 1-1 0 0,0-1 0 0 0,0 0 1 0 0,0 1-1 0 0,0-1 0 0 0,1 0 1 0 0,-1 0-1 0 0,0 1 0 0 0,0-1 1 0 0,0 0-1 0 0,0 1 0 0 0,0-1 0 0 0,0 0 1 0 0,0 1-1 0 0,0-1 0 0 0,0 0 1 0 0,0 1-1 0 0,0-1 0 0 0,0 0 1 0 0,0 1-1 0 0,0-1 0 0 0,0 0 1 0 0,-1 1-1 0 0,1-1 0 0 0,0 0 1 0 0,0 0-1 0 0,0 1 0 0 0,0-1 1 0 0,0 0-1 0 0,-1 0 0 0 0,1 1 1 0 0,0-1-1 0 0,0 0 0 0 0,-1 0 1 0 0,1 1-1 0 0,0-1 0 0 0,0 0 1 0 0,-1 0-1 0 0,1 0 0 0 0,0 0 1 0 0,0 1-1 0 0,-1-1 0 0 0,1 0 1 0 0,0 0-1 0 0,-1 0 0 0 0,1 0 1 0 0,0 0-1 0 0,-1 0 0 0 0,1 0 1 0 0,0 0-1 0 0,-1 0 0 0 0,1 0 1 0 0,0 0-1 0 0,-1 0 0 0 0,1 0 1 0 0,0 0-1 0 0,0 0 0 0 0,-1 0 1 0 0,-114 23-17 0 0,96-18 46 0 0,17-5-26 0 0,-20 6-60 0 0,-25 8-2703 0 0,42-13 1509 0 0,0 1 0 0 0,0-1 0 0 0,0 1 0 0 0,0 0 0 0 0,0 0 0 0 0,-8 6 0 0 0,-2 1 83 0 0,14-8 1414 0 0,0-1-255 0 0,1 1 7 0 0,0-1 0 0 0,0 1 1 0 0,0-1-1 0 0,0 0 1 0 0,-1 1-1 0 0,1-1 0 0 0,0 0 1 0 0,0 1-1 0 0,-1-1 0 0 0,1 0 1 0 0,0 1-1 0 0,0-1 1 0 0,-1 0-1 0 0,1 0 0 0 0,0 1 1 0 0,-1-1-1 0 0,1 0 0 0 0,0 0 1 0 0,-1 0-1 0 0,1 1 0 0 0,-1-1 1 0 0,1 0-1 0 0,0 0 1 0 0,-1 0-1 0 0,1 0 0 0 0,-1 0 1 0 0,1 0-1 0 0,0 0 0 0 0,-1 0 1 0 0,-5 3-103 0 0,12 4 54 0 0,11 2 240 0 0,17-7 4470 0 0,10 0-2894 0 0,-29-1-273 0 0,19 4-6717 0 0,-32-5 5243 0 0,11 6 3426 0 0,1 1-7009 0 0,-11-4 3280 0 0,0 0 1 0 0,0 0 0 0 0,0 0-1 0 0,-1 1 1 0 0,1-1-1 0 0,-1 1 1 0 0,0-1 0 0 0,0 1-1 0 0,0 0 1 0 0,-1-1-1 0 0,3 9 1 0 0,1 24 4690 0 0,-4-21-46 0 0,-1-13-4137 0 0,0 0-1 0 0,0 0 1 0 0,0 0-1 0 0,0 0 1 0 0,-1-1-1 0 0,1 1 1 0 0,-1 0-1 0 0,1 0 1 0 0,-1 0-1 0 0,0 0 1 0 0,0-1-1 0 0,0 1 1 0 0,0 0-1 0 0,0-1 1 0 0,0 1-1 0 0,0-1 1 0 0,0 1 0 0 0,-1-1-1 0 0,-1 2 1 0 0,1 0-655 0 0,-1 1 1 0 0,1-1 0 0 0,0-1-1 0 0,-1 1 1 0 0,0 0 0 0 0,1-1 0 0 0,-1 1-1 0 0,0-1 1 0 0,0 0 0 0 0,-1 0-1 0 0,-3 2 1 0 0,-3 2-1389 0 0,-40 21-3401 0 0,-32 2 5296 0 0,24-9-181 0 0,48-17 114 0 0,-1 0 1 0 0,0-1-1 0 0,0 0 0 0 0,-16 0 1 0 0,25-2-9 0 0,-2 1 5 0 0,-1-1 0 0 0,1 0 0 0 0,0 0 0 0 0,0 0 0 0 0,-1 0 0 0 0,1-1 0 0 0,-6-1 1 0 0,6 1-22 0 0,-33-9 3371 0 0,15 2-5804 0 0,20 7 2452 0 0,-6-5 4159 0 0,-7-1-3748 0 0,10 4-1204 0 0,-5-2-3345 0 0,1 0 4512 0 0,-8-4 3979 0 0,7 2-6903 0 0,9 7 1991 0 0,-10-6 6360 0 0,0-2-4440 0 0,-3-15-8366 0 0,11 16 11062 0 0,2 6-3242 0 0,-6-21-2043 0 0,9 9-4150 0 0,5-18 8090 0 0,-7 29-2686 0 0,3-5 6364 0 0,1-16-4389 0 0,-3 17-1821 0 0,9-31-1841 0 0,-2 7 2924 0 0,-5 19-767 0 0,-3 9-513 0 0,3-9-10397 0 0,10-1 3870 0 0,14 0-376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17:12.86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0 539 0 0,'16'15'25671'0'0,"-16"-15"-25699"0"0,0 1 29 0 0,0-1-1 0 0,0 1 1 0 0,0-1-1 0 0,0 1 1 0 0,0-1-1 0 0,0 1 1 0 0,0-1-1 0 0,0 1 1 0 0,0-1-1 0 0,0 0 1 0 0,0 1-1 0 0,0-1 1 0 0,0 1-1 0 0,0-1 1 0 0,0 1-1 0 0,0-1 1 0 0,1 1-1 0 0,-1-1 1 0 0,0 0-1 0 0,0 1 1 0 0,1-1-1 0 0,-1 1 1 0 0,0-1-1 0 0,0 0 1 0 0,1 1-1 0 0,-1-1 1 0 0,0 0-1 0 0,1 0 1 0 0,-1 1-1 0 0,1-1 1 0 0,-1 0-1 0 0,0 0 1 0 0,1 1 0 0 0,0-1-1 0 0,11-8 4 0 0,-11 6-12 0 0,10 4 16 0 0,-1 0-9 0 0,-8-2-2 0 0,-4 25-3063 0 0,-6-28 6146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17:18.937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680 11 916 0 0,'-13'-11'25295'0'0,"5"67"-25292"0"0,5-3-9 0 0,14 52-2 0 0,-11-104 9 0 0,-1 1-1 0 0,1-1 0 0 0,-1 0 1 0 0,1 0-1 0 0,-1 1 0 0 0,1-1 1 0 0,-1 0-1 0 0,0 0 0 0 0,0 0 1 0 0,0 1-1 0 0,1-1 0 0 0,-1 0 1 0 0,0 0-1 0 0,0 0 0 0 0,-1-1 1 0 0,-1 3-1 0 0,-21 12-8 0 0,23-14 18 0 0,1-1-12 0 0,-3 4 4 0 0,-16 6-21 0 0,18-10 17 0 0,-42 19 23 0 0,42-18-44 0 0,-27 3 46 0 0,3-6-23 0 0,22 2-15 0 0,-14-7 17 0 0,15 7-31 0 0,-26-15 62 0 0,27 15-33 0 0,1-1 0 0 0,-1 0 0 0 0,0 0 0 0 0,1 1 1 0 0,-1-1-1 0 0,1 0 0 0 0,-1 0 0 0 0,1 0 0 0 0,0 0 1 0 0,-1 1-1 0 0,1-1 0 0 0,0 0 0 0 0,0 0 0 0 0,0 0 0 0 0,-1 0 1 0 0,1 0-1 0 0,0 0 0 0 0,0 0 0 0 0,0 0 0 0 0,0 0 0 0 0,1 1 1 0 0,-1-1-1 0 0,0 0 0 0 0,0 0 0 0 0,1 0 0 0 0,-1 0 1 0 0,1-1-1 0 0,-1 2 6 0 0,0-2-6 0 0,-21 22 2 0 0,0 16-149 0 0,13-20-3852 0 0,6-10 4061 0 0,-1 0-1 0 0,0-1 1 0 0,0 1 0 0 0,-7 8 0 0 0,-36 36-10457 0 0,20-23 10150 0 0,-52 51 269 0 0,76-77-15 0 0,-25 29 4 0 0,-9 5-23 0 0,35-34 9 0 0,-28 25 52 0 0,-12 10 52 0 0,40-35-80 0 0,-26 23-579 0 0,18-19-2326 0 0,-8 3 11149 0 0,1 0-516 0 0,7-4-11604 0 0,8-3 2744 0 0,-2 8 6117 0 0,-4 11-4169 0 0,1-12-2415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17:20.11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29 676 0 0,'1'-1'683'0'0,"-1"1"-626"0"0,1 0 1 0 0,-1-1-1 0 0,1 1 1 0 0,-1-1-1 0 0,1 1 1 0 0,-1 0-1 0 0,1-1 0 0 0,-1 1 1 0 0,1 0-1 0 0,-1 0 1 0 0,1-1-1 0 0,-1 1 1 0 0,1 0-1 0 0,-1 0 1 0 0,1 0-1 0 0,0 0 1 0 0,-1 0-1 0 0,16 10 20268 0 0,-10 8-16834 0 0,-6-17-3506 0 0,-22-7 33 0 0,20 6-28 0 0,2-2-49 0 0,0 0 61 0 0,1 0 0 0 0,-1 0 1 0 0,0 0-1 0 0,1 0 0 0 0,-1 0 0 0 0,1 0 0 0 0,0 0 1 0 0,0 0-1 0 0,0 0 0 0 0,0 0 0 0 0,0 1 0 0 0,0-1 1 0 0,0 0-1 0 0,0 1 0 0 0,1-1 0 0 0,-1 1 0 0 0,3-3 0 0 0,-2 3-145 0 0,16-7-16 0 0,-16 8 187 0 0,15 1 178 0 0,-17 0-203 0 0,1-1 0 0 0,-1 1 0 0 0,1-1-1 0 0,-1 1 1 0 0,1-1 0 0 0,-1 1 0 0 0,0 0-1 0 0,1-1 1 0 0,-1 1 0 0 0,0 0 0 0 0,1-1-1 0 0,-1 1 1 0 0,0 0 0 0 0,0 0 0 0 0,0-1-1 0 0,1 1 1 0 0,-1 0 0 0 0,0 0 0 0 0,0-1-1 0 0,0 1 1 0 0,0 0 0 0 0,0 0 0 0 0,-1-1-1 0 0,1 1 1 0 0,0 0 0 0 0,0-1 0 0 0,0 1-1 0 0,-1 0 1 0 0,1 0 0 0 0,0-1 0 0 0,-1 1-1 0 0,1 0 1 0 0,-1 0 0 0 0,-11 10 2 0 0,11-10-6 0 0,3-5-3955 0 0,4-10 6179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17:21.12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120 0 551 0 0,'-11'9'23611'0'0,"9"-5"-21559"0"0,-4 6-2052 0 0,2 2 0 0 0,-1-1 0 0 0,2 0 0 0 0,-1 1 0 0 0,2 0 0 0 0,-1 0 0 0 0,2 0 0 0 0,-1 14 0 0 0,-2 6 0 0 0,-21 145-4573 0 0,18-145 3269 0 0,-12 44-9425 0 0,8-35 8565 0 0,2 0 9131 0 0,9-39-5779 0 0,-1 3-1060 0 0,1 0 605 0 0,3 9 5860 0 0,2-19-7725 0 0,3-2 4305 0 0,-7 6-3762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17:22.357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91 25 823 0 0,'-1'-4'834'0'0,"-15"-16"23720"0"0,19 25-24689 0 0,-1-1 157 0 0,1 1 1 0 0,0-1 0 0 0,1 0-1 0 0,-1 0 1 0 0,5 4 0 0 0,-8-8-21 0 0,94 113-119 0 0,-85-102-440 0 0,18 13-9276 0 0,-19-18 9769 0 0,-6-5 51 0 0,5 9-5965 0 0,12 4 6169 0 0,-18-13-468 0 0,1 0 299 0 0,8 13 16598 0 0,-10-13-16629 0 0,-2 3-62 0 0,0-1 6 0 0,-1 1 0 0 0,0 0-1 0 0,0-1 1 0 0,0 0 0 0 0,0 0 0 0 0,0 0-1 0 0,-1 0 1 0 0,1 0 0 0 0,-1 0 0 0 0,0-1-1 0 0,0 0 1 0 0,0 0 0 0 0,-7 3-1 0 0,0 0-745 0 0,-94 45-13292 0 0,34-22 13569 0 0,69-27 538 0 0,-26 11-23 0 0,23-9-1247 0 0,7-3 629 0 0,14-5 15090 0 0,-14 4-11976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17:35.09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345 0 620 0 0,'-6'8'21939'0'0,"1"-3"-18285"0"0,4-4-3655 0 0,-18 7-4 0 0,17-8-16 0 0,-32 24 45 0 0,28-21-23 0 0,1 1-1 0 0,0 0 0 0 0,-1 1 1 0 0,2-1-1 0 0,-1 1 0 0 0,-4 5 0 0 0,-9 8 2 0 0,7-8-1 0 0,-1 1 1 0 0,-15 18-1 0 0,16-16-7 0 0,0-1 0 0 0,-1 0 1 0 0,-17 13-1 0 0,-25 19-16 0 0,53-43-23 0 0,-37 22 111 0 0,36-22-89 0 0,-4 6 43 0 0,2-2-21 0 0,3-4-22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16:34.79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119 0 1194 0 0,'9'13'22888'0'0,"-6"-10"-20756"0"0,3 5-2132 0 0,0 0 0 0 0,1-1 0 0 0,-1 0 0 0 0,1 0 0 0 0,1-1 0 0 0,0 0 0 0 0,0 0 0 0 0,9 5 0 0 0,10 3 0 0 0,37 14 0 0 0,-38-18 0 0 0,-1 1 0 0 0,-1 1 0 0 0,28 17 0 0 0,-52-28 0 0 0,1-1 0 0 0,0 0 0 0 0,0 1 0 0 0,-1-1 0 0 0,1 1 0 0 0,-1-1 0 0 0,1 1 0 0 0,0-1 0 0 0,-1 1 0 0 0,1-1 0 0 0,-1 1 0 0 0,1 0 0 0 0,-1-1 0 0 0,1 1 0 0 0,-1 0 0 0 0,0 0 0 0 0,1-1 0 0 0,-1 1 0 0 0,0 0 0 0 0,1 0 0 0 0,-1-1 0 0 0,0 1 0 0 0,0 0 0 0 0,0 0 0 0 0,0-1 0 0 0,0 1 0 0 0,0 0 0 0 0,0 0 0 0 0,0 0 0 0 0,0-1 0 0 0,0 1 0 0 0,0 0 0 0 0,0 0 0 0 0,-1 0 0 0 0,1-1 0 0 0,0 1 0 0 0,-1 0 0 0 0,1 0 0 0 0,0-1 0 0 0,-1 1 0 0 0,1 0 0 0 0,-1-1 0 0 0,1 1 0 0 0,-2 0 0 0 0,-28 21 0 0 0,26-20 0 0 0,-56 31-256 0 0,-110 44 0 0 0,130-61-1151 0 0,-17 6-5415 0 0,56-22 6820 0 0,-18 4-8630 0 0,10-4 8969 0 0,3-4 5093 0 0,-1 0-3850 0 0,-5-4-5296 0 0,0 5 1529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16:35.26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613 146 908 0 0,'-13'-8'2637'0'0,"-9"6"6405"0"0,-8-2 1697 0 0,6-9-7851 0 0,22 12-2890 0 0,1 0 1 0 0,-1 0 0 0 0,1 0 0 0 0,-1 0 0 0 0,1-1-1 0 0,0 1 1 0 0,0 0 0 0 0,0-1 0 0 0,-1 1 0 0 0,1-1-1 0 0,1 0 1 0 0,-1 1 0 0 0,0-1 0 0 0,0 0 0 0 0,1 1-1 0 0,-1-1 1 0 0,0 0 0 0 0,1 0 0 0 0,0 0 0 0 0,0 0-1 0 0,-1 1 1 0 0,1-1 0 0 0,0 0 0 0 0,0 0 0 0 0,1 0-1 0 0,-1 0 1 0 0,0 0 0 0 0,0 1 0 0 0,2-4 0 0 0,2-1 0 0 0,0 0 1 0 0,1 0 0 0 0,0 1-1 0 0,0-1 1 0 0,1 1-1 0 0,-1 0 1 0 0,1 0 0 0 0,0 1-1 0 0,0 0 1 0 0,1 0 0 0 0,-1 0-1 0 0,9-3 1 0 0,-14 7 18 0 0,28 1-41 0 0,-27 0-39 0 0,0 1 0 0 0,0-1 0 0 0,0 1 0 0 0,0 0 0 0 0,-1 0 1 0 0,1 0-1 0 0,-1 0 0 0 0,1 0 0 0 0,-1 0 0 0 0,0 0 0 0 0,1 1 0 0 0,-1-1 0 0 0,-1 0 0 0 0,1 1 0 0 0,0-1 0 0 0,0 0 0 0 0,-1 1 0 0 0,1 3 0 0 0,-1-1-234 0 0,0 1-1 0 0,0 0 1 0 0,-1-1-1 0 0,0 0 1 0 0,0 1-1 0 0,0-1 1 0 0,0 1-1 0 0,-3 5 1 0 0,-1 1-367 0 0,-1 0 1 0 0,0 0 0 0 0,-1-1 0 0 0,0 0-1 0 0,-1 0 1 0 0,-13 15 0 0 0,-38 26-4716 0 0,30-30 4117 0 0,-43 22 0 0 0,-108 44-311 0 0,158-78 655 0 0,-156 68-4693 0 0,146-65 3927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16:36.447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586 4 718 0 0,'8'-3'7926'0'0,"-13"18"5234"0"0,1-4-8750 0 0,-10 64-5084 0 0,11-55-101 0 0,-1 0 1 0 0,-11 34-1 0 0,12-47 523 0 0,0 0 0 0 0,0 0 0 0 0,-1 0 1 0 0,0 0-1 0 0,-1-1 0 0 0,1 0 0 0 0,-1 1 0 0 0,0-2 0 0 0,-1 1 0 0 0,-11 9 0 0 0,15-13-316 0 0,0-1-1 0 0,0 1 1 0 0,0-1-1 0 0,0 0 1 0 0,0 0 0 0 0,-1 1-1 0 0,1-1 1 0 0,0-1-1 0 0,-1 1 1 0 0,1 0-1 0 0,0-1 1 0 0,-1 1-1 0 0,1-1 1 0 0,-1 0 0 0 0,1 1-1 0 0,-3-2 1 0 0,3 1 527 0 0,-1 0 0 0 0,1-1 0 0 0,0 0 0 0 0,0 1 0 0 0,0-1 0 0 0,0 0 0 0 0,0 0 0 0 0,0 0 0 0 0,0-1 0 0 0,0 1 0 0 0,0 0 0 0 0,0-1 0 0 0,1 1 0 0 0,-4-4 0 0 0,-14-27 4226 0 0,16 24-2026 0 0,0-1 0 0 0,0 1-1 0 0,1-1 1 0 0,-2-17-1 0 0,6-5-823 0 0,-2 31-1338 0 0,0 1 0 0 0,0-1 0 0 0,0 0 0 0 0,0 0 0 0 0,0 0 1 0 0,0 0-1 0 0,0 0 0 0 0,0 0 0 0 0,0 0 0 0 0,0 0 0 0 0,1 0 0 0 0,-1 0 0 0 0,0 0 0 0 0,0 0 1 0 0,0 0-1 0 0,0 0 0 0 0,0 0 0 0 0,0 0 0 0 0,0 0 0 0 0,0 0 0 0 0,0 0 0 0 0,0 0 0 0 0,0 0 0 0 0,0 0 1 0 0,0 0-1 0 0,1 0 0 0 0,-1 0 0 0 0,0 0 0 0 0,0 0 0 0 0,0 0 0 0 0,0 0 0 0 0,0 0 0 0 0,0 0 1 0 0,0 0-1 0 0,0 0 0 0 0,0 0 0 0 0,0 0 0 0 0,0 0 0 0 0,0 0 0 0 0,0 0 0 0 0,0 0 0 0 0,1 0 1 0 0,-1 0-1 0 0,0 0 0 0 0,0 0 0 0 0,1 25-130 0 0,-1-10-362 0 0,-1 0 1 0 0,-1-1 0 0 0,-1 1 0 0 0,0 0-1 0 0,0-1 1 0 0,-1 1 0 0 0,-1-1 0 0 0,-1 0-1 0 0,0-1 1 0 0,-1 1 0 0 0,0-1-1 0 0,-1 0 1 0 0,0-1 0 0 0,-14 16 0 0 0,-12 8-2028 0 0,-1-2 0 0 0,-2-1 0 0 0,-42 29 0 0 0,28-22 1709 0 0,36-29 42 0 0,10-7 115 0 0,0-1 1 0 0,-1 1 0 0 0,1 0 0 0 0,1 1 0 0 0,-1-1 0 0 0,1 1 0 0 0,0 0 0 0 0,-5 6 0 0 0,5-2-573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16:37.01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3 18 1222 0 0,'1'-3'16970'0'0,"1"-3"-11469"0"0,4-3-3137 0 0,2 9-2367 0 0,-6 0 11 0 0,0 0-1 0 0,-1 0 1 0 0,1 0 0 0 0,0 1-1 0 0,-1-1 1 0 0,1 1 0 0 0,0-1 0 0 0,-1 1-1 0 0,1-1 1 0 0,-1 1 0 0 0,1 0-1 0 0,-1 0 1 0 0,1-1 0 0 0,-1 1-1 0 0,0 0 1 0 0,3 2 0 0 0,-3-2 18 0 0,-40-8-1098 0 0,29 5 2147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16:37.742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175 17 625 0 0,'0'0'2727'0'0,"-9"-17"14998"0"0,7 22-12716 0 0,1-5-4881 0 0,-5 14-128 0 0,0 0 0 0 0,0 0 0 0 0,1 1 0 0 0,1-1 0 0 0,-4 23 0 0 0,-7 25 0 0 0,-5 9 0 0 0,-11 74 0 0 0,11-43-4 0 0,19-100-5 0 0,1-2-14 0 0,0 1 0 0 0,1 0 0 0 0,-1 0 1 0 0,0 0-1 0 0,0-1 0 0 0,0 1 0 0 0,0 0 0 0 0,0 0 0 0 0,0-1 1 0 0,-1 1-1 0 0,1 0 0 0 0,0 0 0 0 0,0 0 0 0 0,0-1 0 0 0,-1 1 1 0 0,1 0-1 0 0,0-1 0 0 0,-1 1 0 0 0,1 0 0 0 0,-1-1 0 0 0,1 1 0 0 0,-1 0 1 0 0,0 0-1 0 0,-14-6-766 0 0,4 0 721 0 0,2 1 1486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16:38.292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178 18 1057 0 0,'0'-18'14393'0'0,"5"25"-6837"0"0,28 32-3614 0 0,-25-31-4065 0 0,0 1 1 0 0,-1 0 0 0 0,0 0-1 0 0,-1 1 1 0 0,6 10 0 0 0,-10-15 122 0 0,0 1 0 0 0,0 0 0 0 0,-1-1 0 0 0,0 1 0 0 0,0 0 0 0 0,-1 0 0 0 0,1 8 0 0 0,-4-9-314 0 0,1 0 0 0 0,-1 1 0 0 0,0-1 1 0 0,0-1-1 0 0,-1 1 0 0 0,1-1 0 0 0,-1 1 1 0 0,0-1-1 0 0,0 0 0 0 0,-1 0 0 0 0,1-1 0 0 0,-1 1 1 0 0,-8 4-1 0 0,-10 5-3251 0 0,-43 17 1 0 0,26-13 1806 0 0,3-1-795 0 0,3-2 2782 0 0,32-13-236 0 0,-10 6 119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16:38.727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532 1 1021 0 0,'-14'9'23040'0'0,"11"-6"-20887"0"0,-50 45-2153 0 0,-1-2 0 0 0,-3-3 0 0 0,-1-2 0 0 0,-83 44 0 0 0,13-19 0 0 0,108-55-6744 0 0,16-21 13488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16:39.547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225 9 932 0 0,'3'-8'16244'0'0,"2"14"-8972"0"0,2 4-5506 0 0,-3-4-1766 0 0,1 0 0 0 0,-1 0 0 0 0,1-1 1 0 0,1 0-1 0 0,-1 0 0 0 0,1 0 0 0 0,9 6 0 0 0,6 2-2 0 0,35 13-1 0 0,-31-15-1 0 0,-23-10-2 0 0,6 5 20 0 0,-8-6-14 0 0,1 0 0 0 0,-1 1 0 0 0,0-1 0 0 0,0 0 0 0 0,1 1 0 0 0,-1-1 0 0 0,0 0 0 0 0,0 1 0 0 0,1-1 0 0 0,-1 1 0 0 0,0-1 0 0 0,0 0 0 0 0,0 1 0 0 0,0-1 0 0 0,0 1 0 0 0,0-1 0 0 0,0 0 0 0 0,0 1 0 0 0,0-1 0 0 0,0 1 0 0 0,0-1 0 0 0,0 1 0 0 0,0-1 0 0 0,0 1 0 0 0,0-1 0 0 0,0 0 0 0 0,0 1 0 0 0,0-1 0 0 0,0 1 0 0 0,-1-1 0 0 0,1 0 0 0 0,0 1 0 0 0,0-1 0 0 0,-1 0 0 0 0,1 1 0 0 0,0-1 0 0 0,0 0 0 0 0,-1 1 0 0 0,1-1 0 0 0,0 0 0 0 0,-1 1 0 0 0,-13 11 0 0 0,13-12 0 0 0,-40 29-2135 0 0,-2-3 1 0 0,0-1-1 0 0,-2-2 1 0 0,-78 28-1 0 0,62-26 566 0 0,60-25 487 0 0,-1 1 451 0 0,1 0 0 0 0,-1 0 0 0 0,1-1 0 0 0,-1 1 0 0 0,1-1-1 0 0,-1 1 1 0 0,1-1 0 0 0,-1 1 0 0 0,-13-6 17642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16:40.107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127 66 931 0 0,'6'-26'4050'0'0,"-6"26"-4114"0"0,1-9 1668 0 0,-7-21 16980 0 0,5 29-17477 0 0,-7 22-1105 0 0,-50 240-2 0 0,43-207-137 0 0,7-32-45 0 0,1 1-1 0 0,2 0 1 0 0,0 0-1 0 0,-2 35 0 0 0,8-48 172 0 0,-1-7 55 0 0,0-1 0 0 0,0 1 0 0 0,0-1 1 0 0,0 0-1 0 0,0 1 0 0 0,-1-1 1 0 0,1 0-1 0 0,-1 1 0 0 0,1-1 0 0 0,-1 0 1 0 0,0 1-1 0 0,0-1 0 0 0,0 0 0 0 0,-1 2 1 0 0,-5 4 352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16:40.571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408 8 1067 0 0,'-2'-7'12895'0'0,"-11"15"-3177"0"0,7-3-7184 0 0,-48 43-2534 0 0,-55 64 0 0 0,-5 6 0 0 0,20-20-4 0 0,92-97-25 0 0,-6-28-598 0 0,3 17 1287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16:41.252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205 1 1127 0 0,'0'0'2816'0'0,"-13"0"1249"0"0,12 0-3501 0 0,1 0 0 0 0,-1 0 0 0 0,0 0 1 0 0,1 0-1 0 0,-1 0 0 0 0,0 0 0 0 0,1 0 1 0 0,-1 0-1 0 0,0 0 0 0 0,1 0 1 0 0,-1 1-1 0 0,0-1 0 0 0,1 0 0 0 0,-1 0 1 0 0,0 1-1 0 0,1-1 0 0 0,-1 1 1 0 0,1-1-1 0 0,-1 0 0 0 0,0 2 0 0 0,1 16 5793 0 0,1-15-6365 0 0,0 0 1 0 0,0 0-1 0 0,0 0 1 0 0,1 0-1 0 0,-1 0 1 0 0,1-1-1 0 0,0 1 1 0 0,-1 0-1 0 0,1-1 1 0 0,0 1-1 0 0,1-1 1 0 0,-1 0-1 0 0,0 0 1 0 0,4 2-1 0 0,42 28-311 0 0,-20-16 10 0 0,-28-15 317 0 0,29 19-2326 0 0,8 14-7949 0 0,-36-32 10288 0 0,7 19-3623 0 0,-10-15 3716 0 0,0 1 0 0 0,-1-1 0 0 0,0 0 0 0 0,0 0-1 0 0,-1 0 1 0 0,0 0 0 0 0,0-1 0 0 0,0 1 0 0 0,0-1-1 0 0,-8 6 1 0 0,-61 53-445 0 0,51-46 693 0 0,-39 34-70 0 0,-64 51 403 0 0,124-102-691 0 0,-24 14 11597 0 0,20-13-12472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16:41.94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5 125 877 0 0,'0'0'-58'0'0,"-2"-8"-778"0"0,0-2 3487 0 0,1-8 17161 0 0,6-16-16146 0 0,1 16-3612 0 0,3-4-16 0 0,-1 8-35 0 0,2 13-52 0 0,2 3 81 0 0,-16 7-8 0 0,3-9-129 0 0,1 0 1 0 0,0 1 0 0 0,0-1-1 0 0,0 0 1 0 0,-1 0 0 0 0,1 1-1 0 0,0-1 1 0 0,-1 0 0 0 0,1 0-1 0 0,0 1 1 0 0,-1-1-1 0 0,1 0 1 0 0,0 0 0 0 0,0 0-1 0 0,-1 0 1 0 0,1 0 0 0 0,-1 0-1 0 0,1 1 1 0 0,0-1 0 0 0,-1 0-1 0 0,1 0 1 0 0,0 0 0 0 0,-1 0-1 0 0,1 0 1 0 0,0 0 0 0 0,-1 0-1 0 0,1-1 1 0 0,0 1 0 0 0,-1 0-1 0 0,1 0 1 0 0,0 0 0 0 0,-1 0-1 0 0,1 0 1 0 0,0 0 0 0 0,-1-1-1 0 0,1 1 1 0 0,0 0 0 0 0,-1 0-1 0 0,1-1 1 0 0,0 1-1 0 0,0 0 1 0 0,-1 0 0 0 0,1-1-1 0 0,0 1 1 0 0,0 0 0 0 0,0 0-1 0 0,-1-1 1 0 0,1 1 0 0 0,0 0-1 0 0,0-1 1 0 0,0 1 0 0 0,0 0-1 0 0,0-1 1 0 0,0 1 0 0 0,0-1-1 0 0,-1 1 1 0 0,1-1 0 0 0,-1-1-1086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18:11.35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35 0 804 0 0,'0'0'6495'0'0,"1"12"-3149"0"0,0-9-2316 0 0,-1 0 0 0 0,1-1-1 0 0,-1 1 1 0 0,0 0 0 0 0,0 0-1 0 0,0-1 1 0 0,0 1 0 0 0,-1 0-1 0 0,1-1 1 0 0,-2 6 0 0 0,-4 23 3212 0 0,4 0-4242 0 0,1-23 0 0 0,-1 18 0 0 0,3 47 0 0 0,1-43 0 0 0,-2-5-6 0 0,0-23-13 0 0,-2 27 42 0 0,1 48-22 0 0,-4-32-4 0 0,4-43 3 0 0,1 21-18 0 0,0-21-1 0 0,0-1-6 0 0,-1 0 12 0 0,1-1 0 0 0,-1 1-1 0 0,1-1 1 0 0,-1 1 0 0 0,1 0 0 0 0,0 0-1 0 0,-1-1 1 0 0,1 1 0 0 0,0 0 0 0 0,-1 0-1 0 0,1-1 1 0 0,0 1 0 0 0,0 0 0 0 0,0 0-1 0 0,0 0 1 0 0,0-1 0 0 0,0 1 0 0 0,0 0 0 0 0,0 0-1 0 0,0 1 1 0 0,1 21-159 0 0,-1-22 530 0 0,1 1-448 0 0,-9 9-3896 0 0,1-1 8220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18:14.50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1129 4 865 0 0,'-9'-3'9933'0'0,"12"20"5478"0"0,0-12-15416 0 0,0-3 8 0 0,3 11-1 0 0,4 17-2 0 0,11 56 1 0 0,-17-27-6 0 0,-4-57 13 0 0,-1 1-8 0 0,1-2 0 0 0,0-1 0 0 0,0 1 0 0 0,0 0 0 0 0,0 0 0 0 0,0 0 0 0 0,0 0 0 0 0,0 0 0 0 0,0 0 0 0 0,0 0 0 0 0,-1 0 0 0 0,1-1 0 0 0,0 1 0 0 0,-1 0 0 0 0,1 0 1 0 0,-1 0-1 0 0,1 0 0 0 0,-1-1 0 0 0,0 2 0 0 0,-4 1-119 0 0,0 1 0 0 0,0-1 0 0 0,0-1 0 0 0,0 1 0 0 0,0-1 0 0 0,-1 0 0 0 0,1 0 0 0 0,-1-1 0 0 0,-6 2 0 0 0,1 0-5273 0 0,-7 2-2494 0 0,8-2 5615 0 0,8-2 2262 0 0,-25 4 1988 0 0,10-3 7519 0 0,-12 0-4237 0 0,28-2-5257 0 0,-8-1-294 0 0,-19-7-6909 0 0,20 6 5230 0 0,6 1 1948 0 0,-10-7 4463 0 0,-7-6-3682 0 0,8-15 3719 0 0,8-13-5116 0 0,4 30 986 0 0,-7 57-285 0 0,6-43-44 0 0,-12 37-4113 0 0,12-37 4129 0 0,-1-1-873 0 0,1 1 0 0 0,0-1 0 0 0,-1 1-1 0 0,1-1 1 0 0,-1 1 0 0 0,1-1-1 0 0,-1 1 1 0 0,0-1 0 0 0,1 1-1 0 0,-1-1 1 0 0,0 0 0 0 0,0 1-1 0 0,-1 0 1 0 0,-5 6-1800 0 0,3-4 4396 0 0,3-3-1719 0 0,-22 12-75 0 0,9-7 51 0 0,-1 0 0 0 0,-21 5 0 0 0,34-11-40 0 0,-33 0 1185 0 0,33 0-291 0 0,0-1 1 0 0,1 1-1 0 0,-1-1 1 0 0,1 1-1 0 0,0-1 0 0 0,-1 0 1 0 0,1 1-1 0 0,-1-1 0 0 0,1 0 1 0 0,0 0-1 0 0,0 0 1 0 0,0 0-1 0 0,-1-1 0 0 0,0-1 1 0 0,1 2-51 0 0,0 0 755 0 0,-6-22-1563 0 0,6-3-28 0 0,1 8 17 0 0,2 1 0 0 0,0-1 0 0 0,6-19-1 0 0,-8 35 23 0 0,4 25-44 0 0,-5-17 21 0 0,1-3 0 0 0,0 0-1 0 0,0 0 1 0 0,-1 0 0 0 0,0 0 0 0 0,0 0 0 0 0,1 0-1 0 0,-2-1 1 0 0,1 1 0 0 0,0 0 0 0 0,0 0-1 0 0,-1-1 1 0 0,0 1 0 0 0,1-1 0 0 0,-1 0 0 0 0,0 1-1 0 0,0-1 1 0 0,0 0 0 0 0,-1 0 0 0 0,1 0-1 0 0,-4 2 1 0 0,-10 5 4 0 0,0 0-1 0 0,-22 8 0 0 0,37-17 6 0 0,-27 7-4249 0 0,20-7 7881 0 0,-1-1-3671 0 0,7 1-652 0 0,0-1-1 0 0,0 1 1 0 0,1 0-1 0 0,-1-1 1 0 0,0 0-1 0 0,0 1 0 0 0,0-1 1 0 0,1 0-1 0 0,-1 0 1 0 0,1 0-1 0 0,-1 0 1 0 0,-2-2-1 0 0,3 2 678 0 0,-5-9-1084 0 0,-1-2-5120 0 0,5 0 6911 0 0,-1-4 2417 0 0,-2-5 4616 0 0,1-9-2402 0 0,3 18-5409 0 0,0 10 74 0 0,4 7-48 0 0,-1 1 56 0 0,0-1 0 0 0,0 1 0 0 0,-1 0 0 0 0,0-1-1 0 0,0 1 1 0 0,0 7 0 0 0,1-2 3 0 0,7 52-1590 0 0,-13-1-12773 0 0,3-60 14426 0 0,-11 35 128 0 0,5-26-175 0 0,0 0 0 0 0,-1-1 1 0 0,-1 0-1 0 0,1 0 0 0 0,-2-1 1 0 0,1-1-1 0 0,-1 1 0 0 0,-11 6 0 0 0,5-4 14 0 0,-1-1 0 0 0,0 0 0 0 0,0-1 0 0 0,-1-1-1 0 0,0-1 1 0 0,0 0 0 0 0,-1-2 0 0 0,0 0 0 0 0,0-1-1 0 0,-20 2 1 0 0,24-5 479 0 0,0-1 1 0 0,1 0-1 0 0,-1-1 1 0 0,-23-4-1 0 0,32 4-478 0 0,1-1 0 0 0,-1-1-1 0 0,0 1 1 0 0,0-1 0 0 0,1 0 0 0 0,0 0 0 0 0,-1 0-1 0 0,1-1 1 0 0,0 0 0 0 0,1 0 0 0 0,-1-1 0 0 0,1 1 0 0 0,0-1-1 0 0,0 0 1 0 0,0 0 0 0 0,1 0 0 0 0,-1 0 0 0 0,1-1 0 0 0,1 1-1 0 0,-1-1 1 0 0,1 0 0 0 0,-2-6 0 0 0,0 0-264 0 0,1 0-1 0 0,0 0 1 0 0,0-1 0 0 0,2 1 0 0 0,-1-1 0 0 0,2 0 0 0 0,-1 0-1 0 0,2 1 1 0 0,3-23 0 0 0,-1 23-434 0 0,2 0 0 0 0,-1 0 0 0 0,1 1 0 0 0,1 0 0 0 0,0 0 0 0 0,1 0 0 0 0,0 1 0 0 0,0 0 0 0 0,1 0 0 0 0,0 1 0 0 0,15-13 0 0 0,-8 6-1177 0 0,1-2-894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18:15.76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1 694 0 0,'1'1'13504'0'0,"3"7"-5070"0"0,2 3-4720 0 0,-5-9-3810 0 0,8 6 59 0 0,-8-7 36 0 0,2 9 3 0 0,1-2-9 0 0,-4-7 5 0 0,-2-15 0 0 0,2 14 0 0 0,0-1 1 0 0,0 0 0 0 0,-1 1 0 0 0,1-1-1 0 0,0 1 1 0 0,0-1 0 0 0,0 0-1 0 0,0 1 1 0 0,0-1 0 0 0,0 0 0 0 0,0 1-1 0 0,0-1 1 0 0,1 0 0 0 0,-1 1-1 0 0,0-1 1 0 0,0 1 0 0 0,0-1 0 0 0,1 0-1 0 0,-1 1 1 0 0,0-1 0 0 0,1 1 0 0 0,-1-1-1 0 0,0 1 1 0 0,1-1 0 0 0,-1 1-1 0 0,1-1 1 0 0,-1 1 0 0 0,1-1 0 0 0,-1 1-1 0 0,1 0 1 0 0,-1-1 0 0 0,2 1-1 0 0,-1-2 1 0 0,-1 2 0 0 0,0 0-1 0 0,1-1 0 0 0,-1 1 1 0 0,0 0-1 0 0,0-1 1 0 0,1 1-1 0 0,-1 0 0 0 0,0 0 1 0 0,1-1-1 0 0,-1 1 1 0 0,0 0-1 0 0,1 0 0 0 0,-1-1 1 0 0,0 1-1 0 0,1 0 1 0 0,-1 0-1 0 0,1 0 1 0 0,-1 0-1 0 0,0 0 0 0 0,1-1 1 0 0,-1 1-1 0 0,1 0 1 0 0,-1 0-1 0 0,1 0 0 0 0,-1 0 1 0 0,0 0-1 0 0,1 0 1 0 0,-1 0-1 0 0,1 1 0 0 0,-1-1 1 0 0,1 0-1 0 0,13 3-209 0 0,-14-3 225 0 0,6 7 180 0 0,-6-6-190 0 0,0-1-1 0 0,0 1 1 0 0,0-1-1 0 0,0 1 1 0 0,-1 0-1 0 0,1-1 1 0 0,0 1-1 0 0,0-1 1 0 0,-1 1-1 0 0,1-1 1 0 0,0 1-1 0 0,-1-1 1 0 0,1 1-1 0 0,-1-1 1 0 0,1 1-1 0 0,-1-1 1 0 0,1 1-1 0 0,0-1 1 0 0,-1 0-1 0 0,0 1 1 0 0,1-1-1 0 0,-1 0 1 0 0,1 1-1 0 0,-1-1 1 0 0,1 0-1 0 0,-1 0 1 0 0,0 0-1 0 0,1 0 1 0 0,-1 1-1 0 0,0-1 1 0 0,-1 1-4 0 0,-15-5-3 0 0,16 3-26 0 0,7-14 122 0 0,-4 10-5382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18:23.61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147 7 632 0 0,'2'-6'12253'0'0,"-14"18"-86"0"0,5-4-9200 0 0,2-2-4776 0 0,-22 15 1799 0 0,2 1 0 0 0,-32 35-1 0 0,56-56 25 0 0,-11 9 73 0 0,9-8-4121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18:24.422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15 0 820 0 0,'-1'12'21520'0'0,"-2"-2"-17647"0"0,1-11-4298 0 0,-7-5 920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18:25.19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3 629 0 0,'1'0'13936'0'0,"6"4"-5759"0"0,-4-2-7817 0 0,0-1 0 0 0,-1 1 1 0 0,1 0-1 0 0,-1 0 0 0 0,0 0 0 0 0,1 0 0 0 0,-1 1 1 0 0,0-1-1 0 0,-1 0 0 0 0,1 1 0 0 0,2 3 0 0 0,-1-2-830 0 0,-3-14 90 0 0,0 6 379 0 0,0 3 1 0 0,0 0-1 0 0,0 0 1 0 0,0 0 0 0 0,0 0 0 0 0,0 0-1 0 0,1 0 1 0 0,-1 0 0 0 0,1-1-1 0 0,-1 1 1 0 0,0 0 0 0 0,1 0-1 0 0,0 0 1 0 0,-1 1 0 0 0,1-1 0 0 0,0 0-1 0 0,-1 0 1 0 0,1 0 0 0 0,0 0-1 0 0,0 1 1 0 0,0-1 0 0 0,1-1-1 0 0,-1 1-10 0 0,12-1-12 0 0,-12 2 24 0 0,-1 0 1 0 0,1-1-1 0 0,0 1 1 0 0,0 0-1 0 0,0 0 1 0 0,0 0-1 0 0,-1 0 1 0 0,1 0-1 0 0,0 0 1 0 0,0 0-1 0 0,0 1 0 0 0,0-1 1 0 0,-1 0-1 0 0,1 0 1 0 0,0 1-1 0 0,0-1 1 0 0,0 0-1 0 0,-1 1 1 0 0,1-1-1 0 0,0 1 1 0 0,-1-1-1 0 0,2 1 1 0 0,-1 0-41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18:26.13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7 1 729 0 0,'0'0'4379'0'0,"3"16"-4238"0"0,-2-12 3849 0 0,-9-13-4351 0 0,5 8 450 0 0,10 14 13344 0 0,-1-2-9897 0 0,-2-8-3560 0 0,-11-16 282 0 0,6 11-246 0 0,-4-18-5102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18:27.34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40 18 335 0 0,'-22'-17'27278'0'0,"24"23"-26588"0"0,-1-2-2786 0 0,-1-3 2102 0 0,-20-9-3965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3T14:18:38.285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17 0 25588,'-16'13'0,"19"7"0,16-12 0,-3-20 0,-18-9 0,-18 13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18:32.81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1102 354 1064 0 0,'19'-11'2417'0'0,"-10"-14"1212"0"0,-2 13 726 0 0,0-1 0 0 0,2 2 1 0 0,10-14-1 0 0,4-3-2672 0 0,-23 27-1684 0 0,1 0 1 0 0,0 0 0 0 0,0 0 0 0 0,0 0 0 0 0,0 0 0 0 0,0 0 0 0 0,0 0 0 0 0,0 0 0 0 0,0 1-1 0 0,0-1 1 0 0,1 0 0 0 0,-1 1 0 0 0,0-1 0 0 0,0 1 0 0 0,0-1 0 0 0,1 1 0 0 0,-1 0-1 0 0,0-1 1 0 0,1 1 0 0 0,-1 0 0 0 0,0 0 0 0 0,1 0 0 0 0,-1 0 0 0 0,0 0 0 0 0,1 0 0 0 0,-1 1-1 0 0,0-1 1 0 0,1 0 0 0 0,-1 1 0 0 0,0-1 0 0 0,0 1 0 0 0,1-1 0 0 0,1 2 0 0 0,51 23-1708 0 0,-29-16-2162 0 0,-1-2 0 0 0,2 0 0 0 0,32 3 0 0 0,-7-4 3239 0 0,-5 1 1205 0 0,-44-7-376 0 0,16 7 608 0 0,-23-2 999 0 0,1 1 0 0 0,-1-1 0 0 0,0 0 0 0 0,-1-1 0 0 0,1 1 0 0 0,-1-1 0 0 0,0 0 0 0 0,-10 5 0 0 0,-23 11-3398 0 0,-2-2 0 0 0,0-2 0 0 0,0-1 1 0 0,-2-3-1 0 0,1-1 0 0 0,-2-2 1 0 0,1-2-1 0 0,-1-1 0 0 0,-65-2 0 0 0,101-4 1658 0 0,1 0-1 0 0,0-1 1 0 0,-1 0-1 0 0,1 0 1 0 0,0-1-1 0 0,0 0 1 0 0,0 0-1 0 0,0-1 1 0 0,0 1-1 0 0,0-2 1 0 0,0 1-1 0 0,1-1 1 0 0,0 0-1 0 0,0 0 1 0 0,0-1-1 0 0,0 1 1 0 0,1-1-1 0 0,0-1 1 0 0,0 1-1 0 0,-6-9 1 0 0,10 13-50 0 0,-4-9 1327 0 0,-2-2 4783 0 0,6 9-5984 0 0,0 0 275 0 0,-4-8 4939 0 0,5 10-4189 0 0,1 4-1320 0 0,1 1 177 0 0,-1-1 0 0 0,0 1 0 0 0,0-1 1 0 0,0 1-1 0 0,0 7 0 0 0,-1-9-6 0 0,2 9-12 0 0,-1-8 5 0 0,-1-1-1 0 0,0 1 1 0 0,0 0 0 0 0,0 0-1 0 0,0 0 1 0 0,-1 0-1 0 0,1-1 1 0 0,-1 1-1 0 0,0 0 1 0 0,0-1-1 0 0,0 1 1 0 0,0 0-1 0 0,0-1 1 0 0,0 1-1 0 0,-1-1 1 0 0,1 1-1 0 0,-1-1 1 0 0,0 0-1 0 0,1 0 1 0 0,-1 0-1 0 0,0 0 1 0 0,0 0-1 0 0,-1 0 1 0 0,1 0-1 0 0,0-1 1 0 0,0 1 0 0 0,-1-1-1 0 0,1 0 1 0 0,-4 2-1 0 0,-39 13-825 0 0,7-10-3339 0 0,32-6 3241 0 0,1-1 1 0 0,-1 1 0 0 0,1-1-1 0 0,0 0 1 0 0,-1 0 0 0 0,1 0-1 0 0,0-1 1 0 0,0 0 0 0 0,-6-2-1 0 0,8 2 636 0 0,-1 0-1 0 0,0-1 1 0 0,1 1-1 0 0,0-1 1 0 0,0 0-1 0 0,-1 0 0 0 0,1 0 1 0 0,1 0-1 0 0,-6-7 1 0 0,4 1 292 0 0,0 0 0 0 0,0 0 0 0 0,0 0 1 0 0,1 0-1 0 0,0-1 0 0 0,1 0 1 0 0,0 1-1 0 0,1-1 0 0 0,-1-12 0 0 0,-37-287 569 0 0,38 306-519 0 0,-5-16-22 0 0,4 16 2995 0 0,-2 96 8628 0 0,7 3-9310 0 0,5 0-7636 0 0,1-3-5963 0 0,-8-91 11260 0 0,-1 4 23 0 0,-1-1 0 0 0,1 0 0 0 0,-1 0-1 0 0,0 1 1 0 0,-3 9 0 0 0,3-12 785 0 0,0 0 0 0 0,-1 0-1 0 0,1 0 1 0 0,-1 0 0 0 0,0 0-1 0 0,0-1 1 0 0,0 1 0 0 0,0 0-1 0 0,-1-1 1 0 0,1 0 0 0 0,-1 1-1 0 0,1-1 1 0 0,-1 0 0 0 0,0 0-1 0 0,-5 2 1 0 0,-21 7 982 0 0,-56 11-1824 0 0,83-22 44 0 0,2 1-61 0 0,-1-1 35 0 0,0 1-1 0 0,1-1 0 0 0,-1 0 0 0 0,0 0 0 0 0,0 1 0 0 0,1-1 0 0 0,-1 0 0 0 0,0 0 1 0 0,0 0-1 0 0,1 0 0 0 0,-1 0 0 0 0,0 0 0 0 0,0 0 0 0 0,0 0 0 0 0,1 0 1 0 0,-1 0-1 0 0,0 0 0 0 0,0 0 0 0 0,-1-1 0 0 0,0 0-28 0 0,4 1 12 0 0,20 4 61 0 0,51 12-247 0 0,-71-16 47 0 0,1 1-393 0 0,-1 0-1 0 0,0 0 1 0 0,1 0 0 0 0,-1 0-1 0 0,0 1 1 0 0,0-1 0 0 0,0 1 0 0 0,0 0-1 0 0,0-1 1 0 0,0 1 0 0 0,2 2-1 0 0,4 5-6374 0 0,-7-7 6888 0 0,0-1 1 0 0,0 1 0 0 0,0-1 0 0 0,0 1-1 0 0,-1-1 1 0 0,1 1 0 0 0,-1 0-1 0 0,1-1 1 0 0,-1 1 0 0 0,1 0 0 0 0,-1 0-1 0 0,0-1 1 0 0,0 1 0 0 0,0 0 0 0 0,0 0-1 0 0,0-1 1 0 0,-1 1 0 0 0,1 0-1 0 0,0 0 1 0 0,-1-1 0 0 0,1 1 0 0 0,-1 0-1 0 0,1-1 1 0 0,-1 1 0 0 0,0-1 0 0 0,0 1-1 0 0,0-1 1 0 0,0 1 0 0 0,0-1-1 0 0,0 0 1 0 0,0 1 0 0 0,0-1 0 0 0,-3 2-1 0 0,-4 5 193 0 0,0 0 0 0 0,-1-1 0 0 0,-17 12 0 0 0,-2 0-59 0 0,-1-2 0 0 0,-52 24 0 0 0,70-37-75 0 0,0 0 0 0 0,0 0 0 0 0,0-1 0 0 0,0-1 0 0 0,-1 0 0 0 0,1 0 0 0 0,-1-1 0 0 0,0-1 0 0 0,1 0 0 0 0,-1 0 0 0 0,-18-4 0 0 0,21 2-11 0 0,0-1 1 0 0,0 1-1 0 0,0-2 1 0 0,1 1-1 0 0,-1-1 1 0 0,1 0 0 0 0,0-1-1 0 0,0 0 1 0 0,0-1-1 0 0,1 1 1 0 0,0-1-1 0 0,0-1 1 0 0,0 1 0 0 0,1-1-1 0 0,0 0 1 0 0,-6-10-1 0 0,8 10 74 0 0,0 0 1 0 0,0 0-1 0 0,1 0 0 0 0,0-1 0 0 0,1 1 0 0 0,0-1 0 0 0,0 1 0 0 0,0-1 1 0 0,1 0-1 0 0,0 0 0 0 0,1 0 0 0 0,-1 1 0 0 0,2-1 0 0 0,-1 0 0 0 0,1 0 1 0 0,0 0-1 0 0,1 0 0 0 0,0 1 0 0 0,5-15 0 0 0,13-20 1972 0 0,-14 33-2381 0 0,0-1 0 0 0,0 1 0 0 0,14-13 0 0 0,-5 8-599 0 0,0 1 1 0 0,1 0-1 0 0,24-14 1 0 0,109-53-7187 0 0,-143 78 7603 0 0,18-10-2168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18:33.42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34 1 1180 0 0,'0'2'13424'0'0,"2"8"-5276"0"0,0 5-4631 0 0,-1-10-2879 0 0,0-1-1331 0 0,-1-3 667 0 0,0-1 0 0 0,0 1 1 0 0,0 0-1 0 0,0 0 0 0 0,0 0 1 0 0,0-1-1 0 0,0 1 0 0 0,0 0 1 0 0,0 0-1 0 0,0 0 0 0 0,-1-1 1 0 0,1 1-1 0 0,0 0 0 0 0,-1 0 1 0 0,1-1-1 0 0,0 1 0 0 0,-1 0 1 0 0,1-1-1 0 0,0 1 0 0 0,-1 0 1 0 0,1-1-1 0 0,-1 1 0 0 0,0-1 1 0 0,1 1-1 0 0,-1-1 0 0 0,1 1 1 0 0,-1-1-1 0 0,0 1 0 0 0,1-1 1 0 0,-1 1-1 0 0,0-1 1 0 0,0 0-1 0 0,1 0 0 0 0,-1 1 1 0 0,0-1-1 0 0,0 0 0 0 0,1 0 1 0 0,-1 0-1 0 0,0 0 0 0 0,-1 0 1 0 0,-18-2-1559 0 0,28-7 105 0 0,-5 19-7019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18:34.072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1 1216 0 0,'0'0'11961'0'0,"6"9"-9521"0"0,1 0 5777 0 0,-3-5-5468 0 0,3 15-3120 0 0,-7-17 321 0 0,0-1 0 0 0,1 1 0 0 0,-1-1 1 0 0,0 1-1 0 0,1-1 0 0 0,0 0 0 0 0,-1 1 1 0 0,1-1-1 0 0,0 0 0 0 0,0 1 0 0 0,-1-1 1 0 0,1 0-1 0 0,0 0 0 0 0,0 0 0 0 0,0 0 1 0 0,1 1-1 0 0,-1-2 0 0 0,0 1 0 0 0,0 0 1 0 0,1 0-1 0 0,1 1 0 0 0,-2-3 41 0 0,0 1 1 0 0,1-1-1 0 0,-1 1 0 0 0,0-1 0 0 0,0 0 1 0 0,0 0-1 0 0,1 0 0 0 0,-1 1 0 0 0,0-1 1 0 0,0 0-1 0 0,0 0 0 0 0,1-2 1 0 0,0 1 437 0 0,5-3-1245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18:34.351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14 1 1225 0 0,'-6'10'-1651'0'0,"-1"13"14740"0"0,7 12 760 0 0,7-3-14155 0 0,-6-30 240 0 0,5-4-6312 0 0,2-3 9762 0 0,-6 4-2126 0 0,0 0-2810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18:36.67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1122 242 931 0 0,'-4'-3'6526'0'0,"-8"-3"-1175"0"0,10 12-1425 0 0,-4 7 3075 0 0,3-3-3842 0 0,2-5-3222 0 0,0-1 0 0 0,0 1 0 0 0,1 0 0 0 0,0 0 0 0 0,0-1 1 0 0,0 1-1 0 0,0 0 0 0 0,1 0 0 0 0,0-1 0 0 0,1 6 0 0 0,-1-6-520 0 0,-1 0-1 0 0,1-1 0 0 0,0 1 1 0 0,0 0-1 0 0,0-1 0 0 0,1 0 1 0 0,-1 1-1 0 0,1-1 0 0 0,0 0 1 0 0,0 1-1 0 0,0-1 0 0 0,0 0 1 0 0,0-1-1 0 0,1 1 1 0 0,5 5-1 0 0,-6-7 267 0 0,0 0 0 0 0,0 0 0 0 0,1 0-1 0 0,-1 0 1 0 0,1 0 0 0 0,-1 0 0 0 0,1-1 0 0 0,-1 1 0 0 0,1-1 0 0 0,-1 1-1 0 0,1-1 1 0 0,-1 0 0 0 0,1 0 0 0 0,0 0 0 0 0,-1-1 0 0 0,6 0 0 0 0,-1-1 161 0 0,1-1 0 0 0,0 0 0 0 0,-1 0 0 0 0,1-1 0 0 0,-1 0 1 0 0,0 0-1 0 0,0-1 0 0 0,0 0 0 0 0,10-10 0 0 0,-13 11 186 0 0,0 0 1 0 0,-1-1-1 0 0,1 0 1 0 0,-1 0-1 0 0,0 0 0 0 0,0 0 1 0 0,-1 0-1 0 0,1 0 0 0 0,-1-1 1 0 0,0 0-1 0 0,-1 1 0 0 0,1-1 1 0 0,-1 0-1 0 0,0 1 0 0 0,-1-1 1 0 0,1 0-1 0 0,-2-9 0 0 0,1 13-2 0 0,-7-21 8086 0 0,4 16-2142 0 0,2 7-5899 0 0,0-1 1 0 0,0 1-1 0 0,0-1 0 0 0,0 1 0 0 0,0-1 0 0 0,0 1 1 0 0,0 0-1 0 0,0 0 0 0 0,0-1 0 0 0,0 1 0 0 0,-1 0 0 0 0,1 0 1 0 0,0 0-1 0 0,0 0 0 0 0,0 0 0 0 0,0 0 0 0 0,0 1 1 0 0,0-1-1 0 0,0 0 0 0 0,0 0 0 0 0,0 1 0 0 0,0-1 0 0 0,0 1 1 0 0,0-1-1 0 0,0 1 0 0 0,0-1 0 0 0,-1 2 0 0 0,-17 9-482 0 0,14-8 396 0 0,-52 26-3601 0 0,-60 22-1 0 0,101-45 2851 0 0,-1 0 1 0 0,0-2-1 0 0,0 0 1 0 0,-1 0 0 0 0,1-2-1 0 0,-1 0 1 0 0,0-1-1 0 0,-28-3 1 0 0,33 1 764 0 0,1-2 1 0 0,0 0-1 0 0,0 0 1 0 0,0-1-1 0 0,0-1 1 0 0,0 0-1 0 0,1 0 1 0 0,0-1-1 0 0,-11-8 1 0 0,21 13-16 0 0,-5-1 7014 0 0,1-2-4934 0 0,1 2-4639 0 0,0 11-2339 0 0,-51 173 9651 0 0,47-149-5491 0 0,3 17 5795 0 0,1-15-1545 0 0,4-33-3504 0 0,-3 10 11 0 0,1-4-2 0 0,-3-31-2 0 0,-15-68-3386 0 0,-11-82-5675 0 0,29 149 8907 0 0,-3-24 66 0 0,2-1 1 0 0,7-91-1 0 0,0 124 5645 0 0,9-1-6044 0 0,-9 15-135 0 0,0 0 0 0 0,0 1 1 0 0,0-1-1 0 0,0 0 1 0 0,0 1-1 0 0,1 0 0 0 0,6-1 1 0 0,7 1 373 0 0,-13 1 1922 0 0,1 0 0 0 0,-1 0 0 0 0,0 1 0 0 0,0 0 0 0 0,0 0 0 0 0,7 3 0 0 0,5 3-571 0 0,-15-3-1085 0 0,0-1 0 0 0,0 1 1 0 0,-1-1-1 0 0,1 1 0 0 0,-1 0 0 0 0,0-1 0 0 0,0 1 0 0 0,-1 0 0 0 0,2 8 0 0 0,-2-11-53 0 0,0 7 245 0 0,-1 0-1 0 0,0 0 0 0 0,0 0 1 0 0,0 0-1 0 0,-1 0 1 0 0,-5 11-1 0 0,4-10-861 0 0,-1-1-1 0 0,-1 0 1 0 0,0 0-1 0 0,0 0 1 0 0,0 0-1 0 0,-1-1 0 0 0,0 0 1 0 0,-10 9-1 0 0,2-4-1200 0 0,0-1 0 0 0,-1-1 0 0 0,-23 14 0 0 0,-20 5 578 0 0,55-27 1305 0 0,-1-1 0 0 0,1 1-1 0 0,-1-1 1 0 0,1 0 0 0 0,-1 0 0 0 0,1-1-1 0 0,-1 1 1 0 0,0-1 0 0 0,1 0 0 0 0,-1 1-1 0 0,0-2 1 0 0,1 1 0 0 0,-1 0 0 0 0,0-1-1 0 0,1 0 1 0 0,-1 1 0 0 0,1-2-1 0 0,-1 1 1 0 0,1 0 0 0 0,-1-1 0 0 0,-4-2-1 0 0,4 1 474 0 0,0 0 0 0 0,-1 0 0 0 0,1-1 0 0 0,0 1 0 0 0,-5-8 0 0 0,-14-24 8611 0 0,22 33-8870 0 0,1 2-245 0 0,0 0 0 0 0,-1 0 0 0 0,1 0 0 0 0,-1-1 0 0 0,1 1 0 0 0,0 0 0 0 0,-1 0 0 0 0,1-1-1 0 0,0 1 1 0 0,-1 0 0 0 0,1 0 0 0 0,0-1 0 0 0,0 1 0 0 0,-1 0 0 0 0,1-1 0 0 0,0 1 0 0 0,0-1-1 0 0,0 1 1 0 0,0 0 0 0 0,-1-1 0 0 0,1 1 0 0 0,0-1 0 0 0,0 1 0 0 0,0 0 0 0 0,0-1 0 0 0,0 1-1 0 0,0-1 1 0 0,0 0 0 0 0,-2-3-72 0 0,-3 13 71 0 0,-34 82 258 0 0,23-57-2944 0 0,-1-1 0 0 0,-2 0 1 0 0,-2-2-1 0 0,-29 37 0 0 0,44-60 2360 0 0,-23 26 803 0 0,-44 40 0 0 0,21-34-4790 0 0,43-33 3149 0 0,-12 4-3227 0 0,6-14 5948 0 0,5-2-2166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18:37.602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251 375 971 0 0,'-2'1'14132'0'0,"-4"6"-6334"0"0,1 0-4486 0 0,4-6-3313 0 0,3 30-4 0 0,0 33 12 0 0,-2-63-7 0 0,0 1 0 0 0,0 0 0 0 0,0 0 0 0 0,-1 0 0 0 0,1 0 0 0 0,-1 0 0 0 0,1 0 0 0 0,-1 0 0 0 0,0 0 0 0 0,0-1 0 0 0,0 1 0 0 0,0 0 0 0 0,0-1 0 0 0,0 1 0 0 0,0-1 0 0 0,-1 1 0 0 0,1-1 0 0 0,0 1 0 0 0,-1-1 0 0 0,-3 2 0 0 0,3 0-1 0 0,-1-1 1 0 0,0 0 0 0 0,-1 0 0 0 0,1 0 0 0 0,0 0 0 0 0,0 0-1 0 0,-1-1 1 0 0,1 1 0 0 0,-1-1 0 0 0,0 0 0 0 0,1 0 0 0 0,-1-1-1 0 0,-6 2 1 0 0,-2-1 0 0 0,-102 15-3 0 0,96-15 8 0 0,14-3-4 0 0,3 2-1 0 0,0-1 0 0 0,0 1 0 0 0,0-1 0 0 0,0 0 0 0 0,0 1 0 0 0,0-1 0 0 0,0 0 0 0 0,0 0 0 0 0,0 0 0 0 0,0 0 0 0 0,0 0 0 0 0,0 0 0 0 0,0 0 0 0 0,1 0 0 0 0,-1 0 0 0 0,1 0 0 0 0,-1 0 0 0 0,1 0 0 0 0,-1-1 0 0 0,1 1 0 0 0,-1 0 0 0 0,1 0 0 0 0,0-1 0 0 0,0 1 0 0 0,0 0 0 0 0,0 0 0 0 0,0-1 0 0 0,0 0 0 0 0,0-27 0 0 0,0 29 0 0 0,8-50-3333 0 0,-3 0 0 0 0,-2 0 1 0 0,-5-77-1 0 0,-3-75 2998 0 0,3 186 490 0 0,2 9-4372 0 0,4 14 1425 0 0,-3-5 2539 0 0,0 0 1 0 0,0-1-1 0 0,-1 1 0 0 0,1 0 1 0 0,-1 0-1 0 0,1 0 0 0 0,-1 0 1 0 0,0 0-1 0 0,0 0 0 0 0,0 0 0 0 0,0 3 1 0 0,0-2-41 0 0,0 15-2069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18:39.377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565 20 880 0 0,'0'-18'21734'0'0,"-1"17"-21153"0"0,-9 0 3102 0 0,9 15-4107 0 0,0-2 184 0 0,0 11 240 0 0,0 5 0 0 0,3 36 0 0 0,3-9-1294 0 0,5 66-6017 0 0,-10-104 6515 0 0,-1 0 0 0 0,0 0 0 0 0,-1 0 0 0 0,-1-1 0 0 0,-5 18-1 0 0,4-24 804 0 0,0 1 0 0 0,-1 0 0 0 0,0-1 0 0 0,-1 0 0 0 0,0 0 0 0 0,-1-1 0 0 0,0 0 0 0 0,0 0 0 0 0,-1 0-1 0 0,0-1 1 0 0,0 0 0 0 0,-1-1 0 0 0,0 0 0 0 0,-1 0 0 0 0,1-1 0 0 0,-1 0 0 0 0,-14 6 0 0 0,10-6-6 0 0,-1 0 1 0 0,0-1-1 0 0,0-1 1 0 0,0 0-1 0 0,0-1 0 0 0,-1 0 1 0 0,1-1-1 0 0,-1-1 1 0 0,1-1-1 0 0,-1 0 1 0 0,0-1-1 0 0,-19-4 1 0 0,26 3-9 0 0,0-1 0 0 0,1 0 0 0 0,-1-1 0 0 0,1 0 0 0 0,-1 0 0 0 0,1-1 1 0 0,0 0-1 0 0,1 0 0 0 0,-1-1 0 0 0,1 1 0 0 0,1-2 0 0 0,-1 1 0 0 0,1-1 0 0 0,-9-12 0 0 0,6 7-5 0 0,1 0 0 0 0,1-1 0 0 0,0 0-1 0 0,0-1 1 0 0,1 1 0 0 0,1-1 0 0 0,1 0-1 0 0,-5-21 1 0 0,8 26-32 0 0,1 1 0 0 0,-1-1 0 0 0,2 1 0 0 0,-1-1 1 0 0,1 1-1 0 0,1-1 0 0 0,-1 1 0 0 0,2-1 0 0 0,-1 1 0 0 0,1 0 0 0 0,0 0 0 0 0,0 0 0 0 0,1 1 1 0 0,0-1-1 0 0,1 1 0 0 0,0 0 0 0 0,0 0 0 0 0,0 0 0 0 0,10-8 0 0 0,-7 7-535 0 0,0 0 1 0 0,1 0-1 0 0,0 1 0 0 0,0 0 0 0 0,1 0 0 0 0,0 1 0 0 0,0 1 1 0 0,1 0-1 0 0,-1 0 0 0 0,1 1 0 0 0,0 0 0 0 0,0 1 0 0 0,22-4 1 0 0,-9 10-1659 0 0,-14-1 698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18:40.04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34 33 1153 0 0,'1'-3'14877'0'0,"0"-4"-8130"0"0,-2-4-3312 0 0,-19 10-3437 0 0,18 1-9 0 0,-8-9-309 0 0,7 7 136 0 0,10 7 175 0 0,-3-3 65 0 0,0 1 1 0 0,0 0 0 0 0,-1 0-1 0 0,1 0 1 0 0,-1 0 0 0 0,0 1-1 0 0,0-1 1 0 0,3 5-1 0 0,-5-6-64 0 0,-22 4-536 0 0,21-7 534 0 0,-1 1 1 0 0,1 0-1 0 0,0-1 1 0 0,-1 1-1 0 0,1-1 1 0 0,-1 1 0 0 0,1-1-1 0 0,0 0 1 0 0,-1 1-1 0 0,1-1 1 0 0,0 1-1 0 0,-1-1 1 0 0,1 0-1 0 0,0 1 1 0 0,0-1-1 0 0,0 0 1 0 0,0 1-1 0 0,0-1 1 0 0,0 0-1 0 0,0 1 1 0 0,0-1-1 0 0,0-1 1 0 0,13-9-1797 0 0,-7 7 551 0 0,2-1 5105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18:44.011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2053 10 1062 0 0,'-13'-9'22611'0'0,"14"13"-22493"0"0,0 1 0 0 0,1 0 0 0 0,-1 0 1 0 0,1-1-1 0 0,0 1 0 0 0,0-1 0 0 0,1 1 0 0 0,-1-1 1 0 0,1 0-1 0 0,6 7 0 0 0,42 42 895 0 0,-23-25-785 0 0,16 11-228 0 0,-35-33 0 0 0,-1 1 0 0 0,0 0 0 0 0,0 0 0 0 0,-1 1 0 0 0,9 11 0 0 0,-12-14-4 0 0,0-1 1 0 0,1 1 0 0 0,-1-1 0 0 0,1 0 0 0 0,0 0 0 0 0,0 0 0 0 0,0-1-1 0 0,9 4 1 0 0,-7-3 1 0 0,-1-1 0 0 0,0 1 0 0 0,0 0 1 0 0,-1 0-1 0 0,1 1 0 0 0,7 8 0 0 0,17 22 43 0 0,-29-34-42 0 0,-24 9 3 0 0,6-5-12 0 0,0-1 1 0 0,0-1 0 0 0,0-1-1 0 0,-1 0 1 0 0,1-1 0 0 0,0-1-1 0 0,-1 0 1 0 0,1-2 0 0 0,0 0-1 0 0,-29-7 1 0 0,9-9-1807 0 0,29 13 373 0 0,0-1 0 0 0,0 0 0 0 0,1-1-1 0 0,0 0 1 0 0,0 0 0 0 0,0-1-1 0 0,-8-12 1 0 0,0-7 1564 0 0,14 25-131 0 0,1-9 3017 0 0,2-27-5997 0 0,-2 36 2968 0 0,17-29 6590 0 0,-14 27-6084 0 0,1 1 1 0 0,-1 0-1 0 0,1 1 1 0 0,0-1 0 0 0,0 0-1 0 0,0 1 1 0 0,0 0-1 0 0,1 0 1 0 0,-1 1 0 0 0,1-1-1 0 0,-1 1 1 0 0,1 0-1 0 0,7-1 1 0 0,-9 1-494 0 0,25 4 20 0 0,23 12-9 0 0,-44 17-3 0 0,-7-30 0 0 0,0 0 1 0 0,0 0-1 0 0,0 0 0 0 0,0 0 0 0 0,0 0 0 0 0,0 0 1 0 0,-1 0-1 0 0,1 0 0 0 0,-1 0 0 0 0,0 0 0 0 0,1 0 1 0 0,-1-1-1 0 0,0 1 0 0 0,0 0 0 0 0,0 0 0 0 0,-1 0 0 0 0,1-1 1 0 0,0 1-1 0 0,-3 2 0 0 0,-1 2-133 0 0,-23 30-2403 0 0,16-23 2863 0 0,-1 0 1 0 0,0-1 0 0 0,0-1-1 0 0,-1 0 1 0 0,-25 15-1 0 0,-10-5-2707 0 0,39-19 1780 0 0,0 0-1 0 0,0-1 1 0 0,0 0 0 0 0,0-1-1 0 0,0 0 1 0 0,0 0 0 0 0,0-1-1 0 0,0 0 1 0 0,0-1 0 0 0,0 0-1 0 0,-14-5 1 0 0,10 2 175 0 0,0-1 1 0 0,0 0-1 0 0,1-1 1 0 0,0-1-1 0 0,0 0 1 0 0,-20-17-1 0 0,3-15 1921 0 0,27 34 86 0 0,3 8 223 0 0,3 20 6770 0 0,-2-15-8595 0 0,-1 0-1 0 0,-1 0 1 0 0,0 0 0 0 0,0 0 0 0 0,0 0 0 0 0,-5 13-1 0 0,3-14 20 0 0,-2 0 0 0 0,1 0 0 0 0,-1 0 0 0 0,0-1 0 0 0,0 0 0 0 0,0 0 0 0 0,-1 0-1 0 0,0 0 1 0 0,0-1 0 0 0,-7 4 0 0 0,10-6-4 0 0,2-1-5 0 0,-13 0 54 0 0,4 0-45 0 0,7-1-3 0 0,0 0 0 0 0,0-1 0 0 0,0 1 0 0 0,0-1 0 0 0,1 1 0 0 0,-1-1 0 0 0,0 0 0 0 0,0 0 0 0 0,1-1 0 0 0,-1 1 0 0 0,1 0 1 0 0,-1-1-1 0 0,1 0 0 0 0,-1 1 0 0 0,1-1 0 0 0,0 0 0 0 0,0 0 0 0 0,0 0 0 0 0,0-1 0 0 0,0 1 0 0 0,1 0 0 0 0,-3-4 0 0 0,-1-3-244 0 0,0 0-1 0 0,0-1 1 0 0,1 1 0 0 0,-4-14 0 0 0,8 21 199 0 0,-6-17-160 0 0,6 22-931 0 0,1 0 1 0 0,-1 0-1 0 0,0-1 0 0 0,0 1 0 0 0,0 0 1 0 0,0 0-1 0 0,0 0 0 0 0,-1 4 1 0 0,0-5 1029 0 0,0 1 1 0 0,0 0-1 0 0,0-1 1 0 0,-1 1-1 0 0,1-1 1 0 0,-1 1-1 0 0,1-1 1 0 0,-1 0-1 0 0,0 0 1 0 0,0 0-1 0 0,0 0 1 0 0,0 0-1 0 0,0 0 1 0 0,-4 2-1 0 0,-1 1 711 0 0,-1 0 0 0 0,1-1 1 0 0,-1 0-1 0 0,-14 5 0 0 0,20-9-637 0 0,-27-4 3185 0 0,24 2-2556 0 0,0 0 0 0 0,0 0 1 0 0,0-1-1 0 0,1 0 0 0 0,0 0 1 0 0,-1 0-1 0 0,-4-4 0 0 0,5 3-412 0 0,1-1 0 0 0,-1 1 0 0 0,1-1 0 0 0,-1 0 1 0 0,1 1-1 0 0,1-1 0 0 0,-1-1 0 0 0,1 1 0 0 0,0 0 0 0 0,-3-11 0 0 0,4 14-152 0 0,0-12-13044 0 0,-1 10 13150 0 0,2 14 1995 0 0,0-3 1022 0 0,-1 15 2062 0 0,-3 4-6536 0 0,-11-3-2529 0 0,-5-9 4569 0 0,11-8-1604 0 0,-1-1 1 0 0,-1 0 0 0 0,1-1-1 0 0,-1 0 1 0 0,1-1 0 0 0,-15 3 0 0 0,-35 1 813 0 0,55-7 69 0 0,0 0 0 0 0,0 0 0 0 0,-1-1 0 0 0,1 0 0 0 0,0 0 0 0 0,0 0 0 0 0,1 0 0 0 0,-1-1 1 0 0,0 0-1 0 0,0 0 0 0 0,1 0 0 0 0,-1-1 0 0 0,1 0 0 0 0,0 0 0 0 0,0 0 0 0 0,0 0 0 0 0,0 0 0 0 0,-4-5 0 0 0,2 1 2 0 0,1 0 0 0 0,0 0 1 0 0,0 0-1 0 0,0-1 0 0 0,1 0 0 0 0,0 0 0 0 0,1 0 1 0 0,0 0-1 0 0,-3-10 0 0 0,-6-13 210 0 0,-2 3 3447 0 0,12 24-2319 0 0,1 2-1342 0 0,4 12 1295 0 0,7 39 2684 0 0,-10-47-3635 0 0,0 1-1 0 0,0 0 1 0 0,-1 0-1 0 0,1 0 1 0 0,-1-1-1 0 0,0 1 1 0 0,0 0-1 0 0,-1 3 1 0 0,-5 14 73 0 0,3-9-411 0 0,-2 0 0 0 0,-6-2 0 0 0,3-3-127 0 0,0 0 0 0 0,0-1 0 0 0,0 0 0 0 0,-12 4 0 0 0,9-6-1035 0 0,1-1-1 0 0,-1 0 1 0 0,0 0-1 0 0,0-2 1 0 0,0 1 0 0 0,0-1-1 0 0,0-1 1 0 0,-17-3-1 0 0,21 2 663 0 0,1 0 0 0 0,0 0 0 0 0,0 0 0 0 0,-1-1 0 0 0,2-1 0 0 0,-8-3 0 0 0,9 4 590 0 0,0-1-1 0 0,1 1 1 0 0,-1-1 0 0 0,1 0 0 0 0,0 0-1 0 0,0 0 1 0 0,1 0 0 0 0,-7-10 0 0 0,1-4-63 0 0,0 0 0 0 0,-8-26 1 0 0,8 19 761 0 0,8 23-787 0 0,-3-8 11047 0 0,2 4-9266 0 0,26 76-3391 0 0,-22-60-408 0 0,-1-9 1356 0 0,0 2 894 0 0,-1 1 0 0 0,1-1 0 0 0,-1 0-1 0 0,0 0 1 0 0,1 1 0 0 0,-1-1-1 0 0,-1 0 1 0 0,1 0 0 0 0,0 0-1 0 0,-2 5 1 0 0,1-5-1132 0 0,0 0-1 0 0,0 1 1 0 0,-1-1-1 0 0,1 0 1 0 0,-1 0 0 0 0,0 0-1 0 0,0 0 1 0 0,-3 3 0 0 0,3-3 494 0 0,-1-1 1 0 0,1 0-1 0 0,-1 0 1 0 0,1 0-1 0 0,-1 0 1 0 0,0 0-1 0 0,1-1 1 0 0,-4 2 0 0 0,0-1 499 0 0,0 0 0 0 0,0 0 0 0 0,0-1 1 0 0,0 0-1 0 0,0 0 0 0 0,0-1 0 0 0,0 0 0 0 0,0 0 1 0 0,-11-1-1 0 0,3-1 589 0 0,0-1-1 0 0,1 0 1 0 0,-1-1 0 0 0,-21-9-1 0 0,-11-12-5247 0 0,35 16 4546 0 0,1 0 1 0 0,0-1-1 0 0,0 0 0 0 0,1-1 0 0 0,0 0 0 0 0,1 0 0 0 0,0-1 0 0 0,-8-16 0 0 0,11 20 19 0 0,-1 0-1 0 0,0 1 1 0 0,0 0-1 0 0,-7-6 1 0 0,-18-21 11 0 0,30 32-8 0 0,0 2-19 0 0,-1-1 0 0 0,1 0 0 0 0,0 0-1 0 0,0 0 1 0 0,0 1 0 0 0,0-1 0 0 0,0 0-1 0 0,0 0 1 0 0,0 0 0 0 0,0-1-1 0 0,1 1 1 0 0,-1 0 0 0 0,-1-2 0 0 0,-6-8 1961 0 0,8 11-1690 0 0,-1 0 0 0 0,1 1-1 0 0,0-1 1 0 0,0 0 0 0 0,-1 0-1 0 0,1 1 1 0 0,0-1 0 0 0,0 0-1 0 0,-1 0 1 0 0,1 1 0 0 0,0-1-1 0 0,0 0 1 0 0,0 0 0 0 0,0 1-1 0 0,-1-1 1 0 0,1 0 0 0 0,0 1-1 0 0,0-1 1 0 0,0 0 0 0 0,0 1-1 0 0,0-1 1 0 0,0 0 0 0 0,0 1-1 0 0,0-1 1 0 0,0 0 0 0 0,0 1-1 0 0,0-1 1 0 0,0 0 0 0 0,0 1-1 0 0,0-1 1 0 0,0 0 0 0 0,0 1-1 0 0,1-1 1 0 0,-1 0 0 0 0,0 1-1 0 0,0-1 1 0 0,0 1 0 0 0,1 4-31 0 0,0 1 0 0 0,0-1 0 0 0,1 1 0 0 0,0-1 0 0 0,0 0 0 0 0,0 0 0 0 0,0 1 0 0 0,1-1 0 0 0,0-1 0 0 0,4 8 0 0 0,41 44-1445 0 0,-24-29 254 0 0,-7-7 692 0 0,8 13-6029 0 0,1 1 1032 0 0,-25-33 5300 0 0,13 22 207 0 0,-25 10 13354 0 0,-54 59-13645 0 0,64-90 58 0 0,0 0 1 0 0,-1 0-1 0 0,1 0 1 0 0,1 0-1 0 0,-1 0 1 0 0,0 0 0 0 0,0 0-1 0 0,1 1 1 0 0,-1-1-1 0 0,1 0 1 0 0,-1 5-1 0 0,1-6-49 0 0,0 1 0 0 0,0 0-1 0 0,0 0 1 0 0,0 0 0 0 0,-1 0-1 0 0,1 0 1 0 0,-1 0 0 0 0,0-1-1 0 0,1 1 1 0 0,-1 0 0 0 0,0 0-1 0 0,0-1 1 0 0,0 1 0 0 0,-2 1-1 0 0,-7 7-3524 0 0,-1-1 0 0 0,-22 15 0 0 0,-27 6 1281 0 0,33-20 4225 0 0,0-2 0 0 0,-47 9 0 0 0,72-16-1672 0 0,0-1 0 0 0,0 0 1 0 0,0 1-1 0 0,0-1 0 0 0,1 0 0 0 0,-1 0 0 0 0,0 0 0 0 0,0 0 1 0 0,0 0-1 0 0,0 0 0 0 0,0-1 0 0 0,1 1 0 0 0,-1 0 0 0 0,0-1 1 0 0,0 0-1 0 0,0 1 0 0 0,1-1 0 0 0,-1 0 0 0 0,0 0 0 0 0,1 0 1 0 0,-1 0-1 0 0,1 0 0 0 0,-1 0 0 0 0,1-1 0 0 0,0 1 1 0 0,-1 0-1 0 0,1-1 0 0 0,-2-2 0 0 0,2 2-340 0 0,1 0 0 0 0,-1 0 0 0 0,0 0 0 0 0,1 0 0 0 0,0-1 0 0 0,0 1-1 0 0,-1 0 1 0 0,1 0 0 0 0,0 0 0 0 0,1 0 0 0 0,-1 0 0 0 0,0 0 0 0 0,0 0 0 0 0,1 0 0 0 0,0-1 0 0 0,-1 1 0 0 0,1 1 0 0 0,0-1-1 0 0,0 0 1 0 0,0 0 0 0 0,0 0 0 0 0,2-3 0 0 0,8-15-5225 0 0,-6 9-1367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18:44.67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11 1 1694 0 0,'0'0'7165'0'0,"-10"15"-5397"0"0,11-13-1375 0 0,6 11 14798 0 0,-7-13-15312 0 0,0 0 74 0 0,1 0 1 0 0,-1 0-1 0 0,0 0 0 0 0,1 0 1 0 0,-1 1-1 0 0,0-1 0 0 0,1 0 1 0 0,-1 0-1 0 0,0 0 1 0 0,1 0-1 0 0,-1 0 0 0 0,0 1 1 0 0,0-1-1 0 0,1 0 0 0 0,-1 0 1 0 0,0 1-1 0 0,0-1 0 0 0,1 0 1 0 0,-1 0-1 0 0,0 1 1 0 0,0-1-1 0 0,0 0 0 0 0,1 1 1 0 0,-1-1-1 0 0,0 0 0 0 0,0 1 1 0 0,0-1-1 0 0,0 0 0 0 0,0 1 1 0 0,4 4-1912 0 0,4-9 4163 0 0,0-3-3625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18:44.99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13 0 1294 0 0,'-1'1'14333'0'0,"-6"4"-6908"0"0,7-4-7267 0 0,-1-1 0 0 0,1 1 0 0 0,-1 0 0 0 0,1 0 0 0 0,0 0 1 0 0,-1 0-1 0 0,1-1 0 0 0,-1 1 0 0 0,1 0 0 0 0,0 0 0 0 0,0 0 0 0 0,0 0 0 0 0,0 0 0 0 0,0 0 0 0 0,0 0 0 0 0,0 0 0 0 0,0 0 0 0 0,0 0 1 0 0,0 0-1 0 0,0-1 0 0 0,0 1 0 0 0,1 0 0 0 0,-1 0 0 0 0,1 1 0 0 0,4 11-948 0 0,-4-9 787 0 0,1-1 1 0 0,-1 1-1 0 0,1 0 0 0 0,-1-1 1 0 0,1 1-1 0 0,0-1 1 0 0,1 1-1 0 0,2 3 1 0 0,1 1-42 0 0,-5-7-187 0 0,-6 8 529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18:45.71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89 1007 0 0,'1'-3'12861'0'0,"1"-3"-7447"0"0,7-13 753 0 0,-7 16-6103 0 0,0 0 0 0 0,0 0 0 0 0,0 1 0 0 0,0-1-1 0 0,1 1 1 0 0,-1-1 0 0 0,1 1 0 0 0,0 0-1 0 0,0 0 1 0 0,0 0 0 0 0,5-3 0 0 0,6-4-162 0 0,-13 9 101 0 0,0-1 0 0 0,0 1 0 0 0,0 0 0 0 0,0 0 0 0 0,0 0 0 0 0,0 0 0 0 0,0 0 0 0 0,0 0 0 0 0,-1 0 0 0 0,1 0 0 0 0,0 0 0 0 0,0 0 0 0 0,0 1 0 0 0,0-1 0 0 0,0 0 0 0 0,0 1 0 0 0,0-1 0 0 0,0 0 0 0 0,-1 1 0 0 0,1-1 0 0 0,0 1 0 0 0,0-1 0 0 0,-1 1 0 0 0,1 0 0 0 0,0-1 0 0 0,0 1 0 0 0,-1 0 0 0 0,1-1 0 0 0,-1 1 0 0 0,1 1 0 0 0,9 5-94 0 0,-7 0 128 0 0,0-2 2 0 0,-11-16-20 0 0,5 7-20 0 0,0 0 1 0 0,1 1-1 0 0,0-1 1 0 0,0 0-1 0 0,0-1 0 0 0,-2-7 1 0 0,3 10-26 0 0,-9 16-8115 0 0,-3 6 16312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18:46.75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13 4 665 0 0,'-10'-3'20100'0'0,"10"3"-19804"0"0,-2 12 6345 0 0,4 6-8147 0 0,-1-16 1508 0 0,-2-5-24 0 0,0 1 19 0 0,1-1 0 0 0,-1 1 0 0 0,1 0 0 0 0,0-1 0 0 0,0 1 0 0 0,0-1 0 0 0,0-3 0 0 0,0 6 3 0 0,0 0-1 0 0,0 0 1 0 0,0-1-1 0 0,1 1 0 0 0,-1 0 1 0 0,0 0-1 0 0,0-1 1 0 0,0 1-1 0 0,0 0 1 0 0,1 0-1 0 0,-1 0 1 0 0,0-1-1 0 0,0 1 1 0 0,0 0-1 0 0,1 0 0 0 0,-1 0 1 0 0,0 0-1 0 0,0 0 1 0 0,1-1-1 0 0,-1 1 1 0 0,0 0-1 0 0,0 0 1 0 0,1 0-1 0 0,-1 0 0 0 0,0 0 1 0 0,1 0-1 0 0,-1 0 1 0 0,0 0-1 0 0,0 0 1 0 0,1 0-1 0 0,-1 0 1 0 0,0 0-1 0 0,0 0 0 0 0,1 0 1 0 0,-1 0-1 0 0,0 0 1 0 0,1 0-1 0 0,-1 0 1 0 0,0 1-1 0 0,0-1 1 0 0,1 0-1 0 0,-1 0 0 0 0,0 0 1 0 0,0 0-1 0 0,1 1 1 0 0,8 12-36 0 0,-7-10 122 0 0,-2-3-53 0 0,0 0-1 0 0,0 0 1 0 0,0 0-1 0 0,-1 0 0 0 0,1 0 1 0 0,0 0-1 0 0,0 1 1 0 0,0-1-1 0 0,0 0 1 0 0,0 0-1 0 0,0 0 1 0 0,0 0-1 0 0,0 0 1 0 0,0 0-1 0 0,0 0 1 0 0,-1 0-1 0 0,1 0 1 0 0,0 0-1 0 0,0 0 0 0 0,0 0 1 0 0,0 0-1 0 0,-5-6-2008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18:55.29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114 5 1412 0 0,'-2'-1'14330'0'0,"-5"-3"-6985"0"0,7 4-7266 0 0,-1 0 1 0 0,1 0-1 0 0,0 0 1 0 0,0 0-1 0 0,-1 0 0 0 0,1 0 1 0 0,0 0-1 0 0,0 0 1 0 0,-1 0-1 0 0,1 0 1 0 0,0 0-1 0 0,0 0 1 0 0,-1 0-1 0 0,1 0 1 0 0,0 0-1 0 0,0 0 0 0 0,-1 1 1 0 0,1-1-1 0 0,0 0 1 0 0,0 0-1 0 0,-1 0 1 0 0,1 0-1 0 0,0 0 1 0 0,0 0-1 0 0,0 1 0 0 0,-1-1 1 0 0,1 0-1 0 0,0 0 1 0 0,0 0-1 0 0,0 1 1 0 0,0-1-1 0 0,0 0 1 0 0,-1 0-1 0 0,1 0 1 0 0,0 1-1 0 0,0-1 0 0 0,0 0 1 0 0,0 0-1 0 0,0 1 1 0 0,0-1-1 0 0,0 0 1 0 0,0 0-1 0 0,0 1 1 0 0,0-1-1 0 0,0 0 1 0 0,0 0-1 0 0,0 1 0 0 0,-2 17-514 0 0,2-14 184 0 0,-48 278 141 0 0,29-102-6692 0 0,13-105 7402 0 0,-3-2 5524 0 0,8-37-5940 0 0,1-36-192 0 0,0 0 1 0 0,0 1-1 0 0,0-1 1 0 0,0 0 0 0 0,0 0-1 0 0,0 0 1 0 0,0 0-1 0 0,0 1 1 0 0,0-1 0 0 0,0 0-1 0 0,0 0 1 0 0,-1 0-1 0 0,1 1 1 0 0,0-1-1 0 0,0 0 1 0 0,0 0 0 0 0,0 0-1 0 0,0 0 1 0 0,0 0-1 0 0,0 1 1 0 0,-1-1 0 0 0,1 0-1 0 0,0 0 1 0 0,0 0-1 0 0,0 0 1 0 0,0 0 0 0 0,-1 0-1 0 0,1 0 1 0 0,0 1-1 0 0,0-1 1 0 0,0 0 0 0 0,0 0-1 0 0,-1 0 1 0 0,1 0-1 0 0,0 0 1 0 0,0 0 0 0 0,0 0-1 0 0,-1 0 1 0 0,1 0-1 0 0,0 0 1 0 0,0 0-1 0 0,0 0 1 0 0,-1 0 0 0 0,1 0-1 0 0,0 0 1 0 0,0-1-1 0 0,0 1 1 0 0,0 0 0 0 0,-1 0-1 0 0,1 0 1 0 0,0 0-1 0 0,0 0 1 0 0,-1 0 0 0 0,-2-13-1337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18:55.97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468 196 809 0 0,'0'0'2100'0'0,"-9"-3"1077"0"0,-4 1 9123 0 0,-23 6-4472 0 0,21-3-7828 0 0,4-3 0 0 0,-1-5 0 0 0,9 6 0 0 0,1-1 0 0 0,0 0 0 0 0,-1 0 0 0 0,1 0 0 0 0,0-1 0 0 0,0 1 0 0 0,0 0 0 0 0,0-1 0 0 0,1 1 0 0 0,-1-1 0 0 0,0 0 0 0 0,1 1 0 0 0,0-1 0 0 0,0 0 0 0 0,0 0 0 0 0,0 0 0 0 0,0 0 0 0 0,0-4 0 0 0,1 1 0 0 0,1-1 0 0 0,0 1 0 0 0,0 0 0 0 0,0 0 0 0 0,1-1 0 0 0,0 1 0 0 0,0 0 0 0 0,0 0 0 0 0,1 0 0 0 0,0 1 0 0 0,0-1 0 0 0,1 1 0 0 0,-1 0 0 0 0,1-1 0 0 0,6-4 0 0 0,-9 8 0 0 0,42-32-4 0 0,-42 34 0 0 0,0 0 4 0 0,1 0 0 0 0,-1 1 1 0 0,0-1-1 0 0,1 1 0 0 0,-1-1 0 0 0,0 1 1 0 0,1-1-1 0 0,-1 1 0 0 0,0 0 0 0 0,0 0 1 0 0,0 0-1 0 0,0 0 0 0 0,0 0 1 0 0,0 0-1 0 0,0 0 0 0 0,0 0 0 0 0,0 0 1 0 0,0 0-1 0 0,0 0 0 0 0,-1 1 0 0 0,1-1 1 0 0,0 0-1 0 0,-1 1 0 0 0,1-1 1 0 0,-1 0-1 0 0,0 1 0 0 0,1-1 0 0 0,-1 3 1 0 0,7 52-3045 0 0,-6-43 1510 0 0,-1 1-1 0 0,-1 0 1 0 0,0-1 0 0 0,-4 22 0 0 0,2-22 869 0 0,-1 0 1 0 0,0-1-1 0 0,-1 0 1 0 0,-8 17-1 0 0,4-14 745 0 0,-1 1-1 0 0,-1-1 1 0 0,0-1-1 0 0,-1 0 1 0 0,0-1 0 0 0,-1 0-1 0 0,-18 14 1 0 0,-1-4-110 0 0,0-1-1 0 0,-2-1 1 0 0,-48 22 0 0 0,-40 9-9812 0 0,108-46 7000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19:01.501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632 1 1348 0 0,'1'1'15121'0'0,"5"5"-8283"0"0,20 12-3692 0 0,10-4-2973 0 0,-15-7-585 0 0,-5 0 412 0 0,10 3 0 0 0,0 1 0 0 0,-1 1 0 0 0,0 2 0 0 0,34 23 0 0 0,-57-35-1 0 0,3 2-4 0 0,1 0-1 0 0,-1 0 1 0 0,0 1-1 0 0,-1 0 0 0 0,1 0 1 0 0,5 8-1 0 0,-9-11 8 0 0,-1-2-2 0 0,1 0 0 0 0,0 0 1 0 0,-1 0-1 0 0,1 1 1 0 0,-1-1-1 0 0,1 0 1 0 0,-1 1-1 0 0,1-1 1 0 0,-1 0-1 0 0,0 1 0 0 0,1-1 1 0 0,-1 1-1 0 0,1-1 1 0 0,-1 0-1 0 0,0 1 1 0 0,1-1-1 0 0,-1 1 1 0 0,0-1-1 0 0,0 1 0 0 0,1 0 1 0 0,-1-1-1 0 0,0 1 1 0 0,0-1-1 0 0,0 1 1 0 0,0-1-1 0 0,0 1 0 0 0,1-1 1 0 0,-1 1-1 0 0,0 0 1 0 0,0-1-1 0 0,-1 1 1 0 0,1-1-1 0 0,0 1 1 0 0,0 0-1 0 0,0-1 0 0 0,0 1 1 0 0,0-1-1 0 0,-1 1 1 0 0,1-1-1 0 0,0 1 1 0 0,0-1-1 0 0,-1 1 0 0 0,1-1 1 0 0,-1 2-1 0 0,0 0 2 0 0,0 0 0 0 0,0 1 0 0 0,0-1 0 0 0,0 1-1 0 0,0-1 1 0 0,-1 0 0 0 0,1 0 0 0 0,-1 0 0 0 0,-3 4 0 0 0,-16 5-1398 0 0,0-1 1 0 0,-1 0 0 0 0,0-2 0 0 0,-44 12 0 0 0,49-17 449 0 0,0 0 0 0 0,0 0 0 0 0,-1-2 0 0 0,1 0 1 0 0,-1-1-1 0 0,1-1 0 0 0,-24-4 0 0 0,39 5 834 0 0,0 0-1 0 0,-1-1 0 0 0,1 0 1 0 0,0 1-1 0 0,0-1 1 0 0,0 0-1 0 0,-1 0 0 0 0,1 0 1 0 0,0 0-1 0 0,0-1 0 0 0,0 1 1 0 0,1 0-1 0 0,-1-1 1 0 0,0 0-1 0 0,0 1 0 0 0,1-1 1 0 0,-1 0-1 0 0,1 0 1 0 0,0 0-1 0 0,-2-2 0 0 0,2 1 146 0 0,0-1-1 0 0,0 1 0 0 0,0 0 0 0 0,0 0 0 0 0,1-1 0 0 0,0 1 1 0 0,-1 0-1 0 0,1-1 0 0 0,0 1 0 0 0,1-1 0 0 0,-1 1 1 0 0,2-6-1 0 0,0 0-63 0 0,1 0 0 0 0,0 1 0 0 0,1 0 0 0 0,-1-1 0 0 0,2 1 0 0 0,-1 0 0 0 0,1 1 0 0 0,0-1 1 0 0,10-10-1 0 0,-6 9 19 0 0,0 1 0 0 0,0 1 0 0 0,0-1 0 0 0,1 1 0 0 0,0 1 0 0 0,1 0 0 0 0,-1 1 0 0 0,1-1 0 0 0,0 2 0 0 0,22-7 0 0 0,-31 11 17 0 0,24 5-51 0 0,-24-4 36 0 0,0 0 0 0 0,-1 0 0 0 0,1 1 0 0 0,-1-1 0 0 0,0 1 0 0 0,1 0 0 0 0,-1-1 0 0 0,0 1 0 0 0,0 0 0 0 0,0 0 0 0 0,0-1 0 0 0,0 1 0 0 0,-1 0 0 0 0,1 0 0 0 0,0 0 0 0 0,-1 0 0 0 0,0 0 0 0 0,1 0 0 0 0,-1 0 0 0 0,0 0 0 0 0,0 0 0 0 0,0 3 0 0 0,-1-1 451 0 0,0 0-1 0 0,0 1 1 0 0,-1-1 0 0 0,1 0 0 0 0,-1 0 0 0 0,0-1-1 0 0,0 1 1 0 0,0 0 0 0 0,-1-1 0 0 0,-3 5 0 0 0,-3 3 727 0 0,-1-1 1 0 0,0 0 0 0 0,-12 9-1 0 0,-9 5-3203 0 0,-29 11-3927 0 0,-9-6 4837 0 0,58-25 1159 0 0,0-1 0 0 0,0 0 0 0 0,0-1 1 0 0,0 0-1 0 0,-1-1 0 0 0,1 0 0 0 0,-1-1 1 0 0,1 0-1 0 0,-1-1 0 0 0,-16-3 0 0 0,24 3-34 0 0,0-1-1 0 0,-1 0 1 0 0,1 0-1 0 0,0 0 1 0 0,0-1 0 0 0,1 1-1 0 0,-1-1 1 0 0,0 0-1 0 0,1 0 1 0 0,0 0-1 0 0,-1-1 1 0 0,1 1-1 0 0,-2-5 1 0 0,4 7 37 0 0,1 0 48 0 0,0 1 0 0 0,0-1 0 0 0,0 0-1 0 0,0 1 1 0 0,0-1 0 0 0,0 1 0 0 0,0-1 0 0 0,0 0 0 0 0,0 1-1 0 0,0-1 1 0 0,0 1 0 0 0,0-1 0 0 0,0 0 0 0 0,-1 1 0 0 0,1-1-1 0 0,0 1 1 0 0,0-1 0 0 0,-1 1 0 0 0,1-1 0 0 0,0 1 0 0 0,-1-1-1 0 0,1 1 1 0 0,0-1 0 0 0,-1 1 0 0 0,0-1 0 0 0,-11 7 8729 0 0,-2 14-821 0 0,8-10-10656 0 0,-13 28 338 0 0,-2-2 1 0 0,-2 0-1 0 0,-1-1 0 0 0,-2-2 0 0 0,-54 57 0 0 0,47-59 2132 0 0,-40 29 0 0 0,63-54 182 0 0,7-4-1065 0 0,0-1-1 0 0,0 1 1 0 0,0 0 0 0 0,1-1-1 0 0,-1 1 1 0 0,1 0-1 0 0,0 1 1 0 0,-3 2 0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19:02.03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365 1 802 0 0,'0'0'1859'0'0,"-15"14"12895"0"0,-6 7-13096 0 0,1 0-1 0 0,-22 31 1 0 0,20-24 255 0 0,-27 27 0 0 0,-25 11-1911 0 0,-15 16-54 0 0,74-70-89 0 0,8-9-6320 0 0,-4-3 13113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19:02.741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484 174 1148 0 0,'0'0'1764'0'0,"-28"9"17869"0"0,19-5-16966 0 0,5-2-2600 0 0,0 0 0 0 0,0 0-1 0 0,0-1 1 0 0,-1 1 0 0 0,1-1-1 0 0,0 0 1 0 0,-1 0 0 0 0,1 0-1 0 0,-1-1 1 0 0,1 1 0 0 0,-1-1-1 0 0,1 0 1 0 0,-1-1 0 0 0,-5 0-1 0 0,-6-5-68 0 0,15 5-8 0 0,-1 0 10 0 0,1 1 0 0 0,-1-1 1 0 0,1 0-1 0 0,0 0 1 0 0,-1 0-1 0 0,1 0 1 0 0,0 0-1 0 0,0 0 0 0 0,-1 0 1 0 0,1 0-1 0 0,0 0 1 0 0,0-1-1 0 0,0 1 1 0 0,1 0-1 0 0,-1-1 0 0 0,0 1 1 0 0,0 0-1 0 0,1-1 1 0 0,-1 1-1 0 0,1-1 1 0 0,-1-1-1 0 0,-9-30-5 0 0,10 28-770 0 0,0 1 1 0 0,0 0-1 0 0,0 0 1 0 0,1 0-1 0 0,-1 0 1 0 0,1 0-1 0 0,0 0 1 0 0,0 0-1 0 0,1 0 1 0 0,2-6-1 0 0,6-10-6320 0 0,-8 16 4007 0 0,24-38 2342 0 0,-25 41 832 0 0,1-1-71 0 0,0 1-1 0 0,0 0 0 0 0,0-1 1 0 0,0 1-1 0 0,0 0 0 0 0,1 0 1 0 0,-1 0-1 0 0,0 0 0 0 0,0 1 1 0 0,1-1-1 0 0,-1 1 0 0 0,0-1 1 0 0,1 1-1 0 0,-1 0 0 0 0,1 0 1 0 0,-1 0-1 0 0,5 1 0 0 0,-4 0 439 0 0,0 0 0 0 0,-1 1 0 0 0,1 0 1 0 0,0-1-1 0 0,-1 1 0 0 0,1 0 0 0 0,-1 0 0 0 0,1 1 0 0 0,-1-1 0 0 0,0 0 0 0 0,0 1 0 0 0,0 0 0 0 0,0-1 0 0 0,-1 1 0 0 0,1 0 1 0 0,-1 0-1 0 0,2 5 0 0 0,-2-6-302 0 0,0 28-2646 0 0,-3-19 2362 0 0,-1 0 0 0 0,0 0 0 0 0,0 0 0 0 0,-1-1 0 0 0,0 1 0 0 0,-1-1 0 0 0,0 0 1 0 0,-1 0-1 0 0,0-1 0 0 0,-13 17 0 0 0,-6 2-334 0 0,-52 47 1 0 0,56-58 507 0 0,0-2 0 0 0,0 0 0 0 0,-35 17 0 0 0,-75 29-1316 0 0,123-57 1136 0 0,-24 8-2384 0 0,21-11 747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19:03.22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472 1 1191 0 0,'0'0'3965'0'0,"-9"2"74"0"0,-5 3 9586 0 0,-6 14-9985 0 0,-6 18-3371 0 0,10-13-784 0 0,-4 2-1367 0 0,-2 0 0 0 0,-2-2 0 0 0,-45 39 0 0 0,-89 51-7155 0 0,137-99 8809 0 0,-31 25-2115 0 0,51-39 1863 0 0,-6 3-1418 0 0,-6 5 6087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19:03.98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1 1223 0 0,'0'0'6192'0'0,"5"20"12605"0"0,1-18-20173 0 0,5 0 1976 0 0,-5 0-3285 0 0,2 2 6148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19:13.795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66 0 532 0 0,'-1'3'8688'0'0,"-6"11"6208"0"0,5-9-12836 0 0,-5 17-2052 0 0,2 1 0 0 0,0 0-1 0 0,-2 45 1 0 0,2-18-1 0 0,-3 69-22 0 0,8-117 3 0 0,-1 36-259 0 0,2-37 202 0 0,-1-1 0 0 0,0 1 0 0 0,0-1 0 0 0,0 0 1 0 0,0 1-1 0 0,1-1 0 0 0,-1 1 0 0 0,0-1 0 0 0,0 0 0 0 0,0 1 0 0 0,0-1 0 0 0,0 1 0 0 0,0-1 0 0 0,0 0 0 0 0,0 1 0 0 0,0-1 0 0 0,-1 1 1 0 0,1-1-1 0 0,0 0 0 0 0,0 1 0 0 0,0-1 0 0 0,0 1 0 0 0,0-1 0 0 0,-1 0 0 0 0,1 1 0 0 0,0-1 0 0 0,0 0 0 0 0,-1 1 0 0 0,1-1 1 0 0,0 0-1 0 0,-1 1 0 0 0,1-1 0 0 0,0 0 0 0 0,-1 0 0 0 0,1 1 0 0 0,0-1 0 0 0,-1 0 0 0 0,1 0 0 0 0,0 0 0 0 0,-1 0 0 0 0,1 1 1 0 0,-1-1-1 0 0,1 0 0 0 0,0 0 0 0 0,-2 0 0 0 0,-7 3 3537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19:14.78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553 0 749 0 0,'0'0'2994'0'0,"-3"12"1105"0"0,-4 6 11607 0 0,-4-10-13040 0 0,0 1-2668 0 0,-1-1 1 0 0,0 0 0 0 0,-22 10 0 0 0,-75 25 279 0 0,30-21-3414 0 0,13-11-2936 0 0,1-7-4182 0 0,54-4 8669 0 0,-6 0 5541 0 0,-8 0 3532 0 0,23 0-7185 0 0,-31 4 8724 0 0,31-4-9048 0 0,0 1 0 0 0,0 0 0 0 0,0 0 0 0 0,0 0 0 0 0,0 0 0 0 0,0 0 0 0 0,1 0 0 0 0,-1 0 0 0 0,0 1 0 0 0,1-1 0 0 0,-1 0 0 0 0,1 1 0 0 0,0 0 0 0 0,-1-1 0 0 0,1 1 0 0 0,0 0 0 0 0,0-1 0 0 0,0 1 0 0 0,0 0 0 0 0,-1 2 1 0 0,1 2-34 0 0,-1 0 1 0 0,1 1 0 0 0,0-1-1 0 0,0 0 1 0 0,1 12 0 0 0,0-6-788 0 0,-1 0 1 0 0,0 0-1 0 0,-1 0 1 0 0,-4 15-1 0 0,0-9 153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19:16.701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730 335 1286 0 0,'1'-6'-494'0'0,"1"-2"3961"0"0,-8 10 2497 0 0,5-2-5633 0 0,1 0 0 0 0,-1 0 1 0 0,1 0-1 0 0,-1 0 1 0 0,1 0-1 0 0,-1 1 0 0 0,1-1 1 0 0,0 0-1 0 0,-1 0 0 0 0,1 1 1 0 0,-1-1-1 0 0,1 0 1 0 0,0 1-1 0 0,-1-1 0 0 0,1 0 1 0 0,0 1-1 0 0,-1-1 0 0 0,1 1 1 0 0,0-1-1 0 0,0 0 1 0 0,-1 1-1 0 0,1-1 0 0 0,0 1 1 0 0,0-1-1 0 0,0 1 0 0 0,0-1 1 0 0,-1 1-1 0 0,1-1 1 0 0,0 1-1 0 0,0-1 0 0 0,0 1 1 0 0,0-1-1 0 0,0 1 0 0 0,0-1 1 0 0,0 1-1 0 0,0-1 0 0 0,1 1 1 0 0,-1-1-1 0 0,0 1 1 0 0,0 0-1 0 0,3 16 2074 0 0,4 26-2405 0 0,2 2 0 0 0,5 5 0 0 0,-4-15 0 0 0,-10-35 0 0 0,0 0 0 0 0,-1 0 0 0 0,1-1 0 0 0,0 1 0 0 0,0 0 0 0 0,0 0 0 0 0,-1 0 0 0 0,1 0 0 0 0,0 0 0 0 0,0 0 0 0 0,-1-1 0 0 0,1 1 0 0 0,0 0-1 0 0,0 0 1 0 0,-1 0 0 0 0,1 0 0 0 0,0 0 0 0 0,-1 0 0 0 0,1 0 0 0 0,0 0 0 0 0,0 0 0 0 0,-1 0 0 0 0,1 0 0 0 0,0 0 0 0 0,0 0 0 0 0,-1 1 0 0 0,1-1 0 0 0,0 0 0 0 0,0 0 0 0 0,-1 0 0 0 0,1 0 0 0 0,0 0 0 0 0,0 1 0 0 0,-1-1 0 0 0,1 0 0 0 0,0 0 0 0 0,0 0 0 0 0,0 0 0 0 0,0 1 0 0 0,-1-1 0 0 0,1 0 0 0 0,0 0 0 0 0,0 1 0 0 0,0-1 0 0 0,0 0 0 0 0,0 0 0 0 0,0 1 0 0 0,-1-1 0 0 0,1 0 0 0 0,0 0 0 0 0,0 1 0 0 0,0-1 0 0 0,0 0 0 0 0,0 0 0 0 0,0 1 0 0 0,0-1 0 0 0,0 0 0 0 0,0 1 0 0 0,0-1 0 0 0,1 0 0 0 0,-1 0 0 0 0,0 1 0 0 0,0-1 0 0 0,0 0 0 0 0,0 0 0 0 0,0 1 0 0 0,1-1 0 0 0,-14-2 0 0 0,3 0-1 0 0,4 0 0 0 0,0 1 0 0 0,0 0 1 0 0,1 0-1 0 0,-1 1 0 0 0,-12 0 1 0 0,-28 5-1 0 0,44-5-1 0 0,-24 17 6 0 0,4 12-287 0 0,6 7-3531 0 0,-5 37-7801 0 0,21-72 11421 0 0,-8 41 277 0 0,-4 44-1 0 0,12-84-40 0 0,-1 21 1652 0 0,1-9 9731 0 0,1-5-8844 0 0,0-7-2586 0 0,-22-46 14 0 0,-3-8-2782 0 0,2 0 1 0 0,3-1-1 0 0,2 0 1 0 0,-17-96 0 0 0,30 103 2900 0 0,-4-17 4129 0 0,8 61-3990 0 0,1-22-2909 0 0,17 29 10667 0 0,-1 0-4051 0 0,-13-3-4076 0 0,1 0-1 0 0,0 1 1 0 0,-1 0 0 0 0,0-1 0 0 0,1 1-1 0 0,-1 1 1 0 0,0-1 0 0 0,-1 0 0 0 0,1 1 0 0 0,0 0-1 0 0,-1 0 1 0 0,0 0 0 0 0,0 0 0 0 0,0 1 0 0 0,-1-1-1 0 0,3 6 1 0 0,-4-8-186 0 0,6 26 1247 0 0,-9-6-197 0 0,2-20-619 0 0,0 1 80 0 0,-9 22-9780 0 0,6-20 8646 0 0,1-2 514 0 0,-1 1 1 0 0,1-1 0 0 0,-1 1-1 0 0,0-1 1 0 0,-1 0 0 0 0,1 0-1 0 0,0 0 1 0 0,-7 3-1 0 0,2-1 1596 0 0,-1-1-1 0 0,0 0 1 0 0,0-1-1 0 0,-12 4 1 0 0,15-6-877 0 0,-22 8 5050 0 0,-21 6-2851 0 0,-2-4-5501 0 0,40-10 1541 0 0,-1 0 1 0 0,1 0-1 0 0,0-1 0 0 0,-1 0 1 0 0,1-1-1 0 0,0 0 1 0 0,-20-6-1 0 0,29 7 1463 0 0,-24-14 201 0 0,24 11 171 0 0,-1-1 0 0 0,1 1 0 0 0,0-1 0 0 0,1 0 0 0 0,-1 1 0 0 0,1-1-1 0 0,-1 0 1 0 0,1 0 0 0 0,0 0 0 0 0,0 0 0 0 0,0-6 0 0 0,-2-57 8665 0 0,0 13-9045 0 0,-14-38-4996 0 0,4 32-429 0 0,7 17 3537 0 0,3 22 1910 0 0,0-1 0 0 0,-2 2 1 0 0,-13-41-1 0 0,10 46-61 0 0,6 13 247 0 0,1-1-1 0 0,0 1 1 0 0,0 0 0 0 0,0-1 0 0 0,0 1 0 0 0,0-1 0 0 0,0 1 0 0 0,0-1 0 0 0,1 0 0 0 0,0 1 0 0 0,-1-4 0 0 0,1 3 353 0 0,-3-7-123 0 0,1 2-3262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19:17.602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1 721 0 0,'16'12'23184'0'0,"-15"-10"-20296"0"0,-1 3-3419 0 0,0 9 481 0 0,0-12 44 0 0,-7 14 14 0 0,7-14-10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19:18.715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406 1 636 0 0,'0'0'3675'0'0,"-9"3"308"0"0,-1-1 1499 0 0,9-2-5083 0 0,1 0 0 0 0,-1 0-1 0 0,1 0 1 0 0,-1 0 0 0 0,1 1 0 0 0,-1-1 0 0 0,1 0 0 0 0,-1 0-1 0 0,1 0 1 0 0,0 0 0 0 0,-1 1 0 0 0,1-1 0 0 0,-1 0-1 0 0,1 0 1 0 0,0 1 0 0 0,-1-1 0 0 0,1 0 0 0 0,0 1 0 0 0,-1-1-1 0 0,1 0 1 0 0,0 1 0 0 0,-1-1 0 0 0,1 1 0 0 0,0-1 0 0 0,0 0-1 0 0,0 1 1 0 0,-1-1 0 0 0,1 1 0 0 0,0 0 0 0 0,-3 4 74 0 0,-6 13-466 0 0,0 0 1 0 0,-6 22-1 0 0,13-33-29 0 0,-1 1-1 0 0,0 0 0 0 0,-1-1 0 0 0,-6 12 0 0 0,4-11-566 0 0,-5 5-358 0 0,7-1-2756 0 0,2-7 3002 0 0,1-1 0 0 0,-1 0 0 0 0,0 1 0 0 0,0-1 0 0 0,0 0 0 0 0,0 0 0 0 0,-1 0 0 0 0,-3 4 0 0 0,0-2 308 0 0,0 0-1 0 0,0-1 1 0 0,0 1-1 0 0,-8 4 1 0 0,-7 3 586 0 0,0-1 0 0 0,-27 10 0 0 0,25-12-773 0 0,2 0 246 0 0,-41 18 872 0 0,57-26-1274 0 0,-1-1-1 0 0,0 1 1 0 0,1-1-1 0 0,-1 0 1 0 0,-7 0-1 0 0,15-35-5616 0 0,0 24 4321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19:19.88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15 15 677 0 0,'0'-2'13136'0'0,"-2"-6"-4433"0"0,-3 3-4081 0 0,0 23-5546 0 0,4-10 924 0 0,1-1 0 0 0,-1 0 0 0 0,1 0 0 0 0,0 0 0 0 0,1 0 0 0 0,2 12 0 0 0,-1-1 0 0 0,11 70 0 0 0,8 63 0 0 0,-15-124 0 0 0,-5-13-1314 0 0,0-1 1 0 0,-1 26-1 0 0,-2 18 2227 0 0,0-29 1886 0 0,0 9-2287 0 0,5-29-1870 0 0,3-12-1301 0 0,-4 1 3348 0 0,7-8 2203 0 0,-4 7-5056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19:40.08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238 3 868 0 0,'2'-3'4047'0'0,"-13"7"4656"0"0,-9 4 1276 0 0,10-3-7362 0 0,-153 98-2633 0 0,161-102-64 0 0,-11 6 11 0 0,7-3-3255 0 0,-1 4 6088 0 0,-1 3-2039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19:30.92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741 1 867 0 0,'-6'6'22059'0'0,"-1"2"-19258"0"0,4-4-1520 0 0,-3 13-2075 0 0,2-8 738 0 0,1 0 1 0 0,0-1 0 0 0,1 1 0 0 0,0 0 0 0 0,0 1-1 0 0,1-1 1 0 0,0 0 0 0 0,0 0 0 0 0,2 11-1 0 0,3 4-5426 0 0,4-5 7935 0 0,-6-14-975 0 0,-1-3-1456 0 0,9 11-4542 0 0,-3-4 9939 0 0,-7-9-5381 0 0,1 1 1 0 0,-1-1-1 0 0,1 0 1 0 0,-1 0 0 0 0,1 1-1 0 0,0-1 1 0 0,-1 0 0 0 0,1 0-1 0 0,-1 0 1 0 0,1 0 0 0 0,-1 1-1 0 0,1-1 1 0 0,-1 0 0 0 0,1 0-1 0 0,0 0 1 0 0,-1 0-1 0 0,1 0 1 0 0,-1 0 0 0 0,1-1-1 0 0,-1 1 1 0 0,1 0 0 0 0,0 0-1 0 0,-1 0 1 0 0,1 0 0 0 0,-1-1-1 0 0,1 1 1 0 0,-1 0 0 0 0,1-1-1 0 0,-1 1 1 0 0,1 0-1 0 0,-1-1 1 0 0,0 1 0 0 0,1 0-1 0 0,-1-1 1 0 0,1 1 0 0 0,-1-1-1 0 0,1 0 1 0 0,8-13-291 0 0,-10 15 219 0 0,22-44 33 0 0,-18 38 0 0 0,-1 0 0 0 0,1 0 0 0 0,-1 0 0 0 0,0 0 0 0 0,0 0 0 0 0,-1 0 0 0 0,1 0 0 0 0,-1-1 0 0 0,0-6 0 0 0,0 4 0 0 0,-2-3 0 0 0,-4-1-1 0 0,5 10-4 0 0,-27-28-6 0 0,-1 6 25 0 0,20 31-17 0 0,1-1-321 0 0,0 1-1 0 0,1 0 1 0 0,0 0 0 0 0,-7 10-1 0 0,8-10-311 0 0,5-6 650 0 0,-8 24 1228 0 0,4-18-3626 0 0,-1 0 0 0 0,0 0-1 0 0,0 0 1 0 0,-1-1 0 0 0,-11 11 0 0 0,-3-2 2428 0 0,-1-1 0 0 0,0-1-1 0 0,-45 19 1 0 0,4-1 495 0 0,60-31-464 0 0,-23 12 163 0 0,-11 5-172 0 0,37-16 358 0 0,-1 0 0 0 0,0 0 1 0 0,0 0-1 0 0,0-1 0 0 0,1 1 1 0 0,-1 0-1 0 0,1 0 0 0 0,-1-1 0 0 0,0 1 1 0 0,1 0-1 0 0,-1-1 0 0 0,1 1 1 0 0,-1 0-1 0 0,1-1 0 0 0,0 1 0 0 0,-1-1 1 0 0,1 1-1 0 0,0-1 0 0 0,-1 1 1 0 0,1-1-1 0 0,0 0 0 0 0,-1 1 0 0 0,3-1 1 0 0,9 5 5052 0 0,-5-3-5180 0 0,-4-2-2043 0 0,-1 1 1741 0 0,69 7 19 0 0,-5 8-3870 0 0,-64-15 3132 0 0,19 22 4506 0 0,-14-17-5490 0 0,-3 21 1946 0 0,-4-24-346 0 0,1 0 0 0 0,-1 0 0 0 0,0 0 0 0 0,1 0 0 0 0,-2 0 0 0 0,1 0 0 0 0,0 0 0 0 0,-1 0 0 0 0,1 0 0 0 0,-1 0 0 0 0,0 0 0 0 0,0 0 0 0 0,0 0 0 0 0,0-1 0 0 0,0 1 0 0 0,-1 0 0 0 0,1-1-1 0 0,-1 1 1 0 0,0-1 0 0 0,-2 3 0 0 0,-24 15 2065 0 0,-12 2-5629 0 0,-5 3-2059 0 0,15-9 5899 0 0,-12-2-114 0 0,40-13 20 0 0,-31 10 377 0 0,16-8-287 0 0,0-1 1 0 0,-30 0-1 0 0,45-2-65 0 0,0 0-90 0 0,-24-1 4253 0 0,24 1-3320 0 0,-28-2-2527 0 0,27 1 1770 0 0,-9 1 954 0 0,0-2-1 0 0,1 0 0 0 0,-1 0 1 0 0,1-1-1 0 0,-19-7 1 0 0,22 6-1652 0 0,0 0 0 0 0,1-1 0 0 0,0 0 0 0 0,0 0 0 0 0,-9-8 0 0 0,-11-10-927 0 0,23 19 840 0 0,0 0-1 0 0,0 0 1 0 0,1 0-1 0 0,-1 0 1 0 0,1-1-1 0 0,1 0 1 0 0,-1 1-1 0 0,-4-11 1 0 0,-2-23 2330 0 0,9 32-694 0 0,1-1-1 0 0,-1 0 1 0 0,1 0 0 0 0,1 1 0 0 0,-1-1 0 0 0,5-9 0 0 0,-1-3-95 0 0,10-18-1060 0 0,-14 35-530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19:33.77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492 1 770 0 0,'0'0'9464'0'0,"13"26"6516"0"0,-3-2-15984 0 0,-9-23-4 0 0,3 10 19 0 0,-1-2-13 0 0,-2-7-6 0 0,-1 0 9 0 0,0-1-1 0 0,1 1 1 0 0,-1 0 0 0 0,1 0 0 0 0,-1-1-1 0 0,1 1 1 0 0,0 0 0 0 0,0-1 0 0 0,0 1 0 0 0,2 2-1 0 0,7 13 0 0 0,-10-15-9 0 0,9 16 5 0 0,-8-17 15 0 0,2 8-7 0 0,-2-8-4 0 0,-1-1 0 0 0,0 1 0 0 0,1 0 0 0 0,-1 0 0 0 0,0 0 0 0 0,0-1 0 0 0,1 1 0 0 0,-1 0 0 0 0,0 0 0 0 0,0 0 0 0 0,0 0 0 0 0,0-1 0 0 0,0 1 0 0 0,0 0 0 0 0,0 0 0 0 0,0 0 0 0 0,-1-1 0 0 0,1 1 0 0 0,0 0 0 0 0,0 0 0 0 0,-1 0 0 0 0,1-1 0 0 0,0 1 0 0 0,-1 0 0 0 0,1 0 0 0 0,-1-1 0 0 0,1 1 0 0 0,-1 0 1 0 0,1-1-1 0 0,-1 1 0 0 0,0-1 0 0 0,1 1 0 0 0,-2 0 0 0 0,-1 3-1032 0 0,0 1 0 0 0,0-1 1 0 0,-1 0-1 0 0,0 0 1 0 0,1 0-1 0 0,-1 0 0 0 0,-1-1 1 0 0,1 0-1 0 0,0 0 1 0 0,-1 0-1 0 0,0 0 0 0 0,-6 2 1 0 0,10-4 1052 0 0,-25 16-946 0 0,18-12 924 0 0,0 0 1 0 0,0-1 0 0 0,-1 0-1 0 0,-15 5 1 0 0,16-6-1 0 0,7-2-55 0 0,-36 0 70 0 0,3-3-22 0 0,32 2 31 0 0,-22-16-65 0 0,21 13 46 0 0,0 0 0 0 0,1-1 0 0 0,0 1 0 0 0,-1-1 0 0 0,1 0 0 0 0,1 0 0 0 0,-1 0 0 0 0,0 0 0 0 0,-1-7 0 0 0,3 10-33 0 0,-10-29-7 0 0,7 3 12190 0 0,8 42-9900 0 0,0 3-2254 0 0,-5-16-25 0 0,0 3 27 0 0,1-1 0 0 0,-1 1 0 0 0,-1-1 1 0 0,1 0-1 0 0,-1 1 0 0 0,-1 5 0 0 0,1-6-1 0 0,-1 1-1 0 0,1-1 0 0 0,-2 1 1 0 0,1-1-1 0 0,0 0 0 0 0,-1 0 1 0 0,0 0-1 0 0,-4 6 0 0 0,5-9-21 0 0,-21 19 49 0 0,18-16-1364 0 0,0-1 0 0 0,0 1 0 0 0,-1-1 0 0 0,1 0 1 0 0,-1-1-1 0 0,-6 3 0 0 0,10-4 1317 0 0,-7 3-4086 0 0,-14 1 3415 0 0,22-5 703 0 0,-37 3 63 0 0,36-3-76 0 0,-28-15-117 0 0,26 13 129 0 0,1-1 0 0 0,-1 0 0 0 0,1-1 0 0 0,0 1 0 0 0,0 0 0 0 0,0-1 0 0 0,0 0 0 0 0,-4-7 0 0 0,7 9-4 0 0,-18-22-33 0 0,-5-17-34 0 0,22 39 218 0 0,15 3 9433 0 0,-8 1-6344 0 0,-1 1-3779 0 0,2 4-1893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19:34.532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26 29 1194 0 0,'0'0'522'0'0,"-20"-28"23973"0"0,22 38-24492 0 0,-2-3-3 0 0,-7-19-3 0 0,6 10 0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19:35.207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12 27 742 0 0,'-5'-7'21924'0'0,"3"3"-18588"0"0,5 9-2813 0 0,-2-1-1044 0 0,-8-13 728 0 0,6 8-207 0 0,10-9-3891 0 0,-6 6 5707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19:35.895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1 798 0 0,'0'2'13549'0'0,"3"7"-5221"0"0,-1-1-4793 0 0,-2-6-3540 0 0,2 22-143 0 0,-2-23 149 0 0,1 0 0 0 0,-1-1 0 0 0,1 1 0 0 0,0 0 0 0 0,-1 0 0 0 0,1 0 0 0 0,0-1 0 0 0,0 1 0 0 0,0 0 0 0 0,0-1 0 0 0,0 1 0 0 0,-1 0 0 0 0,1-1 0 0 0,0 1 0 0 0,0-1 0 0 0,0 0 0 0 0,2 1 0 0 0,10 7 108 0 0,-13-7-108 0 0,0-1 0 0 0,-1 1 0 0 0,1-1 0 0 0,0 1 0 0 0,-1-1 0 0 0,1 1 0 0 0,-1-1 0 0 0,1 1-1 0 0,0-1 1 0 0,-1 0 0 0 0,1 1 0 0 0,-1-1 0 0 0,1 1 0 0 0,-1-1 0 0 0,0 0 0 0 0,1 0 0 0 0,-1 1 0 0 0,1-1 0 0 0,-1 0 0 0 0,1 0-1 0 0,-1 0 1 0 0,0 0 0 0 0,1 1 0 0 0,-1-1 0 0 0,1 0 0 0 0,-1 0 0 0 0,0 0 0 0 0,0-1 0 0 0,-1 2-6 0 0,-3-4-10 0 0,4 3-97 0 0,0 0 0 0 0,1 0 0 0 0,-1 0 0 0 0,1-1 0 0 0,-1 1 0 0 0,1 0 0 0 0,-1 0 0 0 0,1 0 0 0 0,-1-1 0 0 0,1 1 0 0 0,0 0 0 0 0,-1-1 0 0 0,1 1 0 0 0,-1 0 0 0 0,1-1 0 0 0,0 1 0 0 0,-1 0 0 0 0,1-1 0 0 0,0 1 0 0 0,-1-1 0 0 0,1 1 0 0 0,0 0 0 0 0,-1-2 0 0 0,3-2 1097 0 0,0-5 106 0 0,-1 3-4595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19:38.002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653 1 634 0 0,'3'9'22537'0'0,"1"3"-19497"0"0,0 12-3040 0 0,6 43-31 0 0,-9-65 48 0 0,5 16-4 0 0,-6-16-20 0 0,8 20 8 0 0,-3-3-2 0 0,-8-15 2 0 0,-1 0 1 0 0,1 0-1 0 0,-1 0 0 0 0,0-1 0 0 0,0 1 0 0 0,0-1 0 0 0,-1 0 0 0 0,-5 3 1 0 0,0 0-929 0 0,0-1 0 0 0,0-1 1 0 0,-1 1-1 0 0,1-2 0 0 0,-1 1 1 0 0,0-1-1 0 0,0-1 1 0 0,0 0-1 0 0,0-1 0 0 0,0 0 1 0 0,0 0-1 0 0,0-1 0 0 0,-1-1 1 0 0,1 0-1 0 0,0 0 0 0 0,-18-6 1 0 0,6 1 973 0 0,0-1 1 0 0,1-2-1 0 0,0 0 0 0 0,1-1 1 0 0,0-1-1 0 0,-28-20 1 0 0,38 23 153 0 0,1 0 1 0 0,0 0 0 0 0,0-2 0 0 0,1 1 0 0 0,-11-15-1 0 0,19 23-102 0 0,-29-35 11780 0 0,24 30-9648 0 0,5 5-2244 0 0,4 3-79 0 0,-1-1 101 0 0,0 1-1 0 0,0 0 0 0 0,1 0 0 0 0,-1 0 0 0 0,0 0 0 0 0,-1 1 1 0 0,1-1-1 0 0,0 1 0 0 0,-1-1 0 0 0,1 1 0 0 0,-1-1 0 0 0,2 5 1 0 0,4 4-12 0 0,0 0 0 0 0,1 0 0 0 0,0-1 0 0 0,1 0 0 0 0,1-1 0 0 0,12 11 1 0 0,-3-2 10 0 0,-14-13-7 0 0,-1 0 0 0 0,1-1 0 0 0,0 0 1 0 0,0 0-1 0 0,1 0 0 0 0,-1-1 0 0 0,1 0 1 0 0,10 5-1 0 0,-14-7-2 0 0,22 15-14 0 0,-18-12 22 0 0,-5-3-24 0 0,-11 21 42 0 0,4-15-704 0 0,-1-1 0 0 0,0 1 0 0 0,0-1 0 0 0,0-1 0 0 0,-1 1 0 0 0,0-1 0 0 0,0-1 1 0 0,0 1-1 0 0,-10 3 0 0 0,-19 10-2289 0 0,-2 2-919 0 0,25-15 4288 0 0,0 0 0 0 0,-1-1-1 0 0,0 0 1 0 0,-28 2 0 0 0,38-5-472 0 0,0-1 1 0 0,1 0 0 0 0,-1 0-1 0 0,1 0 1 0 0,-1-1-1 0 0,0 0 1 0 0,1 1-1 0 0,-1-2 1 0 0,1 1-1 0 0,0 0 1 0 0,-1-1 0 0 0,1 0-1 0 0,-7-4 1 0 0,4 2 1 0 0,5 3 46 0 0,0 0-246 0 0,1 0 0 0 0,-1-1 1 0 0,1 1-1 0 0,-1-1 0 0 0,1 0 0 0 0,0 1 0 0 0,-1-1 1 0 0,1 0-1 0 0,0 0 0 0 0,0 0 0 0 0,0 0 1 0 0,1 0-1 0 0,-1 0 0 0 0,0 0 0 0 0,1 0 1 0 0,-1 0-1 0 0,1 0 0 0 0,0 0 0 0 0,-1-3 0 0 0,8-8 37 0 0,-6 8-648 0 0,1 1 0 0 0,0 0 0 0 0,1-1 0 0 0,-1 1 0 0 0,1 0 0 0 0,4-5 0 0 0,0 2-841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19:38.562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9 33 949 0 0,'6'8'21676'0'0,"-1"-1"-18091"0"0,-4-5-3592 0 0,7 3 11 0 0,-4 1 2 0 0,-14-8-4 0 0,9 2-3 0 0,-1-1 1 0 0,1 1 0 0 0,0 0-1 0 0,0-1 1 0 0,0 1 0 0 0,0-1 0 0 0,0 1-1 0 0,0-1 1 0 0,0 0 0 0 0,0 1-1 0 0,0-1 1 0 0,0 0 0 0 0,0 0-1 0 0,0 0 1 0 0,1 0 0 0 0,-1 0-1 0 0,0 0 1 0 0,0 0 0 0 0,1 0-1 0 0,-1 0 1 0 0,0-2 0 0 0,1 2-38 0 0,-1-1 2 0 0,1 1 1 0 0,0 0-1 0 0,0-1 1 0 0,-1 1-1 0 0,1-1 1 0 0,0 1-1 0 0,0 0 1 0 0,1-1-1 0 0,-1 1 1 0 0,0-1-1 0 0,0 1 1 0 0,1 0-1 0 0,-1-1 1 0 0,1 1-1 0 0,-1 0 1 0 0,1-1-1 0 0,0 1 1 0 0,-1 0-1 0 0,1 0 1 0 0,0 0-1 0 0,0-1 1 0 0,0 1-1 0 0,0 0 1 0 0,0 0-1 0 0,0 0 1 0 0,0 1 0 0 0,0-1-1 0 0,0 0 1 0 0,1 0-1 0 0,-1 0 1 0 0,0 1-1 0 0,2-1 1 0 0,19 2-980 0 0,-22 11 3245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19:40.767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19 42 1370 0 0,'0'0'1483'0'0,"-18"-27"20047"0"0,18 27-21336 0 0,0-1 1 0 0,9 6 1386 0 0,-4-2-1854 0 0,-3-2 344 0 0,-3-2-36 0 0,1 0-157 0 0,-1 1 0 0 0,0-1 1 0 0,1 0-1 0 0,-1 1 0 0 0,1-1 1 0 0,-1 0-1 0 0,1 1 1 0 0,-1-1-1 0 0,1 0 0 0 0,-1 0 1 0 0,1 0-1 0 0,0 1 0 0 0,-1-1 1 0 0,1 0-1 0 0,0 0 1 0 0,0 0-1 0 0,0 0 0 0 0,0 0 1 0 0,-1-1-1 0 0,11 1-1176 0 0,3-2 2864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19:57.22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46 75 768 0 0,'0'0'2878'0'0,"-12"0"1289"0"0,0 0 10324 0 0,8-1-10475 0 0,2 1-3692 0 0,-12-4-756 0 0,13 3 432 0 0,3 1 0 0 0,56-6 1 0 0,87-19 0 0 0,22-3-1 0 0,-75 19-2 0 0,-90 8 1 0 0,-5 3-1 0 0,0 0 2 0 0,1-1 0 0 0,-1 1 0 0 0,0-1-1 0 0,0 0 1 0 0,0 1 0 0 0,0-1-1 0 0,0-1 1 0 0,-4 2 0 0 0,7-2 1 0 0,-40 10-162 0 0,-146 35-1877 0 0,154-39 1040 0 0,-53 11-8899 0 0,51-10 10536 0 0,31-7-606 0 0,-10 1 10010 0 0,11-3-7826 0 0,16-3-2075 0 0,24-3-131 0 0,65-6 1 0 0,-42 7-112 0 0,-23 4-53 0 0,-24 3-6588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0:11.90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1090 225 894 0 0,'0'0'3842'0'0,"-8"7"97"0"0,6-4-1814 0 0,-1 0 0 0 0,0-1 0 0 0,0 0 0 0 0,0 1 0 0 0,-1-1 0 0 0,1 0 0 0 0,-7 2-1 0 0,8-3-1584 0 0,-42 22-540 0 0,-93 53 0 0 0,128-70 0 0 0,5-4 0 0 0,1 0 0 0 0,0 0 0 0 0,0 0 0 0 0,0 1 0 0 0,0-1 0 0 0,0 1 0 0 0,-4 5 0 0 0,3-4 0 0 0,1 0 0 0 0,0 0 0 0 0,0 1 0 0 0,0-1 0 0 0,-4 10 0 0 0,6 5 0 0 0,2-15 0 0 0,0-1 0 0 0,-1-1 0 0 0,1 0 0 0 0,0 0 0 0 0,0 1 0 0 0,0-1 0 0 0,0 0 0 0 0,0 0 0 0 0,1 0 0 0 0,-1 0 0 0 0,1 0 0 0 0,-1-1 0 0 0,1 1 0 0 0,0 0 0 0 0,-1-1 0 0 0,1 1 0 0 0,0-1 0 0 0,0 0 0 0 0,3 2 0 0 0,-4-2 0 0 0,8 3-648 0 0,-1 0 1 0 0,1 0-1 0 0,1-1 1 0 0,-1 0 0 0 0,0-1-1 0 0,1 0 1 0 0,0 0-1 0 0,-1-1 1 0 0,1 0-1 0 0,12-1 1 0 0,11-1-2912 0 0,53-9-1 0 0,-34 1 3632 0 0,-50 9-2 0 0,5-2 2322 0 0,6-1 4970 0 0,-36 4-3017 0 0,-142 27-10932 0 0,109-16 3079 0 0,-59 5 0 0 0,113-17 3494 0 0,-28 0 29 0 0,-6-8 2624 0 0,28 5-2682 0 0,0-1 1 0 0,-1 1-1 0 0,1-1 0 0 0,-10-7 1 0 0,14 8-125 0 0,-1 0 1 0 0,1-1-1 0 0,0 1 0 0 0,0-1 1 0 0,0 0-1 0 0,0 0 0 0 0,1 0 1 0 0,0 0-1 0 0,-1-1 0 0 0,2 0 1 0 0,-1 1-1 0 0,0-1 1 0 0,1 0-1 0 0,-3-9 0 0 0,2 1 175 0 0,-2-6-6 0 0,1 1 0 0 0,-3-39 1 0 0,-1-145-26 0 0,7 181 102 0 0,1 0 0 0 0,4-34 0 0 0,-4 53 17 0 0,-1-13 2674 0 0,2 5 1447 0 0,-6 19-2687 0 0,-4 27 3199 0 0,5 22-4715 0 0,2-14-115 0 0,4 28-4276 0 0,-9 8-3821 0 0,7-71 8445 0 0,0-1 0 0 0,1 1 0 0 0,0-1 0 0 0,0 1 0 0 0,1-1 0 0 0,0 1 0 0 0,3 8 0 0 0,-4-15-255 0 0,1 8 6066 0 0,1 14-3118 0 0,-3-21-1685 0 0,8 80-728 0 0,-8-81-511 0 0,-6 4-15 0 0,1-1-4 0 0,4-4-13 0 0,-5 0 14 0 0,-1 0 0 0 0,0-1 0 0 0,0 0 1 0 0,-13-2-1 0 0,13 2 2 0 0,-41 1 28 0 0,46-1-33 0 0,-68 12 1 0 0,68-11 321 0 0,-22 10-2458 0 0,23-10 1503 0 0,0 0 0 0 0,0 0 0 0 0,0 1 0 0 0,0-1-1 0 0,0 0 1 0 0,0 0 0 0 0,0 0 0 0 0,1 1 0 0 0,-1-1-1 0 0,0 0 1 0 0,1 1 0 0 0,-1-1 0 0 0,1 1 0 0 0,0-1-1 0 0,-1 0 1 0 0,1 2 0 0 0,0-1 644 0 0,19 26 59 0 0,-10-19-22 0 0,1-1 1 0 0,-1 0-1 0 0,19 11 1 0 0,12 11 106 0 0,-39-29-141 0 0,21 30 234 0 0,-21-30-187 0 0,2 9 810 0 0,-1 2 3695 0 0,-4-4-3625 0 0,0-1 0 0 0,0 0 0 0 0,-1 0 1 0 0,0 0-1 0 0,-1-1 0 0 0,-4 7 1 0 0,3-6-1437 0 0,0-1 1 0 0,-1 1-1 0 0,-1-1 0 0 0,1-1 1 0 0,-1 1-1 0 0,1-1 1 0 0,-2 0-1 0 0,1-1 1 0 0,0 1-1 0 0,-1-2 1 0 0,0 1-1 0 0,0-1 1 0 0,0 0-1 0 0,0 0 0 0 0,-12 1 1 0 0,18-4 1078 0 0,-2 1 164 0 0,-1 0 1 0 0,1-1-1 0 0,-1 1 1 0 0,0-1 0 0 0,1-1-1 0 0,-1 1 1 0 0,-5-1 0 0 0,7 0 150 0 0,-20-2-1154 0 0,1 0 0 0 0,-1-2 0 0 0,1-1 0 0 0,-32-12 0 0 0,44 13-1862 0 0,0 0-1 0 0,0 0 1 0 0,-12-9 0 0 0,-12-14 2278 0 0,29 24-138 0 0,0 0 1 0 0,1-1-1 0 0,-1 0 0 0 0,1 0 1 0 0,0 0-1 0 0,0 0 1 0 0,0-1-1 0 0,1 1 1 0 0,0-1-1 0 0,-3-6 0 0 0,-3-7 25 0 0,1 0 0 0 0,1-1 0 0 0,-5-20 0 0 0,10 23-43 0 0,6 0 0 0 0,-3 4 0 0 0,-2 8 0 0 0,1 1 0 0 0,0-1 0 0 0,0 0 0 0 0,1 1 0 0 0,-1-1 0 0 0,1 1 0 0 0,0-1 0 0 0,0 1 0 0 0,1 0 0 0 0,-1-1 0 0 0,1 1 0 0 0,0 0 0 0 0,0 0 0 0 0,0 0 0 0 0,1 0 0 0 0,0 0 0 0 0,-1 1 0 0 0,7-7 0 0 0,7-4-13043 0 0,-29 13 9711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0:15.05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72 1 904 0 0,'0'0'11906'0'0,"8"5"-9600"0"0,-6-3-1538 0 0,1-1 0 0 0,-1 1-1 0 0,0-1 1 0 0,1 1 0 0 0,-1 0 0 0 0,0 0 0 0 0,0 0-1 0 0,-1 0 1 0 0,1 0 0 0 0,0 0 0 0 0,2 5 0 0 0,4 4 1116 0 0,0-4-1884 0 0,0 0 0 0 0,0-1 0 0 0,1-1 0 0 0,14 9 0 0 0,22 14 0 0 0,28 21-2 0 0,-71-48-1 0 0,-2 0 3 0 0,0-1-1 0 0,0 1 1 0 0,0-1 0 0 0,1 1 0 0 0,-1-1-1 0 0,0 0 1 0 0,0 1 0 0 0,1-1 0 0 0,-1 1 0 0 0,0-1-1 0 0,0 0 1 0 0,1 1 0 0 0,-1-1 0 0 0,0 0-1 0 0,1 1 1 0 0,-1-1 0 0 0,0 0 0 0 0,1 1-1 0 0,-1-1 1 0 0,1 0 0 0 0,-1 0 0 0 0,1 0-1 0 0,-1 1 1 0 0,0-1 0 0 0,1 0 0 0 0,-1 0-1 0 0,1 0 1 0 0,-1 0 0 0 0,1 0 0 0 0,-1 0-1 0 0,1 0 1 0 0,1 0 0 0 0,0 1-1 0 0,-1-1 0 0 0,1 1 1 0 0,0-1-1 0 0,-1 1 1 0 0,1 0-1 0 0,-1 0 0 0 0,1 0 1 0 0,-1 0-1 0 0,1 0 1 0 0,-1 0-1 0 0,0 0 0 0 0,1 0 1 0 0,-1 0-1 0 0,2 3 1 0 0,0 0-1351 0 0,0 0 1 0 0,0 0-1 0 0,0 0 0 0 0,1 0 1 0 0,0-1-1 0 0,0 1 1 0 0,0-1-1 0 0,8 5 1 0 0,-41 5 1364 0 0,14-5 329 0 0,-20 6 2727 0 0,-1 0-3374 0 0,-71 26-2859 0 0,34-11 3527 0 0,71-29-262 0 0,-14 6-1421 0 0,5-2 3294 0 0,-1 1 9109 0 0,-9 3-12026 0 0,10-5 1895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0:16.74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375 51 541 0 0,'6'8'21804'0'0,"-6"-7"-21680"0"0,1 0 0 0 0,-1-1 0 0 0,0 1-1 0 0,0 0 1 0 0,0 0 0 0 0,0 0-1 0 0,0 0 1 0 0,0 0 0 0 0,0 0 0 0 0,0 0-1 0 0,0-1 1 0 0,0 1 0 0 0,0 0 0 0 0,-1 0-1 0 0,1 0 1 0 0,0 0 0 0 0,-1 0 0 0 0,1-1-1 0 0,0 1 1 0 0,-1 0 0 0 0,1 0 0 0 0,-1-1-1 0 0,1 1 1 0 0,-1 0 0 0 0,0-1-1 0 0,1 1 1 0 0,-1 0 0 0 0,0-1 0 0 0,1 1-1 0 0,-1-1 1 0 0,0 1 0 0 0,0-1 0 0 0,-1 1-1 0 0,-19 12-463 0 0,13-9 338 0 0,-1 0-1 0 0,1 0 1 0 0,-1-1-1 0 0,0 0 1 0 0,0-1-1 0 0,0 0 1 0 0,-18 1-1 0 0,22-3 6 0 0,3 0-3 0 0,0 0 1 0 0,0 0 0 0 0,0 0 0 0 0,1 0-1 0 0,-1-1 1 0 0,0 1 0 0 0,0-1 0 0 0,0 1-1 0 0,1-1 1 0 0,-1 1 0 0 0,0-1 0 0 0,0 0-1 0 0,1 0 1 0 0,-1 0 0 0 0,1 0 0 0 0,-1 0-1 0 0,1 0 1 0 0,0-1 0 0 0,-1 1-1 0 0,1 0 1 0 0,0-1 0 0 0,0 1 0 0 0,-2-3-1 0 0,2 3-3 0 0,1-4 2 0 0,-1 0 1 0 0,1 1-1 0 0,-1-1 1 0 0,1 0-1 0 0,1 0 1 0 0,0-6 0 0 0,-1 7-1 0 0,0 2 0 0 0,16-24-39 0 0,-13 23 44 0 0,0 0 0 0 0,1 1 0 0 0,-1 0 1 0 0,1-1-1 0 0,0 1 0 0 0,0 1 0 0 0,0-1 0 0 0,-1 1 1 0 0,2-1-1 0 0,-1 1 0 0 0,6-1 0 0 0,1-1-19 0 0,-9 3-3 0 0,2-1-15 0 0,-1 1 38 0 0,0 0-1 0 0,1 0 1 0 0,-1 0-1 0 0,1 0 1 0 0,-1 0-1 0 0,1 1 1 0 0,3 0 0 0 0,1 2 21 0 0,-6-3-31 0 0,28 25-4473 0 0,-27-14-36 0 0,1 7-5549 0 0,-2-7 11624 0 0,-2-10-1475 0 0,5 35 456 0 0,-5-28-380 0 0,-1 1-1 0 0,1 0 1 0 0,-1-1-1 0 0,-4 15 1 0 0,4-21-108 0 0,-11 20 114 0 0,-2-8-134 0 0,-2-1-1 0 0,1 0 0 0 0,-2-1 0 0 0,1-1 0 0 0,-2-1 0 0 0,-21 10 0 0 0,-116 41 12 0 0,112-49-102 0 0,41-11 80 0 0,-12 4 119 0 0,1 3-10890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0:20.20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428 17 1069 0 0,'0'0'407'0'0,"7"-16"5354"0"0,-8 19-5418 0 0,1-2-1238 0 0,0 3 3105 0 0,1 3 2863 0 0,-1 4 4041 0 0,4 20-5900 0 0,0 1-3255 0 0,0 40 0 0 0,-4-70-342 0 0,-1 0 1 0 0,1 0 0 0 0,-1 1-1 0 0,0-1 1 0 0,1 0 0 0 0,-1 0-1 0 0,0 0 1 0 0,0 0-1 0 0,0 0 1 0 0,0 0 0 0 0,-1 0-1 0 0,1-1 1 0 0,0 1 0 0 0,-1 0-1 0 0,0-1 1 0 0,1 1 0 0 0,-1-1-1 0 0,0 1 1 0 0,1-1 0 0 0,-1 0-1 0 0,0 0 1 0 0,0 0 0 0 0,0 0-1 0 0,0 0 1 0 0,0 0 0 0 0,-1 0-1 0 0,1-1 1 0 0,0 1 0 0 0,0-1-1 0 0,-3 1 1 0 0,0 0 45 0 0,3 1 204 0 0,-2 1 330 0 0,-18-1-4203 0 0,17-1 4013 0 0,-1-2 0 0 0,1 1 0 0 0,0 0 0 0 0,-1-1 0 0 0,1 0-1 0 0,0 0 1 0 0,-10-4 0 0 0,13 4 52 0 0,0 0 0 0 0,-1-1 0 0 0,1 1 0 0 0,0 0 0 0 0,-1-1-1 0 0,1 1 1 0 0,0-1 0 0 0,0 0 0 0 0,0 0 0 0 0,0 0 0 0 0,1 0 0 0 0,-1 0 0 0 0,1 0-1 0 0,-1 0 1 0 0,1-1 0 0 0,-1 1 0 0 0,1 0 0 0 0,-1-4 0 0 0,2 5 612 0 0,4-17-1202 0 0,1 15 2457 0 0,0 19 8722 0 0,-4-8-11603 0 0,0 1 0 0 0,0-1 0 0 0,-1 0 0 0 0,-1 1 0 0 0,1-1 1 0 0,-1 0-1 0 0,-4 14 0 0 0,1-9 359 0 0,0 0 0 0 0,-1 0 0 0 0,-1 0 1 0 0,-8 13-1 0 0,0-3 561 0 0,-2 0 0 0 0,0-2 0 0 0,-2 1 0 0 0,-22 20 0 0 0,0-6 34 0 0,22-20-22 0 0,0 1-1 0 0,-18 22 0 0 0,3-10-1592 0 0,29-27 1155 0 0,2-1-435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0:20.683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8 918 0 0,'0'0'1391'0'0,"4"-1"3470"0"0,16-3 987 0 0,10 13 7348 0 0,-30-9-13196 0 0,0 0 0 0 0,1 0 0 0 0,-1 1 0 0 0,0-1 0 0 0,1 0 0 0 0,-1 0 0 0 0,0 1 0 0 0,1-1 0 0 0,-1 0 0 0 0,0 1 0 0 0,0-1 0 0 0,1 0 0 0 0,-1 0 0 0 0,0 1 0 0 0,0-1 0 0 0,0 0 0 0 0,0 1 0 0 0,1-1 0 0 0,-1 1 0 0 0,0-1 0 0 0,0 0 0 0 0,0 1 0 0 0,0-1 0 0 0,0 0 0 0 0,0 1 0 0 0,0-1 0 0 0,0 1 0 0 0,-14 4 0 0 0,-8-8-2591 0 0,24-19 2188 0 0,-14 22 3397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0:21.56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37 1 751 0 0,'0'0'8879'0'0,"-12"18"7705"0"0,7-1-16584 0 0,0-1 0 0 0,2 1 0 0 0,0 0 0 0 0,0 0 0 0 0,2 1 0 0 0,0-1 0 0 0,1 18 0 0 0,0 96 0 0 0,-2-70 0 0 0,3-1 0 0 0,9 63 0 0 0,-10-121-2 0 0,1-1 0 0 0,-1 1 1 0 0,1 0-1 0 0,-1 0 1 0 0,0 0-1 0 0,0-1 1 0 0,0 1-1 0 0,0 0 1 0 0,0 0-1 0 0,0 0 1 0 0,0 0-1 0 0,-1 0 0 0 0,0 3 1 0 0,-1 0-9 0 0,2-4 30 0 0,3 10-16 0 0,1-2-8 0 0,-4-7-45 0 0,-2-10-4377 0 0,2 8 4627 0 0,0-1 0 0 0,0 0 0 0 0,0 0 0 0 0,0 0 0 0 0,0 0 0 0 0,0 0 0 0 0,-1 1 0 0 0,1-1 0 0 0,0 0 0 0 0,-1 0 0 0 0,1 0 0 0 0,0 1 0 0 0,-1-1 0 0 0,1 0 1 0 0,-1 1-1 0 0,1-1 0 0 0,-2-1 0 0 0,-8-2 667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0:22.20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90 0 1075 0 0,'-7'7'21792'0'0,"7"-6"-21593"0"0,0 1 0 0 0,0-1 0 0 0,0 0 1 0 0,0 0-1 0 0,0 0 0 0 0,1 1 0 0 0,-1-1 0 0 0,0 0 1 0 0,0 0-1 0 0,1 0 0 0 0,-1 0 0 0 0,1 0 1 0 0,-1 0-1 0 0,1 0 0 0 0,0 0 0 0 0,-1 0 0 0 0,1 0 1 0 0,0 0-1 0 0,0 0 0 0 0,1 1 0 0 0,11 13-1035 0 0,62 74 836 0 0,-17-26 0 0 0,-57-61 0 0 0,1-1 0 0 0,-1 1 0 0 0,1-1 0 0 0,-1 1 0 0 0,0-1 0 0 0,0 1 0 0 0,0 0 0 0 0,1-1 0 0 0,-2 1 0 0 0,1 0 0 0 0,0 0 0 0 0,0 0 0 0 0,0 0 0 0 0,-1 0 0 0 0,1 0 0 0 0,-1 0 0 0 0,0 0 0 0 0,0 0 0 0 0,1 0 0 0 0,-1 0 0 0 0,0 0 0 0 0,-1 0 0 0 0,1 0 0 0 0,0 0 0 0 0,-1 0 0 0 0,1 0 0 0 0,-1 0 0 0 0,1 0 0 0 0,-1 0 0 0 0,0 0 0 0 0,0 0 0 0 0,0-1 0 0 0,0 1 0 0 0,-1 2 0 0 0,-3 0 0 0 0,0 1 0 0 0,-1-1 0 0 0,1 0 0 0 0,-1 0 0 0 0,0 0 0 0 0,0-1 0 0 0,-9 4 0 0 0,3-1 0 0 0,-18 10-5761 0 0,-57 21 0 0 0,62-27 2190 0 0,6-3 6475 0 0,1-2 8985 0 0,16-4-13388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0:22.608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402 0 1043 0 0,'0'0'4101'0'0,"-2"4"-943"0"0,-9 14 12585 0 0,7-13-13574 0 0,-60 60-2169 0 0,-4-2 0 0 0,-119 86 0 0 0,183-145-900 0 0,-2 1-1072 0 0,0 0-1 0 0,0-1 1 0 0,0 1-1 0 0,0-1 1 0 0,-13 6 0 0 0,17-10 3166 0 0,-8 5 10346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0:26.318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57 7 967 0 0,'-5'-7'4020'0'0,"6"14"4650"0"0,4 8 1278 0 0,0-9-7339 0 0,146 83-2609 0 0,-145-86-1 0 0,20 10-13 0 0,45 32 1 0 0,-70-44-35 0 0,6 5 124 0 0,-7-5-76 0 0,0-1 0 0 0,0 1 0 0 0,1-1 0 0 0,-1 1 0 0 0,0-1 0 0 0,0 0 0 0 0,0 1 0 0 0,1-1 0 0 0,-1 1 0 0 0,0-1 0 0 0,0 1 0 0 0,0-1 0 0 0,0 1 0 0 0,0-1 0 0 0,0 1 0 0 0,0-1 0 0 0,0 1 0 0 0,0-1 0 0 0,0 1 0 0 0,0-1 0 0 0,-1 1 0 0 0,1-1 0 0 0,0 1 0 0 0,0-1 0 0 0,0 1 0 0 0,-1-1 0 0 0,1 0 0 0 0,0 1 0 0 0,0-1 0 0 0,-1 1 0 0 0,1-1 0 0 0,0 0 0 0 0,-1 1 0 0 0,-11 10 0 0 0,11-10 0 0 0,-51 38-1872 0 0,-34 8-5042 0 0,59-33 4529 0 0,0 1 1 0 0,-43 32-1 0 0,63-41 3499 0 0,-33 10 13712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0:26.87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22 59 937 0 0,'0'0'371'0'0,"4"-26"5204"0"0,-7 20-3984 0 0,-3-10 8939 0 0,0 7-9739 0 0,6 7 486 0 0,0 5-1326 0 0,-1 36 999 0 0,0-18 110 0 0,0 0 0 0 0,2 0 0 0 0,4 23 1 0 0,-4-29-1061 0 0,1 0 0 0 0,-2 0 0 0 0,0 0 0 0 0,-1 0 0 0 0,-4 24 0 0 0,-1 25 0 0 0,4-8 1 0 0,0-11-7 0 0,5 66 1 0 0,-3-108-84 0 0,3 25-2166 0 0,-6-3 3632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0:27.35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407 2 929 0 0,'-1'-2'21669'0'0,"-114"112"-17273"0"0,-52 36-5176 0 0,120-103 773 0 0,-14 12-8 0 0,60-55 13 0 0,-4 4 24 0 0,-2 2-389 0 0,5-16-7359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0:28.13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167 48 780 0 0,'-10'-13'21144'0'0,"28"41"-16854"0"0,0 1-4290 0 0,-15-23 0 0 0,-1 0 0 0 0,1 0 0 0 0,-1 0 0 0 0,0 0 0 0 0,-1 1 0 0 0,0-1 0 0 0,0 1 0 0 0,0-1 0 0 0,0 0 0 0 0,-1 1 0 0 0,-1-1 0 0 0,1 1 0 0 0,-1-1 0 0 0,-1 9 0 0 0,-1-9-112 0 0,1 0 0 0 0,0 0 0 0 0,-1-1 0 0 0,0 0 0 0 0,-1 1 0 0 0,1-1 0 0 0,-1 0 0 0 0,0-1-1 0 0,0 1 1 0 0,0-1 0 0 0,-1 1 0 0 0,0-1 0 0 0,0-1 0 0 0,0 1 0 0 0,0-1 0 0 0,0 0 0 0 0,-1 0 0 0 0,1 0 0 0 0,-1-1 0 0 0,0 0 0 0 0,0 0 0 0 0,0 0 0 0 0,0-1 0 0 0,0 0 0 0 0,0 0 0 0 0,0 0 0 0 0,-7-1 0 0 0,11 0 238 0 0,-1 0-1 0 0,1 0 1 0 0,0-1-1 0 0,-1 1 0 0 0,1 0 1 0 0,0-1-1 0 0,-1 0 1 0 0,1 1-1 0 0,0-1 1 0 0,0 0-1 0 0,0 0 0 0 0,0-1 1 0 0,0 1-1 0 0,0 0 1 0 0,0 0-1 0 0,0-1 1 0 0,0 0-1 0 0,0 1 0 0 0,1-1 1 0 0,-1 0-1 0 0,1 0 1 0 0,-1 1-1 0 0,1-1 1 0 0,-1-3-1 0 0,-2-4-546 0 0,1 0 0 0 0,0 0 0 0 0,1-1 1 0 0,-2-13-1 0 0,3 13-588 0 0,1 0-1 0 0,0-1 1 0 0,0 1 0 0 0,1 0-1 0 0,0 0 1 0 0,1-1 0 0 0,3-12 0 0 0,-3 16 320 0 0,1 1-1 0 0,-1-1 1 0 0,1 1 0 0 0,0 0 0 0 0,1 0 0 0 0,-1 0 0 0 0,1 0 0 0 0,0 1 0 0 0,1 0 0 0 0,-1-1 0 0 0,9-5 0 0 0,-9 7 444 0 0,1 1 0 0 0,0 0 0 0 0,0 0 0 0 0,0 0 0 0 0,0 0 0 0 0,0 1 0 0 0,1 0 0 0 0,-1 0 0 0 0,8-1 0 0 0,-13 3-74 0 0,7-1 107 0 0,-5 2-2841 0 0,-3 10 1326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0:29.21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149 1 543 0 0,'0'0'3604'0'0,"-4"9"205"0"0,4-8-3075 0 0,-1 0 0 0 0,1 0 0 0 0,0 0-1 0 0,-1 0 1 0 0,1 0 0 0 0,0 0 0 0 0,-1 0-1 0 0,1-1 1 0 0,-1 1 0 0 0,0 0 0 0 0,1 0-1 0 0,-1-1 1 0 0,1 1 0 0 0,-1 0 0 0 0,0-1 0 0 0,0 1-1 0 0,1 0 1 0 0,-1-1 0 0 0,0 1 0 0 0,0-1-1 0 0,-1 1 1 0 0,-1 0 1381 0 0,-112 91-2117 0 0,107-84 303 0 0,3-2-1178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0:30.17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0 873 0 0,'4'1'12482'0'0,"4"1"-5738"0"0,6 2-2337 0 0,13 25-3290 0 0,-18-10-695 0 0,-9-18-416 0 0,0 0 0 0 0,0-1-1 0 0,0 1 1 0 0,0-1 0 0 0,0 1-1 0 0,0-1 1 0 0,0 1-1 0 0,0-1 1 0 0,0 1 0 0 0,0 0-1 0 0,0-1 1 0 0,-1 1-1 0 0,1-1 1 0 0,0 1 0 0 0,0-1-1 0 0,-1 1 1 0 0,1-1-1 0 0,0 1 1 0 0,-1-1 0 0 0,1 0-1 0 0,0 1 1 0 0,-1-1-1 0 0,1 1 1 0 0,-1-1 0 0 0,1 0-1 0 0,-1 1 1 0 0,1-1-1 0 0,-1 0 1 0 0,0 1 0 0 0,1-1-7 0 0,-1 0 0 0 0,0 0 0 0 0,1-1 0 0 0,-1 1 0 0 0,1 0 0 0 0,-1 0 0 0 0,1 0 0 0 0,-1 0 0 0 0,0-1 1 0 0,1 1-1 0 0,-1 0 0 0 0,1-1 0 0 0,-1 1 0 0 0,1 0 0 0 0,-1-1 0 0 0,1 1 0 0 0,-1-1 0 0 0,1 1 0 0 0,0 0 1 0 0,-1-1-1 0 0,1 1 0 0 0,0-1 0 0 0,-1 0 0 0 0,1 1 0 0 0,0-1 0 0 0,-1 1 0 0 0,1-1 0 0 0,0 1 0 0 0,0-1 0 0 0,0 0 1 0 0,0 1-1 0 0,0-1 0 0 0,-1 1 0 0 0,1-2 0 0 0,0 2 1 0 0,0 0 0 0 0,0-1 0 0 0,0 1 0 0 0,-1 0 0 0 0,1 0 0 0 0,0-1 1 0 0,0 1-1 0 0,0 0 0 0 0,0-1 0 0 0,0 1 0 0 0,-1 0 0 0 0,1 0 0 0 0,0-1 0 0 0,0 1 0 0 0,0 0 0 0 0,0-1 1 0 0,0 1-1 0 0,0 0 0 0 0,0-1 0 0 0,0 1 0 0 0,0 0 0 0 0,0 0 0 0 0,0-1 0 0 0,0 1 0 0 0,0 0 0 0 0,1-1 0 0 0,-1 1 1 0 0,0 0-1 0 0,0 0 0 0 0,0-1 0 0 0,0 1 0 0 0,0 0 0 0 0,1 0 0 0 0,-1-1 0 0 0,0 1 0 0 0,0 0 0 0 0,0 0 0 0 0,1-1 1 0 0,-1 1-1 0 0,0 0 0 0 0,0 0 0 0 0,1 0 0 0 0,-1 0 0 0 0,0-1 0 0 0,0 1 0 0 0,1 0 0 0 0,-1 0 0 0 0,0 0 0 0 0,1 0 1 0 0,-1 0-1 0 0,0 0 0 0 0,1 0 0 0 0,-1 0 0 0 0,0 0 0 0 0,0 0 0 0 0,1 0 0 0 0,-1 0 0 0 0,0 0 0 0 0,1 0 0 0 0,-1 0 1 0 0,0 0-1 0 0,1 0 0 0 0,-1 0 0 0 0,0 0 0 0 0,0 1 0 0 0,1-1 0 0 0,-1 0 0 0 0,1 0 0 0 0,5 5 1 0 0,0 1 0 0 0,0 0 0 0 0,0-1 0 0 0,8 13 0 0 0,-11-14 8 0 0,3 2-4 0 0,-5-5-17 0 0,5-20-1340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0:50.31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300 515 541 0 0,'-1'3'15768'0'0,"1"4"-9241"0"0,-3 5-3161 0 0,-8 28-3409 0 0,10-38 59 0 0,1 36 23 0 0,1-29-41 0 0,0 0 0 0 0,1 0 0 0 0,5 17 0 0 0,-1-6 4 0 0,-6-18-1 0 0,3 8 4 0 0,0-2-10 0 0,-2-7-3 0 0,2 7 20 0 0,-2-7-12 0 0,-1-1 0 0 0,1 1 0 0 0,-1-1 0 0 0,1 1 0 0 0,-1 0 0 0 0,0-1 0 0 0,1 1 0 0 0,-1-1 0 0 0,0 1 0 0 0,0 0 0 0 0,0-1 0 0 0,1 1 0 0 0,-1 0 0 0 0,0-1 0 0 0,0 1 0 0 0,0 0 0 0 0,0 0 0 0 0,0-1 0 0 0,0 1 0 0 0,0 0 0 0 0,0-1 0 0 0,0 1 0 0 0,-1 0 1 0 0,1-1-1 0 0,0 1 0 0 0,0 0 0 0 0,-1-1 0 0 0,1 1 0 0 0,0-1 0 0 0,-1 1 0 0 0,1 0 0 0 0,0-1 0 0 0,-1 1 0 0 0,1-1 0 0 0,-1 1 0 0 0,1-1 0 0 0,-1 1 0 0 0,1-1 0 0 0,-1 0 0 0 0,1 1 0 0 0,-1-1 0 0 0,0 1 0 0 0,1-1 0 0 0,-2 0 0 0 0,-3 4-789 0 0,0-1 0 0 0,-1 0 0 0 0,1-1 0 0 0,-1 1 0 0 0,0-1 0 0 0,0-1 0 0 0,0 1 0 0 0,0-1 0 0 0,0 0 0 0 0,-8 1 0 0 0,2-1-171 0 0,10 0 966 0 0,-9 1-1327 0 0,-2 0-4555 0 0,-32 3 5849 0 0,43-5 82 0 0,-27 5 83 0 0,14-5 11729 0 0,3 0-11075 0 0,2 0 2405 0 0,7 0-2391 0 0,-9-12-808 0 0,11 11-10 0 0,-7-18 22 0 0,8-22-14331 0 0,-4 15 12974 0 0,3 24 1355 0 0,-2-23-34 0 0,-2-4 68 0 0,-3-45 0 0 0,2 16 438 0 0,6 56-767 0 0,0-31 5516 0 0,-2 4-6786 0 0,-1 16 4067 0 0,3 11-1920 0 0,0-36-2471 0 0,-3 5 11060 0 0,-2-1-8617 0 0,2 15-2407 0 0,3 17 1879 0 0,-3-36-10380 0 0,3 0 9580 0 0,0 36 771 0 0,1-24 4 0 0,-4 15 253 0 0,2-41 14307 0 0,4 19-15711 0 0,-9 0 1141 0 0,3 23 3 0 0,2 8-4 0 0,-1-19 4 0 0,2 19-5 0 0,0-20 1 0 0,0 19 5 0 0,0 16-1888 0 0,0-1 1357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0:51.52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5 605 0 0,'11'3'22467'0'0,"-11"-3"-22386"0"0,0 1 1 0 0,0-1-1 0 0,0 0 1 0 0,0 1-1 0 0,0-1 1 0 0,0 0-1 0 0,0 1 0 0 0,0-1 1 0 0,0 0-1 0 0,0 1 1 0 0,0-1-1 0 0,0 0 1 0 0,0 1-1 0 0,0-1 1 0 0,1 1-1 0 0,-1-1 0 0 0,0 0 1 0 0,0 0-1 0 0,0 1 1 0 0,0-1-1 0 0,1 0 1 0 0,-1 1-1 0 0,0-1 0 0 0,0 0 1 0 0,1 0-1 0 0,-1 1 1 0 0,0-1-1 0 0,0 0 1 0 0,1 0-1 0 0,-1 0 0 0 0,0 1 1 0 0,1-1-1 0 0,-1 0 1 0 0,0 0-1 0 0,1 0 1 0 0,-1 0-1 0 0,0 0 0 0 0,1 0 1 0 0,-1 1-1 0 0,1-1 1 0 0,9 9-281 0 0,-9-5 17 0 0,-2-7 75 0 0,-4-13 72 0 0,4 4 159 0 0,8 27 65 0 0,-6-13-210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0:52.53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5 33 475 0 0,'6'-1'-1295'0'0,"-5"0"1516"0"0,-1 1 0 0 0,0 0 0 0 0,1 0-1 0 0,-1-1 1 0 0,0 1 0 0 0,1 0 0 0 0,-1 0 0 0 0,0 0 0 0 0,1 0 0 0 0,-1 0 0 0 0,0-1 1 0 0,1 1-1 0 0,-1 0 0 0 0,0 0 0 0 0,1 0 0 0 0,-1 0 0 0 0,1 0 0 0 0,-1 0 0 0 0,0 0 0 0 0,1 0 0 0 0,-1 0 0 0 0,1 0 0 0 0,-1 0 0 0 0,0 1 0 0 0,1-1 0 0 0,-1 0 0 0 0,0 0 0 0 0,1 0 0 0 0,-1 0 1 0 0,0 1-1 0 0,1-1 0 0 0,-1 0 0 0 0,0 0 0 0 0,1 1 0 0 0,-1-1 0 0 0,0 0 0 0 0,0 0 0 0 0,1 1 0 0 0,-1-1 0 0 0,0 0 0 0 0,0 1 0 0 0,0-1 0 0 0,1 0 0 0 0,-1 1 0 0 0,0-1 0 0 0,0 0 0 0 0,0 1 1 0 0,0-1-1 0 0,0 1 0 0 0,0-1 0 0 0,0 0 0 0 0,0 1 0 0 0,0-1 0 0 0,0 0 0 0 0,0 1 0 0 0,0-1 0 0 0,0 1 0 0 0,0-1 0 0 0,0 1 0 0 0,0-1-66 0 0,0 0-1 0 0,0 1 0 0 0,0-1 1 0 0,0 0-1 0 0,0 1 1 0 0,0-1-1 0 0,0 0 0 0 0,0 1 1 0 0,0-1-1 0 0,-1 0 1 0 0,1 1-1 0 0,0-1 0 0 0,0 0 1 0 0,0 1-1 0 0,0-1 1 0 0,0 0-1 0 0,-1 0 0 0 0,1 1 1 0 0,0-1-1 0 0,0 0 1 0 0,0 0-1 0 0,-1 1 0 0 0,1-1 1 0 0,0 0-1 0 0,-1 0 1 0 0,1 1-1 0 0,0-1 0 0 0,0 0 1 0 0,-1 0-1 0 0,1 0 1 0 0,0 0-1 0 0,-1 0 0 0 0,1 0 1 0 0,0 0-1 0 0,-1 1 1 0 0,1-1-1 0 0,0 0 0 0 0,-1 0 1 0 0,1 0-1 0 0,0 0 1 0 0,-1 0-1 0 0,1 0 0 0 0,0-1 1 0 0,-1 1-1 0 0,1 0 1 0 0,0 0-1 0 0,-1 0 0 0 0,1 0 1 0 0,0 0-1 0 0,0 0 1 0 0,-1-1-1 0 0,1 1 0 0 0,0 0 1 0 0,-1 0-1 0 0,1 0 1 0 0,0-1-1 0 0,-1 1 0 0 0,0-1 114 0 0,0 0 0 0 0,0 0-1 0 0,0 0 1 0 0,0 0-1 0 0,1 0 1 0 0,-1 0-1 0 0,0 0 1 0 0,0 0 0 0 0,1-1-1 0 0,-1 1 1 0 0,0 0-1 0 0,1 0 1 0 0,-1-1-1 0 0,1 1 1 0 0,0 0-1 0 0,-1-1 1 0 0,1-1 0 0 0,4-18-640 0 0,5 34 723 0 0,-9-11-339 0 0,5-19-3240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1:32.14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69 0 632 0 0,'-8'8'12331'0'0,"-4"3"-9932"0"0,-34 23 8453 0 0,46-34-10852 0 0,0 0 0 0 0,0 0 0 0 0,0 0 0 0 0,0 0 0 0 0,0 0 0 0 0,0 0 0 0 0,-1 0 0 0 0,1 0 0 0 0,0 0 0 0 0,0 0 0 0 0,0 0 0 0 0,0 0 0 0 0,0 0 0 0 0,0 0 0 0 0,0 0 0 0 0,0 0 0 0 0,-1 0 0 0 0,1 0 0 0 0,0 0 0 0 0,0 0 0 0 0,0 0 0 0 0,0 1 0 0 0,0-1 0 0 0,0 0 0 0 0,0 0 0 0 0,0 0 0 0 0,0 0 0 0 0,0 0 0 0 0,0 0 0 0 0,0 0 0 0 0,-1 0 0 0 0,1 1 0 0 0,0-1 0 0 0,0 0 0 0 0,0 0 0 0 0,0 0 0 0 0,0 0 0 0 0,0 0 0 0 0,0 0 0 0 0,0 0 0 0 0,0 1 0 0 0,0-1 0 0 0,0 0 0 0 0,0 0 0 0 0,0 0 0 0 0,0 0 0 0 0,0 0 0 0 0,0 0 0 0 0,1 0 0 0 0,-1 1 0 0 0,0-1 0 0 0,0 0 0 0 0,0 0 0 0 0,0 0 0 0 0,0 0 0 0 0,0 0 0 0 0,0 0 0 0 0,0 0 0 0 0,0 0 0 0 0,0 0 0 0 0,24 0 0 0 0,500-18-11118 0 0,-275 5 11477 0 0,-204 10-988 0 0,-43 3 634 0 0,10 1 547 0 0,5 0 7448 0 0,0 0-10342 0 0,16 0 6727 0 0,-31-1-4241 0 0,15 0-9447 0 0,-5 0 10280 0 0,-4 1 5071 0 0,2-2-3497 0 0,21 0-2201 0 0,-28 0-335 0 0,25 1-7915 0 0,-19 0 7592 0 0,1-1 6878 0 0,-8 1-4942 0 0,20 2-7510 0 0,3 0 4809 0 0,-16 25 1678 0 0,-7-23 3820 0 0,-2-2-4370 0 0,0 0 0 0 0,0 0 0 0 0,0 0-1 0 0,0 0 1 0 0,0 1 0 0 0,0-1 0 0 0,-1 0-1 0 0,1 0 1 0 0,-1 0 0 0 0,0 0 0 0 0,1 0-1 0 0,-1 0 1 0 0,0 0 0 0 0,0 0 0 0 0,0 0-1 0 0,0-1 1 0 0,-1 1 0 0 0,-1 3 0 0 0,2-5-20 0 0,-6 11-2712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1:34.25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34 71 1187 0 0,'-18'3'1906'0'0,"2"-1"17954"0"0,21-5-15895 0 0,24-4-4669 0 0,581-36-823 0 0,-585 42 1523 0 0,224-20 1529 0 0,-248 21-1522 0 0,13 0 0 0 0,-2-1-5 0 0,37 2-14 0 0,-46-1 32 0 0,-6 0-25 0 0,-218 32-6581 0 0,45-5 1995 0 0,33-8 4081 0 0,-140 10 583 0 0,262-29 6942 0 0,-4 0-3720 0 0,15-1-3061 0 0,31 1-2402 0 0,-27 9-2362 0 0,3-1 1308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1:42.268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1 195 767 0 0,'2'0'14186'0'0,"10"-1"-6284"0"0,9-1-3706 0 0,1 3-5033 0 0,484-45 837 0 0,-436 34-2384 0 0,102-9-6495 0 0,-126 16 14283 0 0,-1 1-4143 0 0,103-10-9378 0 0,-86 6 7288 0 0,97-11 14373 0 0,-84 15-13560 0 0,0-1 31 0 0,-31 1-14 0 0,134-15-5 0 0,-169 16 82 0 0,27-4-2224 0 0,23 0-9337 0 0,-57 5 11490 0 0,13 0-23 0 0,49 1-1850 0 0,86-6 11592 0 0,-86 3-13537 0 0,-32-1 76 0 0,32 0 3399 0 0,24-1 1349 0 0,-45 1 3385 0 0,-1 0 3501 0 0,-21 2-7150 0 0,0 1-3672 0 0,13-2-6375 0 0,-32 2 8416 0 0,32-3-39 0 0,29 1 952 0 0,-61 2-32 0 0,31-5 6514 0 0,-31 5-6065 0 0,18-2 6285 0 0,-7 1-6916 0 0,-11 1 160 0 0,6-1 174 0 0,10-3-607 0 0,-1 3-4258 0 0,-24 19 9309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1:44.59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531 25 713 0 0,'0'0'-77'0'0,"-6"-6"783"0"0,-3-12 18391 0 0,16 32-13322 0 0,3 39-5778 0 0,-1 4 2 0 0,-5-27-1 0 0,-1-15-8 0 0,-1-7 12 0 0,-1-1 0 0 0,0 1 0 0 0,0-1 1 0 0,0 1-1 0 0,-1 12 0 0 0,-1-16-2 0 0,0-1 0 0 0,0 0 0 0 0,0 0 0 0 0,0 0-1 0 0,-1 1 1 0 0,1-1 0 0 0,-1 0 0 0 0,0-1 0 0 0,0 1 0 0 0,0 0-1 0 0,0 0 1 0 0,0-1 0 0 0,-1 1 0 0 0,1-1 0 0 0,-1 0 0 0 0,0 0 0 0 0,-3 2-1 0 0,1-1 1 0 0,-1 0-1 0 0,1-1 0 0 0,-1 0 0 0 0,1 0 1 0 0,-1 0-1 0 0,0-1 0 0 0,0 0 0 0 0,1 0 0 0 0,-1-1 1 0 0,-9 1-1 0 0,-40-4-3007 0 0,53 2 2987 0 0,-7-12-5588 0 0,-2-2 4391 0 0,5-20-3634 0 0,6 23 7923 0 0,0 0 4468 0 0,-11 35-3391 0 0,3-8-4186 0 0,-12 29-2638 0 0,-1-1-1 0 0,-2 0 1 0 0,-2-2 0 0 0,-47 58 0 0 0,-17 5 1443 0 0,42-54-1448 0 0,-1-2-3927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3T14:21:45.57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46 23 25886,'0'1'0,"0"0"0,0 0 0,0 0 0,0 0 0,-1 0 0,1-1 0,0 1 0,0 0 0,-1 0 0,1 0 0,0 0 0,-1-1 0,1 1 0,-1 0 0,1 0 0,-1-1 0,1 1 0,-1 0 0,0-1 0,1 1 0,-1 0 0,0-1 0,1 1 0,-1-1 0,0 1 0,0-1 0,1 1 0,-1-1 0,0 0 0,0 1 0,0-1 0,0 0 0,1 0 0,-1 1 0,0-1 0,0 0 0,0 0 0,0 0 0,0 0 0,0 0 0,0 0 0,1 0 0,-1 0 0,0 0 0,0-1 0,0 1 0,0 0 0,0 0 0,0-1 0,1 1 0,-1 0 0,0-1 0,0 1 0,1-1 0,-1 1 0,0-1 0,0 1 0,1-1 0,-1 0 0,0 1 0,1-1 0,-1 0 0,1 1 0,-1-1 0,1 0 0,-1 0 0,1 1 0,-1-1 0,1 0 0,0 0 0,0 0 0,-1 0 0,1 1 0,0-1 0,0 0 0,0 0 0,-1 0 0,1 0 0,0 0 0,0 0 0,0 0 0,1 1 0,-1-1 0,0 0 0,0 0 0,0 0 0,1 0 0,-1 0 0,0 0 0,0 1 0,1-1 0,-1 0 0,1 0 0,-1 1 0,1-1 0,-1 0 0,1 0 0,-1 1 0,1-1 0,0 0 0,-1 1 0,1-1 0,0 1 0,0-1 0,-1 1 0,1-1 0,0 1 0,0-1 0,-1 1 0,1 0 0,0 0 0,0-1 0,0 1 0,0 0 0,0 0 0,0 0 0,-1-1 0,1 1 0,0 0 0,0 0 0,0 0 0,0 1 0,0-1 0,0 0 0,0 0 0,-1 0 0,1 1 0,0-1 0,0 0 0,0 0 0,0 1 0,-1-1 0,1 1 0,0-1 0,0 1 0,-1-1 0,1 1 0,0-1 0,-1 1 0,1 0 0,0-1 0,-1 1 0,1 0 0,-1 0 0,1-1 0,-1 1 0,1 0 0,-1 0 0,0-1 0,1 1 0,-1 0 0,0 0 0,0 0 0,1 0 0,-1 0 0,0 0 0,0-1 0,0 1 0,0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2:02.36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72 24 804 0 0,'0'0'3040'0'0,"3"-23"19318"0"0,-70 389-22346 0 0,67-363-12 0 0,-2 4-639 0 0,0 1-1 0 0,0 0 1 0 0,1 0 0 0 0,1 0 0 0 0,0 15 0 0 0,-1 1-1852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2:05.323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60 1 587 0 0,'0'0'4705'0'0,"11"5"-3072"0"0,5 3 14235 0 0,78 21-12177 0 0,-6-2-3971 0 0,-45-6 260 0 0,-41-20 10 0 0,13 23 27 0 0,-15-22-16 0 0,0 0-1 0 0,0 0 1 0 0,0-1 0 0 0,0 1 0 0 0,-1 0 0 0 0,1 0 0 0 0,0-1 0 0 0,-1 1 0 0 0,1 0 0 0 0,-1-1-1 0 0,0 1 1 0 0,0 0 0 0 0,1-1 0 0 0,-1 1 0 0 0,0-1 0 0 0,0 1 0 0 0,-1-1 0 0 0,1 1 0 0 0,0-1 0 0 0,0 0-1 0 0,-1 0 1 0 0,1 0 0 0 0,0 0 0 0 0,-1 0 0 0 0,0 0 0 0 0,1 0 0 0 0,-3 1 0 0 0,-55 26-6 0 0,46-22 7 0 0,-22 9 19 0 0,-45 19-5182 0 0,0-6-7365 0 0,78-28 12018 0 0,-2 6-2448 0 0,-8-7 9143 0 0,-1-3 3847 0 0,10 3-6151 0 0,2 0-5046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2:05.79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390 0 783 0 0,'0'0'3133'0'0,"-9"6"956"0"0,-4 2 10508 0 0,5 1-10985 0 0,-54 49-3617 0 0,-94 67 1 0 0,155-124 6 0 0,-19 14-167 0 0,2-4-1405 0 0,-1 0 0 0 0,-35 13 1 0 0,52-23 981 0 0,-12-4 2704 0 0,0 1-2507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2:06.28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90 0 885 0 0,'0'0'4841'0'0,"-4"11"-1199"0"0,1-3-1218 0 0,0 1 1 0 0,1-1-1 0 0,0 1 1 0 0,1 0-1 0 0,0 14 1 0 0,-1 0-126 0 0,-32 232-11433 0 0,32-245 7194 0 0,0 0 0 0 0,0-1 0 0 0,-1 1 0 0 0,-1-1 0 0 0,1 1 0 0 0,-1-1 0 0 0,-8 12 0 0 0,6-12 384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2:07.53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931 94 777 0 0,'0'1'14254'0'0,"4"9"-6405"0"0,-3-7-7067 0 0,0-3-646 0 0,-1 1-1 0 0,1-1 0 0 0,-1 1 0 0 0,0 0 1 0 0,1-1-1 0 0,-1 1 0 0 0,0 0 1 0 0,0-1-1 0 0,1 1 0 0 0,-1 0 1 0 0,0-1-1 0 0,0 1 0 0 0,0 0 1 0 0,0-1-1 0 0,0 1 0 0 0,0 0 0 0 0,0-1 1 0 0,0 1-1 0 0,0 0 0 0 0,0-1 1 0 0,0 1-1 0 0,0 0 0 0 0,-1 1 1 0 0,-5 15-832 0 0,3-10 696 0 0,0 0 0 0 0,-1-1 0 0 0,0 1 0 0 0,0-1 0 0 0,0 0 0 0 0,-1 0 0 0 0,0-1 0 0 0,-8 8 0 0 0,12-12-137 0 0,0 0 1 0 0,0 0 0 0 0,0 0 0 0 0,-1-1-1 0 0,1 1 1 0 0,0 0 0 0 0,-1 0 0 0 0,1-1-1 0 0,-1 1 1 0 0,1-1 0 0 0,0 1 0 0 0,-1-1 0 0 0,-2 1-1 0 0,2-1-209 0 0,1 0 0 0 0,0-1 0 0 0,-1 1 0 0 0,1 0 0 0 0,0-1 0 0 0,-1 1 0 0 0,1 0 0 0 0,0-1 0 0 0,0 0 0 0 0,0 1 0 0 0,0-1 0 0 0,-1 0 0 0 0,1 1 0 0 0,0-1 0 0 0,0 0 0 0 0,0 0 0 0 0,0 0 0 0 0,1 0 0 0 0,-1 0 0 0 0,-1-1 0 0 0,-13-28-6932 0 0,11 14 5351 0 0,2-2 2009 0 0,1 1 1 0 0,1-25-1 0 0,1 12 9715 0 0,1 53-7975 0 0,-1-18-1321 0 0,-1-1 0 0 0,1 1 0 0 0,-1-1 0 0 0,0 1 0 0 0,0 0 0 0 0,0-1 0 0 0,-1 1 0 0 0,0-1 0 0 0,0 1 0 0 0,0-1 0 0 0,0 1 0 0 0,-4 6 0 0 0,3-7-829 0 0,0 1 1 0 0,0-1 0 0 0,-1 1 0 0 0,1-1 0 0 0,-1 0-1 0 0,0 0 1 0 0,-1 0 0 0 0,1 0 0 0 0,-1-1 0 0 0,0 0 0 0 0,1 1-1 0 0,-1-1 1 0 0,-1-1 0 0 0,1 1 0 0 0,0 0 0 0 0,-1-1-1 0 0,1 0 1 0 0,-1 0 0 0 0,0-1 0 0 0,0 1 0 0 0,1-1 0 0 0,-1 0-1 0 0,0 0 1 0 0,-8 0 0 0 0,8-1 46 0 0,1 0-1 0 0,-1 0 1 0 0,1 0-1 0 0,-1-1 1 0 0,1 0 0 0 0,-1 1-1 0 0,1-2 1 0 0,0 1-1 0 0,0 0 1 0 0,-1-1 0 0 0,1 0-1 0 0,0 0 1 0 0,0 0-1 0 0,1-1 1 0 0,-1 1 0 0 0,0-1-1 0 0,1 0 1 0 0,0 0-1 0 0,-1 0 1 0 0,1 0 0 0 0,0-1-1 0 0,1 1 1 0 0,-1-1-1 0 0,1 0 1 0 0,-1 0 0 0 0,1 0-1 0 0,0 0 1 0 0,-2-7-1 0 0,-9-27 12347 0 0,18 55-7820 0 0,-2-8-5016 0 0,7 18 716 0 0,-3-11 341 0 0,-2 0-1 0 0,8 32 1 0 0,-11-39-501 0 0,-1-1 0 0 0,0 0 0 0 0,-1 0 0 0 0,1 1 0 0 0,-2-1 0 0 0,1 0 0 0 0,-1 1 0 0 0,0-1 0 0 0,-1 0 0 0 0,0 0 0 0 0,0 0 0 0 0,-1 0 0 0 0,-5 12 0 0 0,1-8-317 0 0,0-1 0 0 0,0 1 0 0 0,-1-2 0 0 0,-1 1 0 0 0,0-1 0 0 0,0 0 0 0 0,-18 14 0 0 0,-25 14-4920 0 0,40-31 5373 0 0,-1 0 0 0 0,1-1 0 0 0,-1 0 0 0 0,-19 5 0 0 0,20-8 128 0 0,-1 0 0 0 0,1-1 0 0 0,-1-1 0 0 0,0 0 0 0 0,0 0 0 0 0,1-1 0 0 0,-1-1 0 0 0,0 0-1 0 0,0-1 1 0 0,-12-4 0 0 0,6 2 5 0 0,1-2 1 0 0,1 0-1 0 0,-1-1 0 0 0,1-1 0 0 0,0-1 1 0 0,-27-18-1 0 0,35 21-46 0 0,-1-2-1 0 0,2 1 1 0 0,-1-1 0 0 0,1 0 0 0 0,0-1 0 0 0,0 0-1 0 0,1 0 1 0 0,0-1 0 0 0,1 0 0 0 0,0 0 0 0 0,-7-17-1 0 0,12 22-32 0 0,0-1-1 0 0,1 1 0 0 0,0 0 0 0 0,-1-1 1 0 0,2 1-1 0 0,-1-1 0 0 0,0 1 0 0 0,1 0 1 0 0,0 0-1 0 0,1-1 0 0 0,-1 1 0 0 0,1 0 1 0 0,0 0-1 0 0,0 0 0 0 0,0 0 0 0 0,5-6 1 0 0,3-5-362 0 0,0 0 0 0 0,1 1 0 0 0,1 0 1 0 0,0 1-1 0 0,1 1 0 0 0,19-17 0 0 0,96-63-5638 0 0,-94 69 3700 0 0,-10 8-284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2:08.09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38 1 1197 0 0,'-6'3'11157'0'0,"-8"6"-5616"0"0,4 19 2778 0 0,6-21-8559 0 0,1-27-272 0 0,3 20 493 0 0,0-1-1 0 0,0 1 1 0 0,0-1 0 0 0,0 0 0 0 0,0 1 0 0 0,0-1-1 0 0,0 0 1 0 0,1 1 0 0 0,-1-1 0 0 0,0 1-1 0 0,0-1 1 0 0,0 0 0 0 0,1 1 0 0 0,-1-1-1 0 0,0 1 1 0 0,1-1 0 0 0,-1 1 0 0 0,0-1-1 0 0,1 1 1 0 0,-1-1 0 0 0,1 1 0 0 0,-1 0 0 0 0,1-1-1 0 0,-1 1 1 0 0,1-1 0 0 0,-1 1 0 0 0,1 0-1 0 0,0 0 1 0 0,-1-1 0 0 0,1 1 0 0 0,-1 0-1 0 0,2 0 1 0 0,23 0 418 0 0,-11 1-1758 0 0,1-2 3706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2:08.51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67 1 1155 0 0,'0'0'3313'0'0,"18"20"15001"0"0,-10-7-14026 0 0,-8-12-4874 0 0,1 2 316 0 0,0-2 270 0 0,-1-1 0 0 0,0 1 0 0 0,0-1 0 0 0,-1 1 0 0 0,1 0 0 0 0,0-1 0 0 0,0 1 0 0 0,0 0 0 0 0,0-1 0 0 0,0 1 0 0 0,-1-1 0 0 0,1 1 0 0 0,0-1 0 0 0,-1 1 0 0 0,1 0 0 0 0,0-1 0 0 0,-1 1 0 0 0,1-1 0 0 0,0 0 0 0 0,-1 1 0 0 0,1-1 0 0 0,-1 1 0 0 0,1-1 0 0 0,-1 0 0 0 0,1 1 0 0 0,-1-1 0 0 0,0 0 0 0 0,1 1 0 0 0,-1-1 0 0 0,1 0 0 0 0,-1 0 0 0 0,1 1 0 0 0,-1-1 0 0 0,0 0 0 0 0,1 0 0 0 0,-1 0 0 0 0,0 0 0 0 0,1 0 0 0 0,-2 0 0 0 0,-14 2 0 0 0,-5 1 0 0 0,17-3 0 0 0,-10-1 0 0 0,-7-2-4 0 0,20 2-35 0 0,14-13-3705 0 0,-7 12 5593 0 0,4-1-597 0 0,-4 2-4774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2:09.00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31 17 932 0 0,'-9'-12'21722'0'0,"13"18"-18112"0"0,12 18-3663 0 0,-15-23 47 0 0,-1 2 7 0 0,0 1 0 0 0,0-1 0 0 0,0 0 0 0 0,0 1 0 0 0,0-1 0 0 0,-1 0 1 0 0,-2 7-1 0 0,3-9-1 0 0,0-1 0 0 0,-1 1 0 0 0,1-1 0 0 0,0 1 0 0 0,-1-1 0 0 0,1 1 0 0 0,-1-1 0 0 0,1 1 0 0 0,0-1 0 0 0,-1 0 0 0 0,1 1 0 0 0,-1-1 0 0 0,0 0 0 0 0,1 1 0 0 0,-1-1 0 0 0,1 0 0 0 0,-1 0 0 0 0,1 1 0 0 0,-1-1 0 0 0,0 0 0 0 0,1 0 0 0 0,-1 0 0 0 0,0 0 0 0 0,1 0 0 0 0,-1 0 0 0 0,0 0 0 0 0,1 0 0 0 0,-1 0 0 0 0,1 0 0 0 0,-1 0 0 0 0,0 0 0 0 0,1 0 0 0 0,-1-1 0 0 0,1 1 0 0 0,-1 0 0 0 0,0-1 0 0 0,1 1 0 0 0,-1 0 0 0 0,1-1 0 0 0,-1 1 0 0 0,1 0 0 0 0,-1-1 0 0 0,1 1 0 0 0,-1-1 0 0 0,1 1 0 0 0,0-1 0 0 0,-1 1 0 0 0,1-1 0 0 0,0 1 0 0 0,-1-1 0 0 0,1 0 0 0 0,-2-3 0 0 0,0 0 0 0 0,0 0 0 0 0,1 1 0 0 0,0-1 0 0 0,0-1 0 0 0,0 1 0 0 0,-1-5 0 0 0,2-4-1839 0 0,3 0-5325 0 0,-2 12 6747 0 0,0 1 0 0 0,-1-1 0 0 0,1 1 0 0 0,0-1 0 0 0,0 1 0 0 0,0-1-1 0 0,0 1 1 0 0,1 0 0 0 0,-1 0 0 0 0,0-1 0 0 0,0 1 0 0 0,0 0 0 0 0,0 0-1 0 0,0 0 1 0 0,0 0 0 0 0,0 0 0 0 0,0 0 0 0 0,0 1 0 0 0,0-1 0 0 0,0 0-1 0 0,0 1 1 0 0,0-1 0 0 0,0 0 0 0 0,2 2 0 0 0,11 2-3478 0 0,-3 4 1014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2:09.86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216 0 795 0 0,'-19'8'18497'0'0,"18"-7"-17321"0"0,0 1 1 0 0,-6 7 3392 0 0,-25 23-4626 0 0,-2-1 1 0 0,-1-1 0 0 0,-50 31-1 0 0,84-60-262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2:10.62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128 10 620 0 0,'-3'-10'22077'0'0,"-14"36"-18246"0"0,-11-4-3673 0 0,12-11-630 0 0,-29 27 450 0 0,44-37 2 0 0,-16 12-5004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2:37.04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723 3 898 0 0,'0'1'12934'0'0,"-2"7"-4244"0"0,-2 2-5049 0 0,-2-6-3686 0 0,-5-2 137 0 0,9-1-91 0 0,5-1-68 0 0,10-3 101 0 0,-12 3-32 0 0,-1-1-1 0 0,0 0 0 0 0,0 1 1 0 0,0-1-1 0 0,1 0 0 0 0,-1 1 0 0 0,0-1 1 0 0,0 0-1 0 0,0 1 0 0 0,0-1 0 0 0,0 0 1 0 0,0 0-1 0 0,0 1 0 0 0,-1-1 1 0 0,1 0-1 0 0,0 1 0 0 0,0-1 0 0 0,0 0 1 0 0,-1 1-1 0 0,1-1 0 0 0,0 1 0 0 0,-1-1 1 0 0,1 0-1 0 0,-2 0 0 0 0,2 0-1 0 0,0 1 0 0 0,0 0 1 0 0,-1-1-1 0 0,1 1 0 0 0,0 0 0 0 0,0 0 0 0 0,-1-1 0 0 0,1 1 0 0 0,0 0 0 0 0,-1 0 1 0 0,1-1-1 0 0,-1 1 0 0 0,1 0 0 0 0,0 0 0 0 0,-1 0 0 0 0,1 0 0 0 0,0-1 0 0 0,-1 1 0 0 0,1 0 1 0 0,-1 0-1 0 0,1 0 0 0 0,-1 0 0 0 0,1 0 0 0 0,0 0 0 0 0,-1 0 0 0 0,1 0 0 0 0,-1 0 0 0 0,0 1 1 0 0,-18-3-1 0 0,-61 0-1967 0 0,18 7-3689 0 0,-65 14 0 0 0,23-3 2511 0 0,-70-4 3231 0 0,60-19 6297 0 0,112 7-6037 0 0,-13-3 2843 0 0,13 0-445 0 0,8 0-137 0 0,-3 2-2104 0 0,1-1-566 0 0,0 2-3749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2:37.88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262 5 781 0 0,'0'0'9266'0'0,"-8"-4"-6326"0"0,7 4-2542 0 0,0 0 0 0 0,0-1 1 0 0,0 1-1 0 0,0 1 0 0 0,0-1 0 0 0,1 0 1 0 0,-1 0-1 0 0,0 0 0 0 0,0 0 1 0 0,0 1-1 0 0,0-1 0 0 0,0 0 1 0 0,1 1-1 0 0,-1-1 0 0 0,0 1 1 0 0,0-1-1 0 0,1 1 0 0 0,-1-1 1 0 0,0 1-1 0 0,0-1 0 0 0,1 1 1 0 0,-1 0-1 0 0,1-1 0 0 0,-1 1 1 0 0,1 0-1 0 0,-1 0 0 0 0,1-1 1 0 0,-1 1-1 0 0,1 0 0 0 0,0 0 1 0 0,-1 1-1 0 0,0 0 83 0 0,-9 6-481 0 0,0 0 0 0 0,0-1 0 0 0,-1 0 0 0 0,0 0 0 0 0,0-1 0 0 0,0-1 0 0 0,-17 6 0 0 0,-27 14 0 0 0,0 2-1 0 0,54-26 0 0 0,-15 10 0 0 0,69 41 40 0 0,-43-40-271 0 0,1-2 0 0 0,0 0 0 0 0,0 0 1 0 0,1-1-1 0 0,14 9 0 0 0,5 1-1249 0 0,41 29-7678 0 0,-70-47 9190 0 0,-2-1 307 0 0,1 0 9 0 0,0 1 0 0 0,-1-1 1 0 0,1 1-1 0 0,0-1 1 0 0,-1 0-1 0 0,1 1 0 0 0,0-1 1 0 0,-1 1-1 0 0,1 0 1 0 0,-1-1-1 0 0,1 1 0 0 0,-1-1 1 0 0,0 1-1 0 0,1 0 0 0 0,-1-1 1 0 0,1 1-1 0 0,-1 0 1 0 0,1 1-1 0 0,6 10 2716 0 0,0-8-5751 0 0,42 0 5984 0 0,-35-3-1941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2:21.43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589 0 976 0 0,'-18'7'22416'0'0,"14"1"-20368"0"0,1 1-670 0 0,5 12-1990 0 0,-1-17 610 0 0,-3 26-6 0 0,2-16 17 0 0,-8 21 0 0 0,6-30-493 0 0,-1-1 0 0 0,0 1 0 0 0,0-1 0 0 0,0 0 0 0 0,0 0 0 0 0,-1 0 0 0 0,1 0 0 0 0,-1 0 0 0 0,0-1 0 0 0,0 0 0 0 0,0 0 0 0 0,-10 5 0 0 0,8-4-145 0 0,-1-1 0 0 0,1 0 1 0 0,-1 0-1 0 0,1-1 0 0 0,-1 0 1 0 0,0 0-1 0 0,0-1 0 0 0,0 1 1 0 0,-10-1-1 0 0,13-1 379 0 0,0 0 0 0 0,1 0 0 0 0,-1-1 0 0 0,0 1 0 0 0,0-1 0 0 0,0 0 0 0 0,-3-2 0 0 0,4 2 568 0 0,0-1 1 0 0,0 0-1 0 0,1 1 0 0 0,-1-1 1 0 0,1 0-1 0 0,0-1 0 0 0,-1 1 1 0 0,1 0-1 0 0,0-1 1 0 0,0 1-1 0 0,1-1 0 0 0,-1 1 1 0 0,0-1-1 0 0,1 0 0 0 0,0 0 1 0 0,-1 0-1 0 0,1 0 0 0 0,0 0 1 0 0,1 0-1 0 0,-2-6 2196 0 0,4 20 2293 0 0,-1 4-3922 0 0,-12 13-2139 0 0,-2 0-1 0 0,-1 0 0 0 0,-34 48 0 0 0,34-58-861 0 0,0-2 0 0 0,0 0 0 0 0,-30 25 0 0 0,-9-2 1166 0 0,30-23-293 0 0,-32 29-1 0 0,9 9-4064 0 0,40-47 3900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2:21.958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 0 1164 0 0,'1'1'13318'0'0,"7"1"-5084"0"0,0 0-4741 0 0,-7-2-3493 0 0,0 1 0 0 0,0-1 0 0 0,0 0 1 0 0,-1 1-1 0 0,1-1 0 0 0,0 1 0 0 0,0-1 0 0 0,-1 1 0 0 0,1-1 0 0 0,0 1 0 0 0,-1-1 1 0 0,1 1-1 0 0,-1 0 0 0 0,1-1 0 0 0,-1 1 0 0 0,1 0 0 0 0,-1 0 0 0 0,1-1 0 0 0,-1 1 1 0 0,0 0-1 0 0,1 0 0 0 0,-1 0 0 0 0,0 0 0 0 0,0-1 0 0 0,0 1 0 0 0,0 0 0 0 0,1 0 1 0 0,-1 0-1 0 0,0 0 0 0 0,-1 0 0 0 0,1-1 0 0 0,0 1 0 0 0,0 0 0 0 0,0 0 0 0 0,-1 1 1 0 0,1-2-1 0 0,1 1 0 0 0,-1-1 0 0 0,0 0 0 0 0,0 1 0 0 0,0-1 0 0 0,0 0 0 0 0,0 1 0 0 0,0-1 0 0 0,0 0 1 0 0,0 1-1 0 0,0-1 0 0 0,-1 0 0 0 0,1 1 0 0 0,0-1 0 0 0,0 0 0 0 0,0 1 0 0 0,0-1 0 0 0,0 0 0 0 0,-1 1 1 0 0,1-1-1 0 0,0 0 0 0 0,0 1 0 0 0,0-1 0 0 0,-1 0 0 0 0,1 0 0 0 0,0 1 0 0 0,0-1 0 0 0,-1 0 0 0 0,1 0 1 0 0,0 0-1 0 0,-1 1 0 0 0,1-1 0 0 0,0 0 0 0 0,-1 0 0 0 0,1 0 0 0 0,0 0 0 0 0,-1 0 0 0 0,1 0 0 0 0,0 0 1 0 0,-1 0-1 0 0,1 1 0 0 0,0-1 0 0 0,-1 0 0 0 0,1 0 0 0 0,0-1 0 0 0,-1 1 0 0 0,1 0 0 0 0,0 0 0 0 0,-1 0 0 0 0,1 0 1 0 0,0 0-1 0 0,-1 0 0 0 0,1-1 0 0 0,-19-17-27 0 0,17 17-100 0 0,21 9-3956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2:22.548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151 2 435 0 0,'-4'-2'22064'0'0,"-11"24"-17742"0"0,-9-6-4760 0 0,22-15 269 0 0,-31 25-77 0 0,26-20 149 0 0,-1 0 0 0 0,0 0 0 0 0,0 0 0 0 0,0-1 1 0 0,-14 6-1 0 0,11-6 924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2:23.21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94 0 847 0 0,'0'0'5609'0'0,"-5"9"-1960"0"0,-3 4 9233 0 0,-4 7-12440 0 0,2 0 1 0 0,0 1 0 0 0,1 0 0 0 0,2 1 0 0 0,0-1-1 0 0,1 1 1 0 0,-5 34 0 0 0,7-16-615 0 0,1 0-1 0 0,2 0 1 0 0,5 53-1 0 0,-4-90-312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2:23.77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128 1 1236 0 0,'0'0'1335'0'0,"-27"4"9923"0"0,10 2 1119 0 0,15-6-12399 0 0,20 29 49 0 0,8-8-24 0 0,-20-17-4 0 0,-1 0-1 0 0,1 1 1 0 0,-1 0 0 0 0,0-1 0 0 0,0 2 0 0 0,-1-1-1 0 0,0 0 1 0 0,0 1 0 0 0,0 0 0 0 0,5 11 0 0 0,-8-15 1 0 0,-1 0 0 0 0,1 0 0 0 0,-1 0 0 0 0,1 0 0 0 0,-1 0 0 0 0,0 0 0 0 0,0 0 0 0 0,0 0 0 0 0,0 0 0 0 0,0 0 0 0 0,-1 0 0 0 0,1 0 0 0 0,-1 0 0 0 0,1 0 0 0 0,-1 0 0 0 0,0 0 0 0 0,1 0 0 0 0,-1 0 0 0 0,0 0 0 0 0,0 0 0 0 0,0-1 0 0 0,-1 1 0 0 0,-2 3 0 0 0,-34 32-1536 0 0,34-34 1164 0 0,-25 19-2059 0 0,-44 26-9259 0 0,47-33 10685 0 0,25-14 814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2:24.08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326 14 1146 0 0,'0'0'531'0'0,"-14"-14"2711"0"0,4 19-77 0 0,-11 12 12745 0 0,13-11-13690 0 0,-57 52-2206 0 0,36-32-41 0 0,0-1 1 0 0,-2-1-1 0 0,-49 30 1 0 0,72-49 96 0 0,-5 2-4503 0 0,13-7 4068 0 0,0 0 0 0 0,-1 0 1 0 0,1 0-1 0 0,-1 0 0 0 0,1 0 0 0 0,-1 0 1 0 0,1 0-1 0 0,-1 0 0 0 0,1 0 0 0 0,-1 0 1 0 0,1 0-1 0 0,-1 0 0 0 0,1-1 0 0 0,0 1 1 0 0,-1 0-1 0 0,1 0 0 0 0,-1 0 0 0 0,1-1 1 0 0,0 1-1 0 0,-1 0 0 0 0,1-1 0 0 0,0 1 1 0 0,-1 0-1 0 0,1-1 0 0 0,-1 0 1 0 0,-6-7-2467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2:24.61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900 1 967 0 0,'-1'1'13387'0'0,"-8"4"-5064"0"0,-48 20-4314 0 0,-20-9-4187 0 0,47-11-116 0 0,-110 15 294 0 0,0-5 0 0 0,-199-5 0 0 0,235-10-8 0 0,102 0-14 0 0,10-6 52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2:25.128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216 0 786 0 0,'0'0'5397'0'0,"-5"2"-3105"0"0,-11 3 12178 0 0,4 4-13744 0 0,1 0 1 0 0,-1 0-1 0 0,2 1 1 0 0,-16 18-1 0 0,15-17-988 0 0,1 1 1 0 0,-2-2-1 0 0,1 1 0 0 0,-15 8 0 0 0,-4-2-896 0 0,16-10-5099 0 0,13-6 6040 0 0,-8 16-983 0 0,26 3-3019 0 0,2-1 3559 0 0,-5-5 3120 0 0,1-1-1 0 0,0 0 1 0 0,1-1 0 0 0,26 15-1 0 0,-39-25-2591 0 0,3 6 2191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2:26.75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550 1 1089 0 0,'0'0'7232'0'0,"-9"12"-6921"0"0,7-7 2776 0 0,4 23 7982 0 0,-1-16-7643 0 0,2 39-3426 0 0,-2-45 0 0 0,-1 0 0 0 0,1-1 0 0 0,-1 1 0 0 0,0-1 0 0 0,0 1 0 0 0,-1-1 0 0 0,1 1 0 0 0,-1-1 0 0 0,-1 1 0 0 0,1-1 0 0 0,-1 1 0 0 0,-4 8 0 0 0,4-10-20 0 0,-1-1-1 0 0,1 0 1 0 0,-1 1 0 0 0,0-1 0 0 0,0 0 0 0 0,0-1 0 0 0,0 1 0 0 0,-1-1 0 0 0,1 1 0 0 0,-1-1 0 0 0,0 0 0 0 0,1 0 0 0 0,-1 0-1 0 0,0-1 1 0 0,0 0 0 0 0,0 1 0 0 0,0-1 0 0 0,0-1 0 0 0,-1 1 0 0 0,1 0 0 0 0,0-1 0 0 0,0 0 0 0 0,-7-1 0 0 0,-6 3 204 0 0,15-2-410 0 0,-1 1 0 0 0,1-1 0 0 0,-1 0 0 0 0,1 0 0 0 0,0 1 0 0 0,-1-2 0 0 0,1 1 0 0 0,-1 0 0 0 0,1 0 0 0 0,-1-1-1 0 0,1 1 1 0 0,0-1 0 0 0,-1 0 0 0 0,1 0 0 0 0,0 0 0 0 0,0 0 0 0 0,0 0 0 0 0,0 0 0 0 0,-4-3 0 0 0,4 1-658 0 0,0 0-1 0 0,0 0 1 0 0,1 0 0 0 0,0-1 0 0 0,-1 1 0 0 0,1 0-1 0 0,0-1 1 0 0,0 1 0 0 0,1 0 0 0 0,-1-1-1 0 0,1 1 1 0 0,0-7 0 0 0,0 8 886 0 0,-3-21 168 0 0,-1 61 7834 0 0,-6-1-4027 0 0,-9 7-3326 0 0,-21 19-5056 0 0,15-32-344 0 0,-33 32 1 0 0,2-8 6520 0 0,54-53-1510 0 0,-18 16-248 0 0,-51 54-761 0 0,33-21-3301 0 0,37-49 2914 0 0,-5 4-1751 0 0,-1 0 855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2:27.39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9 12 1449 0 0,'-1'1'14688'0'0,"-3"7"-7617"0"0,1-1-4066 0 0,3-10-3006 0 0,0 2 1 0 0,0 1 0 0 0,-1-1 0 0 0,1 0-1 0 0,0 0 1 0 0,0 1 0 0 0,0-1 0 0 0,0 0 0 0 0,0 0 0 0 0,1 0 0 0 0,-1 1 0 0 0,0-1 0 0 0,0 0 0 0 0,0 0 0 0 0,1 0-1 0 0,-1 1 1 0 0,0-1 0 0 0,1 0 0 0 0,-1 1 0 0 0,1-1 0 0 0,-1 0 0 0 0,1 1 0 0 0,-1-1 0 0 0,1 0 0 0 0,-1 0-27 0 0,0 1 25 0 0,1 0 0 0 0,-1 0 0 0 0,0-1-1 0 0,0 1 1 0 0,0 0 0 0 0,0-1 0 0 0,0 1 0 0 0,1 0 0 0 0,-1 0-1 0 0,0-1 1 0 0,0 1 0 0 0,0 0 0 0 0,1 0 0 0 0,-1-1-1 0 0,0 1 1 0 0,0 0 0 0 0,1 0 0 0 0,-1 0 0 0 0,0 0-1 0 0,0-1 1 0 0,1 1 0 0 0,-1 0 0 0 0,0 0 0 0 0,1 0 0 0 0,-1 0-1 0 0,0 0 1 0 0,1 0 0 0 0,-1 0 0 0 0,0 0 0 0 0,1 0-1 0 0,-1 0 1 0 0,0 0 0 0 0,0 0 0 0 0,1 0 0 0 0,-1 0 0 0 0,14 0-2 0 0,-13 0-606 0 0,4 3 1403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2:29.21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80 41 778 0 0,'0'0'1657'0'0,"-2"-17"3224"0"0,-1 6 8521 0 0,-11 0-7907 0 0,13 10-5498 0 0,-9 6-6 0 0,9-5 8 0 0,0 0 0 0 0,1 0 1 0 0,-1 0-1 0 0,0 1 0 0 0,0-1 1 0 0,0 0-1 0 0,0 1 0 0 0,0-1 1 0 0,0 0-1 0 0,1 1 0 0 0,-1-1 0 0 0,0 1 1 0 0,0-1-1 0 0,1 1 0 0 0,-1 0 1 0 0,0 0-1 0 0,-6 15-651 0 0,2 1-1 0 0,-6 23 1 0 0,6-12-1862 0 0,2 1 1 0 0,-1 32-1 0 0,6 59-5302 0 0,4-44 5368 0 0,-5-66 2405 0 0,0 6-503 0 0,1 20 6086 0 0,-2-34-5627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2:29.71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122 10 824 0 0,'-16'-10'25382'0'0,"41"19"-25382"0"0,-16-6-3 0 0,-1 2 1 0 0,1-1-1 0 0,-1 1 0 0 0,12 9 0 0 0,-15-8 5 0 0,0 1 0 0 0,0 0-1 0 0,0 0 1 0 0,-1 0 0 0 0,0 0 0 0 0,0 1-1 0 0,-1-1 1 0 0,4 13 0 0 0,-7-17-4 0 0,1-1 1 0 0,-1 1-1 0 0,0 0 1 0 0,0 0-1 0 0,0 0 0 0 0,0 0 1 0 0,0 0-1 0 0,0 0 1 0 0,-1 0-1 0 0,0 0 0 0 0,0-1 1 0 0,1 1-1 0 0,-1 0 1 0 0,-1 0-1 0 0,1-1 0 0 0,0 1 1 0 0,-1-1-1 0 0,1 1 1 0 0,-1-1-1 0 0,0 0 1 0 0,0 1-1 0 0,-2 1 0 0 0,-1 1 9 0 0,-5 6-13 0 0,-1-1-1 0 0,-1-1 1 0 0,0 0 0 0 0,0 0 0 0 0,0-1-1 0 0,-1-1 1 0 0,-1 0 0 0 0,1-1 0 0 0,-21 7-1 0 0,30-13-10 0 0,1 1 0 0 0,-1-1-1 0 0,1 1 1 0 0,-1-1-1 0 0,0 0 1 0 0,0 0-1 0 0,1-1 1 0 0,-1 1-1 0 0,1-1 1 0 0,-6-1 0 0 0,-2 0-874 0 0,9 1-483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2:30.04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379 6 1084 0 0,'0'0'62'0'0,"0"1"0"0"0,0-1 0 0 0,0 0-1 0 0,0 0 1 0 0,0 0 0 0 0,-1 0 0 0 0,1 0 0 0 0,0 0 0 0 0,0 0 0 0 0,0 0 0 0 0,0 0-1 0 0,-1 0 1 0 0,1 0 0 0 0,0 0 0 0 0,0 0 0 0 0,0 0 0 0 0,0 0 0 0 0,0 0-1 0 0,-1 0 1 0 0,1-1 0 0 0,0 1 0 0 0,0 0 0 0 0,0 0 0 0 0,0 0 0 0 0,0 0-1 0 0,-1 0 1 0 0,1 0 0 0 0,0 0 0 0 0,0 0 0 0 0,0 0 0 0 0,0-1 0 0 0,0 1-1 0 0,0 0 1 0 0,0 0 0 0 0,0 0 0 0 0,0 0 0 0 0,-1 0 0 0 0,1-1 0 0 0,0 1-1 0 0,0 0 1 0 0,0 0 0 0 0,0 0 0 0 0,0 0 0 0 0,0 0 0 0 0,0-1 0 0 0,0 1-1 0 0,0 0 1 0 0,0 0 0 0 0,0 0 0 0 0,0 0 0 0 0,0-1 0 0 0,0 1 0 0 0,0 0 0 0 0,0 0-1 0 0,0 0 1 0 0,1 0 0 0 0,-1 0 0 0 0,0-1 0 0 0,0 1 0 0 0,0 0 0 0 0,0 0-1 0 0,0 0 1 0 0,0 0 0 0 0,0 0 0 0 0,1-1 0 0 0,-19 15 8559 0 0,-8 10 1227 0 0,14-12-7270 0 0,-11 11-2578 0 0,-2-1 0 0 0,0-1 0 0 0,-2-1 0 0 0,0-2 0 0 0,-31 16 0 0 0,20-11 0 0 0,-36 19-3075 0 0,72-41 2349 0 0,-18 3 1553 0 0,21-15 2147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2:31.53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419 262 1049 0 0,'0'0'966'0'0,"-6"-1"457"0"0,-19-4 9831 0 0,63 32-2746 0 0,-4-2-5494 0 0,1-2-3026 0 0,-12-9-16 0 0,0 2 1 0 0,-2 0-1 0 0,24 22 1 0 0,-9 8 147 0 0,-31-38-119 0 0,-4-6-5 0 0,-1 23-4 0 0,-6-20 27 0 0,0-1 1 0 0,-1 1-1 0 0,0-1 1 0 0,0-1-1 0 0,0 1 1 0 0,0-1 0 0 0,0-1-1 0 0,-1 1 1 0 0,1-1-1 0 0,-1 0 1 0 0,1-1-1 0 0,-1 0 1 0 0,0 0-1 0 0,0-1 1 0 0,-14-1-1 0 0,8 1-303 0 0,0-2 0 0 0,-1 0-1 0 0,-15-4 1 0 0,18 2-999 0 0,1 1 0 0 0,0-1-1 0 0,-18-10 1 0 0,26 12 1754 0 0,0 0-1 0 0,-1-1 0 0 0,1 1 1 0 0,0-1-1 0 0,0 1 0 0 0,1-1 1 0 0,-1 0-1 0 0,1 0 1 0 0,-1-1-1 0 0,-2-4 0 0 0,-13-35 398 0 0,15 36-1190 0 0,2 5 272 0 0,1-12-928 0 0,0 11 171 0 0,0 0 1 0 0,1-1-1 0 0,-1 1 1 0 0,1 0-1 0 0,-1 0 1 0 0,1 0-1 0 0,0 0 1 0 0,0 0-1 0 0,0 0 1 0 0,1 0-1 0 0,-1 0 1 0 0,3-3-1 0 0,-2 4 260 0 0,-1-1 0 0 0,1 1 0 0 0,0 0 0 0 0,1 0 0 0 0,-1 0 0 0 0,0 0-1 0 0,1 0 1 0 0,-1 1 0 0 0,1-1 0 0 0,-1 1 0 0 0,5-2 0 0 0,-3 1 432 0 0,0 1-1 0 0,1 0 1 0 0,-1 0-1 0 0,0 0 1 0 0,1 0-1 0 0,-1 1 1 0 0,7 0 0 0 0,-6 0 1188 0 0,1 1 0 0 0,-1-1 0 0 0,1 1 0 0 0,-1 1 1 0 0,10 3-1 0 0,-1 1-545 0 0,6 3 9109 0 0,-6-1-6995 0 0,-12-8-2665 0 0,-2 5 339 0 0,-1 1 15 0 0,1-1 1 0 0,-1 0-1 0 0,0 0 0 0 0,-3 8 1 0 0,-14 21-2165 0 0,13-27 463 0 0,-1-1-1 0 0,-1 1 0 0 0,1-1 0 0 0,-1 0 0 0 0,0-1 0 0 0,-15 9 0 0 0,3-3-1568 0 0,0-2 0 0 0,-35 13 0 0 0,-5-4 7545 0 0,19-11-6048 0 0,2-9 4837 0 0,19 0 627 0 0,17 2-3251 0 0,-11-3 476 0 0,9 1-809 0 0,-1 1 1 0 0,1 0 0 0 0,-1-1-1 0 0,1 0 1 0 0,-1 0 0 0 0,1 0-1 0 0,0-1 1 0 0,0 1 0 0 0,0-1 0 0 0,0 0-1 0 0,0 0 1 0 0,-5-7 0 0 0,3-2-439 0 0,1 0 0 0 0,-1-1 0 0 0,2 0 0 0 0,0 1 0 0 0,1-2 0 0 0,0 1 0 0 0,-1-14 0 0 0,4 24 0 0 0,-24-181-2466 0 0,23 174 1607 0 0,-10-80-8720 0 0,-3 33 8595 0 0,14 55 1090 0 0,-10-39-223 0 0,10 40 184 0 0,3 4-740 0 0,-2 21 14861 0 0,-1-18-12456 0 0,0-3-3763 0 0,-1 14 104 0 0,0-2-1633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2:43.61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408 24 541 0 0,'0'0'971'0'0,"1"-23"14832"0"0,-7 26-15067 0 0,-1 1-1 0 0,0 0 0 0 0,1 0 1 0 0,0 1-1 0 0,0 0 0 0 0,0 0 1 0 0,0 0-1 0 0,1 1 1 0 0,0 0-1 0 0,-7 11 0 0 0,-7 5 75 0 0,-27 32-4080 0 0,2 2 1 0 0,2 2-1 0 0,-61 115 1 0 0,82-134-122 0 0,-33 47 3851 0 0,53-85-444 0 0,-5 14 1476 0 0,6-12-4053 0 0,4-6 1651 0 0,11-9 17386 0 0,-12 3-16607 0 0,-1-2 1758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2:44.73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11 18 907 0 0,'-5'-14'22408'0'0,"0"11"-18785"0"0,17 12-4347 0 0,20 43 724 0 0,-7-13-2943 0 0,-2 0 0 0 0,-1 2 0 0 0,18 48 0 0 0,-16-18 4059 0 0,-13-33 4656 0 0,-2-4-803 0 0,-1-17-5056 0 0,-7-15 83 0 0,6 24-5543 0 0,2 3-905 0 0,-6-17 6602 0 0,-3-10-35 0 0,8 18-146 0 0,-4-15 33 0 0,-4-5-3 0 0,1 0 1 0 0,-1 1-1 0 0,1-1 1 0 0,-1 1 0 0 0,0-1-1 0 0,1 1 1 0 0,-1-1 0 0 0,1 1-1 0 0,-1-1 1 0 0,0 1 0 0 0,1 0-1 0 0,-1-1 1 0 0,0 1 0 0 0,0 0-1 0 0,0-1 1 0 0,1 1 0 0 0,-1-1-1 0 0,0 1 1 0 0,0 0 0 0 0,0-1-1 0 0,0 1 1 0 0,0 0 0 0 0,0 0-1 0 0,0-1 1 0 0,0 1 0 0 0,0-1-1 0 0,-1 1 1 0 0,1 0 0 0 0,0-1-1 0 0,0 1 1 0 0,-1 0 0 0 0,1-1-1 0 0,0 1 1 0 0,-1-1 0 0 0,1 1-1 0 0,0-1 1 0 0,-1 1 0 0 0,1 0-1 0 0,-1-1 1 0 0,0 2-29 0 0,-21 6 11841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2:46.63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429 1 980 0 0,'0'0'5745'0'0,"5"13"-2130"0"0,-2-3-1172 0 0,0 0 1 0 0,-1 0 0 0 0,0 0-1 0 0,0 0 1 0 0,0 16-1 0 0,0 1-1230 0 0,1-2-1213 0 0,-3-21 0 0 0,-2 15 0 0 0,2-15-351 0 0,-1 0 1 0 0,1 0-1 0 0,-1 0 1 0 0,0 0-1 0 0,0 0 1 0 0,0 0-1 0 0,-1-1 1 0 0,1 1-1 0 0,-1 0 1 0 0,0-1-1 0 0,0 1 1 0 0,0-1 0 0 0,0 1-1 0 0,-1-1 1 0 0,0 0-1 0 0,1 0 1 0 0,-1 0-1 0 0,0-1 1 0 0,0 1-1 0 0,-1-1 1 0 0,1 1-1 0 0,-4 1 1 0 0,2-2-124 0 0,0 0 1 0 0,0 0-1 0 0,0-1 1 0 0,0 0-1 0 0,0 0 1 0 0,0 0-1 0 0,0-1 1 0 0,-1 1-1 0 0,1-1 0 0 0,0 0 1 0 0,0-1-1 0 0,0 1 1 0 0,0-1-1 0 0,-1 0 1 0 0,1-1-1 0 0,-6-1 1 0 0,9 1 947 0 0,-1 1 0 0 0,1-1 0 0 0,0 1 0 0 0,0-1 0 0 0,0 0 1 0 0,0 0-1 0 0,0 0 0 0 0,0 0 0 0 0,0 0 0 0 0,0-1 0 0 0,1 1 1 0 0,-1 0-1 0 0,1-1 0 0 0,0 1 0 0 0,0-1 0 0 0,-2-3 0 0 0,-2-13 5061 0 0,4 15-3711 0 0,2 6-1132 0 0,0 0-692 0 0,-1 1 0 0 0,1-1 0 0 0,-1 1 0 0 0,1-1 0 0 0,-1 1 0 0 0,0-1 0 0 0,0 1 0 0 0,0-1 0 0 0,0 1 0 0 0,0-1 0 0 0,0 1 0 0 0,-1-1 0 0 0,1 1 0 0 0,-1-1 0 0 0,0 0 0 0 0,-1 4 0 0 0,-1 2 0 0 0,-3 12-660 0 0,-1-1 0 0 0,-10 19 0 0 0,4-13-1871 0 0,0-2-1 0 0,-26 34 1 0 0,-43 37-5240 0 0,24-37 5477 0 0,32-34-2405 0 0,21-16 2828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2:47.10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11 0 965 0 0,'0'0'3039'0'0,"9"4"1056"0"0,-8-5-3544 0 0,0 1-1 0 0,-1 0 1 0 0,1 0-1 0 0,0 0 1 0 0,-1 0-1 0 0,1 1 1 0 0,-1-1-1 0 0,1 0 0 0 0,0 0 1 0 0,-1 0-1 0 0,1 0 1 0 0,-1 1-1 0 0,1-1 1 0 0,0 0-1 0 0,-1 1 1 0 0,1-1-1 0 0,-1 0 1 0 0,1 1-1 0 0,-1-1 1 0 0,1 0-1 0 0,-1 1 1 0 0,0-1-1 0 0,1 1 1 0 0,-1-1-1 0 0,1 1 0 0 0,-1-1 1 0 0,0 1-1 0 0,0 0 1 0 0,1 0-1 0 0,0 1 1051 0 0,-1-2-1601 0 0,0 0 0 0 0,0 0 0 0 0,0 0 0 0 0,1 1 0 0 0,-1-1 0 0 0,0 0 0 0 0,0 0 0 0 0,0 0 0 0 0,0 1 0 0 0,1-1 0 0 0,-1 0 0 0 0,0 0 0 0 0,0 0 0 0 0,0 1 0 0 0,0-1 0 0 0,0 0 0 0 0,0 0 0 0 0,0 1 0 0 0,0-1 0 0 0,0 0 0 0 0,0 0 0 0 0,0 1 0 0 0,0-1 0 0 0,0 0 0 0 0,0 0 0 0 0,0 1 0 0 0,0-1 0 0 0,0 0 0 0 0,0 0 0 0 0,0 1 0 0 0,0-1 0 0 0,0 0 0 0 0,0 0 0 0 0,0 0 0 0 0,0 1 0 0 0,-1-1 0 0 0,1 0 0 0 0,0 1 0 0 0,-18-5 0 0 0,0-4-9 0 0,17 7-52 0 0,21-5-1992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2:47.77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20 0 823 0 0,'0'0'6399'0'0,"-9"8"-2818"0"0,8-7-3068 0 0,0 0 0 0 0,0 0 0 0 0,1 0 1 0 0,-1 0-1 0 0,0 0 0 0 0,0 0 0 0 0,1 0 1 0 0,-1 0-1 0 0,1 0 0 0 0,-1 0 0 0 0,1 0 1 0 0,-1 0-1 0 0,1 1 0 0 0,0-1 0 0 0,-1 0 1 0 0,1 0-1 0 0,0 1 0 0 0,0-1 0 0 0,0 0 1 0 0,0 0-1 0 0,0 1 0 0 0,0-1 0 0 0,0 0 1 0 0,1 0-1 0 0,-1 0 0 0 0,0 1 0 0 0,1 0 1 0 0,0 3 526 0 0,-5 250-3016 0 0,15-107 3945 0 0,-7-131-1922 0 0,-11-19-87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2:48.39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73 1 1183 0 0,'0'2'14373'0'0,"1"9"-6894"0"0,0-9-7105 0 0,-1 1 1 0 0,1 0-1 0 0,0 0 0 0 0,0-1 1 0 0,0 1-1 0 0,0 0 0 0 0,0-1 0 0 0,0 1 1 0 0,3 2-1 0 0,22 22-846 0 0,-24-24 380 0 0,22 11 92 0 0,-14-9 0 0 0,-1 0 0 0 0,0 0 0 0 0,14 11 0 0 0,-23-15 0 0 0,1 1 0 0 0,0-1 0 0 0,-1 0 0 0 0,1 0 0 0 0,-1 0 0 0 0,1 0 0 0 0,-1 0 0 0 0,0 0 0 0 0,0 1 0 0 0,1-1 0 0 0,-1 0 0 0 0,0 0 0 0 0,0 0 0 0 0,0 1 0 0 0,0-1 0 0 0,0 0 0 0 0,0 0 0 0 0,-1 0 0 0 0,1 0 0 0 0,0 1 0 0 0,-1-1 0 0 0,1 0 0 0 0,-1 0 0 0 0,1 0 0 0 0,-1 0 0 0 0,1 0 0 0 0,-1 0 0 0 0,0 0 0 0 0,1 0 0 0 0,-1 0 0 0 0,0 0 0 0 0,0 0 0 0 0,-1 0 0 0 0,-57 41-1678 0 0,47-36 1160 0 0,0 2-1 0 0,1 0 1 0 0,0 0 0 0 0,0 1-1 0 0,1 1 1 0 0,-10 10 0 0 0,11-12-926 0 0,-8-2-13335 0 0,11-5 11134 0 0,3 0 3993 0 0,1-1-1732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2:48.79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340 15 804 0 0,'2'-6'462'0'0,"-1"-3"782"0"0,-7 9 5162 0 0,-8 6 7664 0 0,10-4-13677 0 0,1 0-1 0 0,-1 1 1 0 0,1-1-1 0 0,0 1 1 0 0,0 0-1 0 0,0 0 0 0 0,0 0 1 0 0,0 0-1 0 0,-2 5 1 0 0,0-1-533 0 0,1 0 1 0 0,0 0-1 0 0,0 0 1 0 0,-4 13 0 0 0,3-5-788 0 0,-1-2 0 0 0,0 1 1 0 0,-1-1-1 0 0,-1 0 1 0 0,0 0-1 0 0,-1-1 1 0 0,0 0-1 0 0,-1-1 1 0 0,0 0-1 0 0,-1 0 0 0 0,0-1 1 0 0,-1-1-1 0 0,0 0 1 0 0,-25 15-1 0 0,31-22 451 0 0,0 0 0 0 0,1 0 1 0 0,-1 0-1 0 0,0-1 0 0 0,0 0 0 0 0,0 0 0 0 0,0-1 0 0 0,-1 1 0 0 0,1-1 0 0 0,0-1 0 0 0,-6 0 1 0 0,10 0 474 0 0,1 0 1 0 0,0 0 0 0 0,-1 0 0 0 0,1 0 0 0 0,0 0-1 0 0,-1 0 1 0 0,1 0 0 0 0,0 0 0 0 0,0-1 0 0 0,0 1-1 0 0,0 0 1 0 0,0-1 0 0 0,0 1 0 0 0,0-1 0 0 0,1 1-1 0 0,-1-1 1 0 0,0 1 0 0 0,1-1 0 0 0,-1 0 0 0 0,1-1-1 0 0,-3-9 2278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2:49.74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54 17 831 0 0,'-8'-17'25382'0'0,"9"22"-25474"0"0,0-1 103 0 0,0 1 0 0 0,0 0 0 0 0,-1-1 0 0 0,0 1 0 0 0,0 0-1 0 0,0-1 1 0 0,-1 7 0 0 0,1-10-6 0 0,-15 261-22 0 0,15-260 11 0 0,-1 26 20 0 0,-14 4-13 0 0,14-30-4 0 0,-15 61-5 0 0,15-61-2 0 0,22-13-10261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2:51.12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100 19 581 0 0,'0'0'787'0'0,"-28"-1"12638"0"0,3 4-4692 0 0,15-1-6045 0 0,-8 3-2690 0 0,0-4 0 0 0,41 3 6 0 0,20-5-6 0 0,76-13 1 0 0,-41 3 2 0 0,-12 5-9 0 0,-63 6-29 0 0,11-1 3 0 0,48 2-151 0 0,-59 0-169 0 0,-16-1-7539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2:51.65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58 0 865 0 0,'-1'2'9375'0'0,"-5"12"4664"0"0,4-9-12104 0 0,-8 22-1936 0 0,1 1 1 0 0,2-1 0 0 0,1 2 0 0 0,1-1-1 0 0,1 1 1 0 0,1 0 0 0 0,3 42 0 0 0,-2-64-4 0 0,-1 12 3 0 0,5 0 0 0 0,-2-17-26 0 0,11 26-1508 0 0,-6-23 2356 0 0,-15 3-72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2:52.27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398 1 829 0 0,'-2'0'14041'0'0,"-8"1"-6080"0"0,-5 1-6573 0 0,-1 1-1 0 0,-24 8 1 0 0,-2-1-2168 0 0,3-3 779 0 0,0-2 1 0 0,0-2-1 0 0,0-1 0 0 0,-66-6 1 0 0,96 3-1 0 0,7 1 2 0 0,16-9-1266 0 0,-13 8-231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2:53.94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611 1 1141 0 0,'0'0'4107'0'0,"1"2"-1030"0"0,7 13 12639 0 0,-7-11-13543 0 0,0 20-2193 0 0,0-18 20 0 0,0-1 1 0 0,-1 1 0 0 0,0 0 0 0 0,0-1 0 0 0,0 1-1 0 0,-1-1 1 0 0,1 1 0 0 0,-1-1 0 0 0,-1 1-1 0 0,-1 5 1 0 0,2-10-35 0 0,-16 25-7 0 0,14-25 42 0 0,0 1 0 0 0,0 0 0 0 0,0-1 0 0 0,-1 0 0 0 0,1 0 1 0 0,0 0-1 0 0,0 0 0 0 0,-1 0 0 0 0,1-1 0 0 0,0 1 0 0 0,-1-1 0 0 0,1 0 0 0 0,0 0 0 0 0,-1 0 1 0 0,1-1-1 0 0,0 1 0 0 0,-1-1 0 0 0,1 0 0 0 0,0 0 0 0 0,0 0 0 0 0,0 0 0 0 0,-1 0 0 0 0,1-1 0 0 0,0 1 1 0 0,1-1-1 0 0,-1 0 0 0 0,0 0 0 0 0,0 0 0 0 0,-2-3 0 0 0,4 4-51 0 0,-1-1 58 0 0,-1 0-1 0 0,2 0 1 0 0,-1-1-1 0 0,0 1 1 0 0,0-1-1 0 0,1 1 1 0 0,-1-1-1 0 0,1 0 1 0 0,0 1-1 0 0,0-1 1 0 0,-1-3-1 0 0,0 2-19 0 0,1 2-14 0 0,-25 35-174 0 0,11-14-1082 0 0,-15 4-9395 0 0,29-22 9875 0 0,-11 0-226 0 0,-3 0-4299 0 0,11-2 5358 0 0,1-1-1 0 0,-1 1 0 0 0,1-1 1 0 0,-1 0-1 0 0,1 0 0 0 0,0 0 1 0 0,0 0-1 0 0,0-1 0 0 0,0 1 0 0 0,0-1 1 0 0,0 0-1 0 0,1 0 0 0 0,-1 0 1 0 0,-1-3-1 0 0,3 4 84 0 0,-9-14 4781 0 0,18 46 9009 0 0,-5-9-15749 0 0,-1 0 1 0 0,-2 1 0 0 0,0-1 0 0 0,-1 1-1 0 0,-1-1 1 0 0,-1 0 0 0 0,-7 24 0 0 0,8-38 1888 0 0,0 0 0 0 0,0 0 0 0 0,-1 0 0 0 0,0 0 0 0 0,0-1 0 0 0,-1 0 0 0 0,0 0 0 0 0,0 0 0 0 0,-1 0 0 0 0,1 0 0 0 0,-1-1 0 0 0,0 0 0 0 0,-1 0 0 0 0,-6 5 0 0 0,7-7-26 0 0,1 0 0 0 0,-1 0 0 0 0,0-1 0 0 0,0 0 1 0 0,1 0-1 0 0,-1 0 0 0 0,-1-1 0 0 0,1 1 0 0 0,0-1 0 0 0,0 0 0 0 0,0-1 0 0 0,-1 1 0 0 0,1-1 0 0 0,0 0 0 0 0,-1-1 0 0 0,1 1 0 0 0,0-1 0 0 0,0 0 0 0 0,0 0 0 0 0,-6-3 1 0 0,1 0-8 0 0,1 0 0 0 0,1 0 0 0 0,-1-1 0 0 0,1-1 0 0 0,0 0 0 0 0,0 0 0 0 0,1 0 0 0 0,-1-1 0 0 0,1 0 0 0 0,1 0 0 0 0,0-1 0 0 0,0 0 0 0 0,0 0 0 0 0,1 0 0 0 0,0-1 0 0 0,0 0 0 0 0,1 0 0 0 0,1 0 0 0 0,-1 0 0 0 0,-3-20 0 0 0,6 25-159 0 0,1 0-1 0 0,-1 0 1 0 0,1-1-1 0 0,0 1 1 0 0,1 0-1 0 0,-1 0 0 0 0,1-1 1 0 0,0 1-1 0 0,-1 0 1 0 0,2 0-1 0 0,-1 0 1 0 0,0 0-1 0 0,1 0 0 0 0,0 0 1 0 0,0 0-1 0 0,3-3 1 0 0,0-1-732 0 0,1 0-1 0 0,1 1 1 0 0,-1 0 0 0 0,1 0 0 0 0,14-9-1 0 0,10-13-2433 0 0,-23 19 1709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2:54.35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0 1197 0 0,'0'0'5287'0'0,"1"12"-1811"0"0,3 1 9261 0 0,4-2-7967 0 0,15 8-7504 0 0,-22-18 3738 0 0,1 0-1025 0 0,1 0 1 0 0,-1 0-1 0 0,0 0 0 0 0,0-1 1 0 0,0 1-1 0 0,0-1 0 0 0,1 0 1 0 0,-1 0-1 0 0,0 0 0 0 0,0 0 1 0 0,1 0-1 0 0,1 0 0 0 0,-2 0-621 0 0,0-1 338 0 0,5-3 1996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2:54.65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0 834 0 0,'0'0'1929'0'0,"14"15"16965"0"0,-10-9-15382 0 0,0 2-2472 0 0,-3-7-1047 0 0,0 0-25 0 0,-1 0 19 0 0,1 0-1 0 0,0-1 0 0 0,-1 1 1 0 0,1 0-1 0 0,-1 0 1 0 0,0 0-1 0 0,1 0 1 0 0,-1 0-1 0 0,0 0 1 0 0,1 0-1 0 0,-1 0 0 0 0,0 0 1 0 0,0 0-1 0 0,0 0 1 0 0,0-1-1 0 0,0 1 1 0 0,0 0-1 0 0,0 0 1 0 0,0 0-1 0 0,0 0 0 0 0,0 0 1 0 0,-1 0-1 0 0,1 0 1 0 0,0 0-1 0 0,-1 0 1 0 0,1 0-1 0 0,-1 0 1 0 0,1 0-1 0 0,-1 0 1 0 0,1-1-1 0 0,-1 1 0 0 0,1 0 1 0 0,-1 0-1 0 0,0-1 1 0 0,-1 2-1 0 0,-8 0 546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2:55.05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10 0 1053 0 0,'0'0'2984'0'0,"0"14"825"0"0,2 6 8359 0 0,0-3-5968 0 0,-6 3-6201 0 0,4-19-4 0 0,-10-13-82 0 0,17 15-4234 0 0,4 1 8735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2:56.09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482 2 774 0 0,'-6'-1'16649'0'0,"0"1"-9616"0"0,-12-1-5275 0 0,-261 15-1765 0 0,174-6 9 0 0,40-5 0 0 0,63-3-9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2:56.70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212 0 859 0 0,'0'0'4271'0'0,"-9"4"-488"0"0,-19 9 5716 0 0,5 0-3681 0 0,-2 3-2616 0 0,-7 10-3369 0 0,-13 8-2365 0 0,8-12 3990 0 0,35-21-1488 0 0,-3 3 72 0 0,0 3-54 0 0,15 11 17 0 0,3-5-177 0 0,0-1-1 0 0,1-1 1 0 0,1 0-1 0 0,0 0 1 0 0,0-1-1 0 0,20 8 1 0 0,-3 0-5411 0 0,-24-13 5541 0 0,26 13-14640 0 0,-32-18 13838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2:58.67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491 0 1130 0 0,'0'0'7938'0'0,"-7"9"-4937"0"0,3-4-1129 0 0,0 5 7041 0 0,4 10-5553 0 0,-1-16-3360 0 0,1 1 0 0 0,-1-1 0 0 0,0 0 0 0 0,0 1 0 0 0,0-1 0 0 0,0 0 0 0 0,-1 0 0 0 0,1 0 0 0 0,-1 0 0 0 0,0 0 0 0 0,-1 0 0 0 0,1 0 0 0 0,-1-1 0 0 0,0 1 0 0 0,1-1 0 0 0,-1 1 0 0 0,-6 3 0 0 0,3-3 0 0 0,0 0 0 0 0,-1-1 0 0 0,1 0 0 0 0,-1 0 0 0 0,0 0 0 0 0,0-1 0 0 0,-8 2 0 0 0,-1 0 0 0 0,11-2 0 0 0,2-1 0 0 0,0 0-1 0 0,0 0 1 0 0,0 0 0 0 0,0 0 0 0 0,0-1 0 0 0,0 1 0 0 0,0-1 0 0 0,0 0-1 0 0,0 0 1 0 0,1 0 0 0 0,-7-1 0 0 0,-2 0-3 0 0,9 1 3 0 0,1-1 0 0 0,0 0 0 0 0,0 0 0 0 0,0 1 0 0 0,0-1 0 0 0,0 0 1 0 0,0 0-1 0 0,0 0 0 0 0,0 0 0 0 0,0 0 0 0 0,0-1 0 0 0,0 1 1 0 0,1 0-1 0 0,-1 0 0 0 0,0 0 0 0 0,1-1 0 0 0,-1 1 0 0 0,0-2 0 0 0,-6-19 0 0 0,7 21-123 0 0,0-1-1 0 0,0 1 1 0 0,0 0 0 0 0,0 0 0 0 0,0-1 0 0 0,-1 1 0 0 0,1 0-1 0 0,0 0 1 0 0,-1-1 0 0 0,1 1 0 0 0,-1 0 0 0 0,1 0-1 0 0,-1 0 1 0 0,1 0 0 0 0,-1 0 0 0 0,0 0 0 0 0,0 0 0 0 0,-1-2-1 0 0,-2 23 2329 0 0,-1 5-3593 0 0,-80 153-10558 0 0,18-65 10698 0 0,49-90-1031 0 0,-36 39 0 0 0,19-23-2757 0 0,33-37 3142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2:59.28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25 1140 0 0,'0'0'902'0'0,"6"-5"1947"0"0,10-8 15641 0 0,-7 7-15258 0 0,-4 8-3423 0 0,-4-2-17 0 0,0 0 208 0 0,-1 0 0 0 0,1 0 0 0 0,-1 1 0 0 0,0-1 0 0 0,1 0 0 0 0,-1 0 0 0 0,1 0 0 0 0,-1 0 0 0 0,0 0 0 0 0,1 0 0 0 0,-1 1 0 0 0,0-1 0 0 0,1 0 0 0 0,-1 0 0 0 0,0 1 0 0 0,1-1 0 0 0,-1 0 0 0 0,0 0 0 0 0,0 1 0 0 0,1-1 0 0 0,-1 0 0 0 0,0 1 0 0 0,0-1 0 0 0,1 0 0 0 0,-1 1 0 0 0,0-1 0 0 0,0 1 0 0 0,0-1 0 0 0,0 0 0 0 0,0 1 0 0 0,0-1 0 0 0,0 1 0 0 0,0-1 0 0 0,1 0 0 0 0,-1 1 0 0 0,0-1 0 0 0,-1 1 0 0 0,1-1 0 0 0,0 0 0 0 0,0 1 0 0 0,0-1 0 0 0,0 1 0 0 0,0-1 0 0 0,0 0 0 0 0,0 1 0 0 0,-1-1 0 0 0,1 0 0 0 0,0 1 0 0 0,-1-1 0 0 0,1 1 0 0 0,0 0 0 0 0,0-1 0 0 0,0 1 0 0 0,0 0 0 0 0,0 0 0 0 0,0-1 0 0 0,-1 1 0 0 0,1 0 0 0 0,0-1 0 0 0,0 1 0 0 0,-1 0 0 0 0,1-1 0 0 0,-1 1 0 0 0,1-1 0 0 0,0 1 0 0 0,-1 0 0 0 0,1-1 0 0 0,-1 1 0 0 0,1-1 0 0 0,-2 1 0 0 0,-14-2 0 0 0,12 0 0 0 0,-11-6-14 0 0,13 6-89 0 0,10-6 24 0 0,-1 1-1181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3:00.09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46 32 742 0 0,'0'0'1347'0'0,"-11"-29"20832"0"0,11 29-22130 0 0,0-1 1 0 0,-1 1 0 0 0,1 0-1 0 0,0 0 1 0 0,-1-1 0 0 0,1 1-1 0 0,-1 0 1 0 0,1 0 0 0 0,0 0-1 0 0,-1 0 1 0 0,1 0-1 0 0,-1 0 1 0 0,1 0 0 0 0,-1 0-1 0 0,1 0 1 0 0,-1 0 0 0 0,1 0-1 0 0,0 0 1 0 0,-1 0 0 0 0,1 0-1 0 0,-1 0 1 0 0,1 0-1 0 0,0 0 1 0 0,-1 1 0 0 0,1-1-1 0 0,-1 0 1 0 0,1 0 0 0 0,0 0-1 0 0,-1 1 1 0 0,1-1 0 0 0,0 0-1 0 0,-1 0 1 0 0,1 1 0 0 0,0-1-1 0 0,-1 0 1 0 0,1 1-1 0 0,0-1 1 0 0,0 1 0 0 0,-1-1-1 0 0,1 0 1 0 0,0 1 0 0 0,0-1-1 0 0,0 0 1 0 0,0 1 0 0 0,-1-1-1 0 0,1 1 1 0 0,0-1-1 0 0,0 1 1 0 0,-6 19-536 0 0,-1 33 464 0 0,3 0 1 0 0,2 1-1 0 0,3 0 1 0 0,1-1-1 0 0,12 60 1 0 0,-14-111-658 0 0,7 20-63 0 0,-14-16 1951 0 0,0 2-868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3:00.81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148 7 944 0 0,'-7'-5'21619'0'0,"7"5"-21547"0"0,0 0 0 0 0,0 0 0 0 0,0 0 0 0 0,0 0 0 0 0,0 0 0 0 0,-1-1 0 0 0,1 1-1 0 0,0 0 1 0 0,0 0 0 0 0,0 0 0 0 0,0 0 0 0 0,0 0 0 0 0,0 0 0 0 0,-1 0 0 0 0,1 0 0 0 0,0 0-1 0 0,0 0 1 0 0,0 0 0 0 0,0 0 0 0 0,-1 0 0 0 0,1 0 0 0 0,0 0 0 0 0,0 0 0 0 0,0 0 0 0 0,0 0-1 0 0,-1 0 1 0 0,1 0 0 0 0,0 0 0 0 0,0 0 0 0 0,0 0 0 0 0,0 0 0 0 0,0 0 0 0 0,-1 0 0 0 0,1 0-1 0 0,0 0 1 0 0,0 0 0 0 0,0 0 0 0 0,0 0 0 0 0,0 1 0 0 0,-1-1 0 0 0,1 0 0 0 0,0 0 0 0 0,0 0-1 0 0,0 0 1 0 0,0 0 0 0 0,0 1 0 0 0,0 9 537 0 0,8 13-1080 0 0,-8-23 601 0 0,7 14-133 0 0,0-1 0 0 0,0 0 0 0 0,2 0 0 0 0,0 0 0 0 0,14 15 0 0 0,-21-26 11 0 0,4 5-2 0 0,1-1-7 0 0,-5-5-8 0 0,9 13 18 0 0,-27-1-12 0 0,0 0 0 0 0,0 0 0 0 0,-1-2 0 0 0,-23 12 0 0 0,-39 28-6 0 0,47-28-1507 0 0,31-22 1012 0 0,-7 5 1634 0 0,2-2-1385 0 0,5-3-1115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3:01.34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325 0 768 0 0,'-13'15'23205'0'0,"10"-11"-20964"0"0,-18 25-2241 0 0,-1-2 0 0 0,-2-1 0 0 0,-29 27 0 0 0,34-36-36 0 0,-1 0 0 0 0,0-1 0 0 0,-1-1 0 0 0,0-2 0 0 0,-35 18 0 0 0,54-30-300 0 0,-21-8-284 0 0,17 1 1792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3:01.82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51 18 996 0 0,'0'0'2041'0'0,"-8"-18"18356"0"0,6 21-20254 0 0,1 1 0 0 0,-1-1-1 0 0,1 0 1 0 0,-1 1 0 0 0,1-1 0 0 0,0 1-1 0 0,1-1 1 0 0,-1 1 0 0 0,0 0 0 0 0,1-1-1 0 0,0 1 1 0 0,0 0 0 0 0,0-1-1 0 0,0 1 1 0 0,1 0 0 0 0,0 3 0 0 0,1 15 210 0 0,-14 147-373 0 0,8-117-148 0 0,4-31 41 0 0,-2-1 1 0 0,-6 29-1 0 0,4-39 296 0 0,-1-1-1309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3:03.15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776 14 715 0 0,'0'-4'7010'0'0,"-2"6"-5799"0"0,1-2-882 0 0,1 0-1 0 0,0 0 1 0 0,-1 0-1 0 0,1 0 1 0 0,-1 0-1 0 0,1 1 1 0 0,0-1-1 0 0,-1 0 1 0 0,1 0-1 0 0,0 0 1 0 0,-1 1-1 0 0,1-1 1 0 0,0 0-1 0 0,-1 1 1 0 0,1-1-1 0 0,0 0 1 0 0,0 1-1 0 0,-1-1 1 0 0,1 0-1 0 0,0 1 1 0 0,0-1-1 0 0,-1 0 1 0 0,1 1-1 0 0,0-1 1 0 0,0 1-1 0 0,0-1 1 0 0,0 0-1 0 0,0 1 1 0 0,0-1-1 0 0,0 1 1 0 0,0-1-1 0 0,0 0 1 0 0,0 1-1 0 0,0-1 1 0 0,0 1-1 0 0,0-1 1 0 0,0 1-1 0 0,0-1 1 0 0,0 0-1 0 0,0 1 1 0 0,5 17 3480 0 0,-3 11-3809 0 0,-1-24 0 0 0,-5 20 0 0 0,4-21-2 0 0,-1 1 0 0 0,0-1 0 0 0,-1 1 1 0 0,1-1-1 0 0,-1 0 0 0 0,0 0 1 0 0,0 1-1 0 0,0-1 0 0 0,-1 0 1 0 0,1-1-1 0 0,-1 1 0 0 0,-4 4 0 0 0,6-7 0 0 0,1 0-1 0 0,-1-1 0 0 0,0 1 0 0 0,0 0 0 0 0,0 0 0 0 0,1 0 1 0 0,-1-1-1 0 0,0 1 0 0 0,0-1 0 0 0,0 1 0 0 0,0-1 0 0 0,0 1 1 0 0,0-1-1 0 0,-2 1 0 0 0,1-1 7 0 0,0 0 0 0 0,-1 0 0 0 0,1 0 0 0 0,0 0 0 0 0,-1 0-1 0 0,1-1 1 0 0,0 1 0 0 0,0-1 0 0 0,-1 0 0 0 0,1 0 0 0 0,-3-1 0 0 0,1 0-5 0 0,1 0 1 0 0,0 0-1 0 0,-1-1 1 0 0,1 1-1 0 0,0-1 1 0 0,0 0-1 0 0,1 1 1 0 0,-1-2-1 0 0,0 1 1 0 0,-3-6-1 0 0,3 5 20 0 0,1 2-22 0 0,0-1 1 0 0,0 1-1 0 0,1-1 1 0 0,-1 1-1 0 0,1-1 0 0 0,-1 0 1 0 0,1 1-1 0 0,0-1 1 0 0,0 0-1 0 0,0 0 1 0 0,0 0-1 0 0,1 0 0 0 0,-1 0 1 0 0,0-6-1 0 0,1 2-1 0 0,0 5 14 0 0,-7-18-268 0 0,9 42 487 0 0,-5 7-2943 0 0,1-24 1425 0 0,0-1 1 0 0,0 0-1 0 0,0 1 0 0 0,-1-1 0 0 0,0 0 0 0 0,0 0 0 0 0,0 0 1 0 0,0-1-1 0 0,0 1 0 0 0,-1-1 0 0 0,-4 4 0 0 0,-8 5 443 0 0,13-11 887 0 0,0 1 0 0 0,-1-1 0 0 0,1 1 0 0 0,0-1 0 0 0,0 0 1 0 0,-1 0-1 0 0,1-1 0 0 0,-1 1 0 0 0,1-1 0 0 0,-1 0 1 0 0,1 1-1 0 0,-1-1 0 0 0,1-1 0 0 0,0 1 0 0 0,-1-1 0 0 0,1 1 1 0 0,-1-1-1 0 0,1 0 0 0 0,0 0 0 0 0,-1 0 0 0 0,1-1 1 0 0,-6-2-1 0 0,3 0-6 0 0,1 1 0 0 0,-1-1 0 0 0,1 0-1 0 0,0-1 1 0 0,0 1 0 0 0,0-1 0 0 0,0 0 0 0 0,1 0 0 0 0,0 0 0 0 0,-4-7 0 0 0,7 10 77 0 0,-9-15 13759 0 0,9 40-10092 0 0,3 21-3779 0 0,0-25 0 0 0,-2 1 0 0 0,-3 23 0 0 0,0 11 0 0 0,2-47-565 0 0,0-1 0 0 0,0 0 1 0 0,0 1-1 0 0,-1-1 0 0 0,1 0 1 0 0,-2 0-1 0 0,1 0 0 0 0,-1 0 0 0 0,1-1 1 0 0,-2 1-1 0 0,1 0 0 0 0,-1-1 1 0 0,1 0-1 0 0,-1 0 0 0 0,-1 0 1 0 0,1-1-1 0 0,-1 1 0 0 0,0-1 1 0 0,-5 4-1 0 0,2-3 335 0 0,0 1-1 0 0,0-1 1 0 0,-1-1-1 0 0,0 0 1 0 0,1 0 0 0 0,-2 0-1 0 0,1-1 1 0 0,0-1 0 0 0,0 0-1 0 0,-1 0 1 0 0,-15 1-1 0 0,14-2 291 0 0,-1-1-1 0 0,0 0 1 0 0,1 0-1 0 0,-1-1 0 0 0,1-1 1 0 0,-1 0-1 0 0,1 0 0 0 0,0-1 1 0 0,-15-7-1 0 0,19 7-36 0 0,0-2 0 0 0,0 1 1 0 0,0-1-1 0 0,1 0 0 0 0,-1 0 0 0 0,1-1 0 0 0,1 0 0 0 0,-1 0 1 0 0,1 0-1 0 0,0-1 0 0 0,0 0 0 0 0,1 1 0 0 0,0-2 0 0 0,0 1 1 0 0,1 0-1 0 0,0-1 0 0 0,0 0 0 0 0,-3-14 0 0 0,4 14-54 0 0,1 1-1 0 0,0-1 1 0 0,0 1-1 0 0,1-1 1 0 0,0 1-1 0 0,0-1 1 0 0,0 0-1 0 0,1 1 1 0 0,0-1-1 0 0,1 1 1 0 0,0-1-1 0 0,0 1 1 0 0,0 0-1 0 0,1 0 1 0 0,0 0-1 0 0,1 0 1 0 0,0 0 0 0 0,0 0-1 0 0,0 1 1 0 0,6-7-1 0 0,8-4-1347 0 0,1 0-1 0 0,0 2 1 0 0,28-18 0 0 0,18-14-3771 0 0,-54 38 3294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3:03.73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4 1134 0 0,'0'0'3877'0'0,"9"7"-8"0"0,-9-7-3191 0 0,1 0 0 0 0,0 1 0 0 0,-1-1-1 0 0,1 0 1 0 0,0 1 0 0 0,-1-1 0 0 0,1 1 0 0 0,0-1-1 0 0,0 2 1357 0 0,0-2-1356 0 0,-1 1-1 0 0,1-1 1 0 0,-1 1 0 0 0,0 0 0 0 0,1-1 0 0 0,-1 1-1 0 0,0 0 1 0 0,1-1 0 0 0,-1 1 0 0 0,0 1 0 0 0,1 1 1066 0 0,-1 4-1744 0 0,-7-20 0 0 0,7 12-16 0 0,-1 1 0 0 0,1-1 1 0 0,0 0-1 0 0,-1 0 1 0 0,1 0-1 0 0,0 1 1 0 0,-1-1-1 0 0,1 0 1 0 0,0 0-1 0 0,0 0 0 0 0,0 0 1 0 0,0 0-1 0 0,0 0 1 0 0,0 1-1 0 0,0-1 1 0 0,0 0-1 0 0,0 0 1 0 0,0 0-1 0 0,1 0 0 0 0,-1-1 1 0 0,1 2-18 0 0,-1-1 1 0 0,1 1-1 0 0,-1 0 1 0 0,1 0-1 0 0,-1 0 0 0 0,1 0 1 0 0,-1-1-1 0 0,1 1 1 0 0,0 0-1 0 0,-1 0 1 0 0,1 0-1 0 0,-1 0 0 0 0,1 0 1 0 0,-1 1-1 0 0,1-1 1 0 0,-1 0-1 0 0,1 0 1 0 0,-1 0-1 0 0,1 0 0 0 0,-1 0 1 0 0,1 1-1 0 0,-1-1 1 0 0,2 1-1 0 0,3 1-257 0 0,0 1 1 0 0,0 1-1 0 0,-1-1 1 0 0,1 1-1 0 0,5 4 1 0 0,-9-7-1064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3:04.15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9 15 991 0 0,'0'0'9269'0'0,"-4"-5"-7264"0"0,0-5 9216 0 0,37 17-9336 0 0,-22-5-2591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3:04.96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23 39 833 0 0,'0'-1'13415'0'0,"0"-9"-5017"0"0,0 0-4838 0 0,0 7-3565 0 0,5 14-20 0 0,-5-11 26 0 0,1 0 0 0 0,-1 1 0 0 0,0-1 0 0 0,0 0 1 0 0,1 1-1 0 0,-1-1 0 0 0,0 0 0 0 0,0 1 0 0 0,1-1 1 0 0,-1 0-1 0 0,0 1 0 0 0,0-1 0 0 0,0 1 0 0 0,0-1 0 0 0,1 1 1 0 0,-1-1-1 0 0,0 0 0 0 0,0 1 0 0 0,0-1 0 0 0,0 1 1 0 0,0-1-1 0 0,0 1 0 0 0,0-1 0 0 0,0 0 0 0 0,-1 1 0 0 0,1-1 1 0 0,0 1-1 0 0,0-1 0 0 0,0 1 0 0 0,0-1 0 0 0,-1 1 1 0 0,1-1-2 0 0,0 0 0 0 0,0 0 0 0 0,0 0 0 0 0,0-1 0 0 0,0 1 0 0 0,0 0 0 0 0,0 0 0 0 0,0 0 0 0 0,0 0 0 0 0,0 0 0 0 0,0 0 0 0 0,0 0 0 0 0,0 0 0 0 0,0 0 0 0 0,0 0 0 0 0,0 0 0 0 0,0 0 0 0 0,0 0 0 0 0,0 0 0 0 0,0 0 0 0 0,0 0 0 0 0,0 0 0 0 0,0 0 0 0 0,0-1 0 0 0,-1 1 0 0 0,1 0 0 0 0,0 0 0 0 0,0 0 0 0 0,0 0 0 0 0,0 0 0 0 0,0 0 0 0 0,0 0 0 0 0,0 0 0 0 0,0 0 0 0 0,0 0 0 0 0,0 0 0 0 0,0 0 0 0 0,0 0 0 0 0,0 0 0 0 0,0 0 0 0 0,-1 0 0 0 0,1 0 0 0 0,0 0 0 0 0,0 0 0 0 0,0 0 0 0 0,0 0 0 0 0,0 1 0 0 0,0-1 0 0 0,0 0 0 0 0,0 0 0 0 0,0 0 0 0 0,0 0 0 0 0,0 0 0 0 0,0 0 0 0 0,0 0 0 0 0,0 0 0 0 0,0 0 0 0 0,0 0 0 0 0,0 0 0 0 0,0 0 0 0 0,0 0 0 0 0,-1 0 0 0 0,1 0 0 0 0,0 0 0 0 0,-2-10 0 0 0,-2-14-1 0 0,4 23-1 0 0,-1-1-1 0 0,13 14-8 0 0,-11-11 21 0 0,3 9-1529 0 0,-3 2-6211 0 0,-3-11 7196 0 0,1-1 1 0 0,-1 1-1 0 0,1 0 1 0 0,-1-1-1 0 0,0 0 1 0 0,1 1-1 0 0,-1-1 1 0 0,0 0-1 0 0,1 0 1 0 0,-1 0-1 0 0,0 0 1 0 0,1 0 0 0 0,-3 0-1 0 0,-6-3 1193 0 0,8 2-664 0 0,13-5-2570 0 0,-10 5 2483 0 0,-1 0 0 0 0,1 0-1 0 0,0 0 1 0 0,0 1-1 0 0,0-1 1 0 0,0 0-1 0 0,0 1 1 0 0,0-1-1 0 0,0 1 1 0 0,0-1-1 0 0,0 1 1 0 0,1 0-1 0 0,-1-1 1 0 0,0 1 0 0 0,0 0-1 0 0,0 0 1 0 0,0 0-1 0 0,1 0 1 0 0,-1 0-1 0 0,0 0 1 0 0,0 0-1 0 0,0 0 1 0 0,0 0-1 0 0,2 1 1 0 0,4 3-1804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3:05.86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98 0 933 0 0,'-13'14'23029'0'0,"10"-10"-20777"0"0,-78 107-2305 0 0,80-110-116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3:06.09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189 1 637 0 0,'-14'9'23243'0'0,"10"-6"-20909"0"0,-46 41-2433 0 0,28-24 88 0 0,-1-1-1 0 0,-32 21 0 0 0,34-29 146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3:07.383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189 1 1134 0 0,'4'2'1933'0'0,"-9"1"2677"0"0,-21 5 7306 0 0,-1 0-5295 0 0,11-2-6630 0 0,1 1 0 0 0,0 1 0 0 0,0 0 0 0 0,1 1 0 0 0,0 1 0 0 0,-20 17 0 0 0,33-26-125 0 0,-6 8-783 0 0,4-5-1351 0 0,3-12 1598 0 0,3-3 4722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3:07.56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71 1 1115 0 0,'0'0'1377'0'0,"-12"4"-1259"0"0,0 1 11903 0 0,3 3-12327 0 0,2-3 7950 0 0,-3 5-5957 0 0,2-1-2331 0 0,-4-1 3846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3:19.30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173 17 977 0 0,'0'0'3421'0'0,"5"-17"-1971"0"0,-14 24 1362 0 0,-5 6 7036 0 0,-3 2-2142 0 0,-104 85-7765 0 0,119-99 54 0 0,-12 9 51 0 0,13-9-59 0 0,25-25-19540 0 0,74-46 19741 0 0,-40 31-3679 0 0,-56 38 2628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3:33.59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1075 467 668 0 0,'-5'-8'21477'0'0,"-1"-3"-17411"0"0,11-7-4069 0 0,1 0 0 0 0,1 1 1 0 0,0 0-1 0 0,1 0 1 0 0,1 0-1 0 0,17-24 0 0 0,-24 38 6 0 0,-1 2-25 0 0,-1 0 22 0 0,0 1 0 0 0,0-1 0 0 0,0 1 0 0 0,0 0 0 0 0,0-1 0 0 0,0 1 0 0 0,0-1 0 0 0,0 1 0 0 0,0-1 0 0 0,0 1 0 0 0,0 0 0 0 0,0-1 0 0 0,0 1 0 0 0,0-1 0 0 0,1 1 0 0 0,-1 0 1 0 0,0-1-1 0 0,0 1 0 0 0,1-1 0 0 0,-1 1 0 0 0,0 0 0 0 0,0-1 0 0 0,1 1 0 0 0,-1 0 0 0 0,0 0 0 0 0,1-1 0 0 0,-1 1 0 0 0,0 0 0 0 0,1 0 0 0 0,-1-1 0 0 0,1 1 0 0 0,-1 0 0 0 0,1 0 0 0 0,16 4-7 0 0,13 17 52 0 0,6 5 1204 0 0,-25-20-3591 0 0,1-1-1 0 0,-1 0 0 0 0,19 5 0 0 0,38 3-7967 0 0,-25-7 9891 0 0,-37-5 1221 0 0,-3-1-780 0 0,14 2-677 0 0,-14 5 3583 0 0,-15 5 10113 0 0,-3-4-12677 0 0,0-1 0 0 0,0 0 0 0 0,0-1 0 0 0,-27 6-1 0 0,-23 10-1460 0 0,13 1-856 0 0,-72 29-9893 0 0,72-34 11139 0 0,40-15 672 0 0,4 0 25 0 0,1-1 0 0 0,-1 0 1 0 0,1 0-1 0 0,-1-1 0 0 0,0 0 0 0 0,0 0 0 0 0,1-1 0 0 0,-1 0 0 0 0,0-1 0 0 0,0 1 1 0 0,0-1-1 0 0,1-1 0 0 0,-14-4 0 0 0,14 5 75 0 0,0-1 0 0 0,0-1 0 0 0,0 1 0 0 0,1-1 0 0 0,0 0 0 0 0,-1-1 0 0 0,-8-6-1 0 0,-6-12 7253 0 0,20 21-5749 0 0,-3-3-1146 0 0,-1-21 6727 0 0,5 20-7484 0 0,1-6 360 0 0,1-13-21 0 0,-2 22-5 0 0,10 33 3 0 0,-10-24-146 0 0,0-1-1 0 0,-1 0 1 0 0,1 0-1 0 0,-1 0 1 0 0,-1 0-1 0 0,1 0 0 0 0,-1 0 1 0 0,0 0-1 0 0,-1 0 1 0 0,1 0-1 0 0,-1-1 1 0 0,0 0-1 0 0,-1 1 1 0 0,1-1-1 0 0,-1 0 1 0 0,0-1-1 0 0,0 1 1 0 0,-1-1-1 0 0,1 1 0 0 0,-1-1 1 0 0,0-1-1 0 0,0 1 1 0 0,0-1-1 0 0,-7 3 1 0 0,11-5 132 0 0,-11 0 1574 0 0,10-1-1535 0 0,-1 0 0 0 0,1 0 0 0 0,-1 0 0 0 0,1 0 0 0 0,0 0 0 0 0,-1-1 1 0 0,1 1-1 0 0,-1-1 0 0 0,-3-1 0 0 0,-12-14-7463 0 0,14 9 8855 0 0,-1 0 1 0 0,1-1 0 0 0,-6-15 0 0 0,-4-29-3868 0 0,3-58-8540 0 0,7 61 11345 0 0,1-5-243 0 0,3 33-6 0 0,-2-1 1 0 0,-4-26-1 0 0,1 27-821 0 0,-6-33 3262 0 0,7 36 1036 0 0,2 0-1 0 0,-1-23 1 0 0,2 36-3012 0 0,2-21 2455 0 0,-1 26-3028 0 0,0 0 0 0 0,0 0 0 0 0,0 0 0 0 0,0 0 0 0 0,0 0 0 0 0,0 0 0 0 0,0-1 0 0 0,0 1 0 0 0,0 0 0 0 0,0 0 0 0 0,0 0 0 0 0,0 0 0 0 0,0 0 0 0 0,0 0 0 0 0,0 0 0 0 0,0 0 0 0 0,0-1 0 0 0,1 1 0 0 0,-1 0 0 0 0,0 0 0 0 0,0 0 0 0 0,0 0 0 0 0,0 0 0 0 0,0 0 0 0 0,0 0 0 0 0,0 0 0 0 0,0 0 0 0 0,0 0 0 0 0,0 0 0 0 0,1 0 0 0 0,-1 0 0 0 0,0 0 0 0 0,0 0 0 0 0,0 0 0 0 0,0 0 0 0 0,0 0 0 0 0,0 0 0 0 0,0 0 0 0 0,0 0 0 0 0,1 0 0 0 0,-1 0 0 0 0,0 0 0 0 0,0 0 0 0 0,0 0 0 0 0,0 0 0 0 0,0 0 0 0 0,0 0 0 0 0,0 0 0 0 0,0 0 0 0 0,1 0 1 0 0,-1 0-1 0 0,0 0 0 0 0,0 0 0 0 0,0 0 0 0 0,0 0 0 0 0,0 0 0 0 0,0 1 0 0 0,0-1 0 0 0,0 0 0 0 0,3 9 1 0 0,0 11-12 0 0,-5 104-1979 0 0,-3 0-7027 0 0,6-63 5624 0 0,8 33 4107 0 0,-4-58 504 0 0,-5-33-1244 0 0,0 12-282 0 0,-3 21-1267 0 0,3-34 1625 0 0,-12 19 82 0 0,7-17 288 0 0,1 0 1 0 0,-1-1-1 0 0,0 0 0 0 0,0 0 1 0 0,0 0-1 0 0,-1 0 1 0 0,1-1-1 0 0,-1 0 0 0 0,1 0 1 0 0,-1-1-1 0 0,-10 3 1 0 0,-5-3 2155 0 0,1 1 1 0 0,-27-3-1 0 0,-2-1-1159 0 0,47 2-1417 0 0,1 0 1 0 0,0 0-1 0 0,0 0 0 0 0,0 0 1 0 0,0 0-1 0 0,0 0 1 0 0,0 0-1 0 0,0 0 0 0 0,0 1 1 0 0,0-1-1 0 0,-1 0 0 0 0,1 0 1 0 0,0 1-1 0 0,0-1 1 0 0,0 1-1 0 0,0-1 0 0 0,1 1 1 0 0,-3 1-1 0 0,3-1 0 0 0,0-1-1 0 0,0 1 1 0 0,0 0 0 0 0,0 0 0 0 0,0 0-1 0 0,0 0 1 0 0,0 0 0 0 0,0 0-1 0 0,0-1 1 0 0,1 1 0 0 0,-1 0-1 0 0,0 0 1 0 0,1 0 0 0 0,-1 0-1 0 0,0-1 1 0 0,1 1 0 0 0,-1 0 0 0 0,2 1-1 0 0,0 0-82 0 0,1-1-1 0 0,-1 1 1 0 0,1-1-1 0 0,0 1 1 0 0,0-1-1 0 0,-1 0 1 0 0,1 0 0 0 0,0 0-1 0 0,5 1 1 0 0,-3-1-655 0 0,-3 0 800 0 0,56 21 1688 0 0,-38-8-4108 0 0,-4 4-4631 0 0,-15-17 7007 0 0,3 14-4735 0 0,-3-4 5147 0 0,-2-5-55 0 0,0-1 0 0 0,-1 1 0 0 0,0-1 0 0 0,0 0 0 0 0,0 1 0 0 0,-1-1 0 0 0,0 0 0 0 0,0 0 0 0 0,0-1 0 0 0,0 1 0 0 0,-1-1 0 0 0,-5 6 0 0 0,1-3-614 0 0,0 0 0 0 0,0-1 0 0 0,0 0 0 0 0,-1-1-1 0 0,0 0 1 0 0,-14 7 0 0 0,7-6-218 0 0,0-1-1 0 0,-1 0 0 0 0,1-1 1 0 0,-1 0-1 0 0,0-2 1 0 0,0 0-1 0 0,0-1 1 0 0,-23-1-1 0 0,30-2 499 0 0,-1 0 0 0 0,2 0-1 0 0,-1-1 1 0 0,0 0 0 0 0,0-1-1 0 0,1 0 1 0 0,0-1 0 0 0,0 0 0 0 0,0 0-1 0 0,1-1 1 0 0,-1 0 0 0 0,-12-13-1 0 0,14 12 7 0 0,-1 0-1 0 0,1 0 1 0 0,1-1-1 0 0,-1 0 1 0 0,2 0-1 0 0,-1-1 1 0 0,1 0-1 0 0,0 0 1 0 0,1 0-1 0 0,0 0 1 0 0,0-1-1 0 0,-4-18 1 0 0,7 20 438 0 0,0-1 1 0 0,1 1-1 0 0,0-1 1 0 0,0 1-1 0 0,1-1 1 0 0,0 1-1 0 0,1-1 1 0 0,3-12-1 0 0,-1 11-723 0 0,-1 1 0 0 0,2 0 0 0 0,-1 0 0 0 0,1 0 0 0 0,1 0 0 0 0,10-13 0 0 0,-5 11-985 0 0,0-1 0 0 0,0 1-1 0 0,2 1 1 0 0,-1 0 0 0 0,1 1-1 0 0,1 0 1 0 0,-1 1 0 0 0,1 1-1 0 0,20-8 1 0 0,-8 5-2280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3:34.313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16 0 1193 0 0,'-1'2'13339'0'0,"-1"7"-5142"0"0,0 9-3842 0 0,-1 3-5225 0 0,1-9 870 0 0,-2-7-4468 0 0,2-25-1652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3:35.07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0 949 0 0,'0'0'9094'0'0,"4"10"-5755"0"0,0 0 4311 0 0,-1-3-3333 0 0,2 9-3286 0 0,0 2-1199 0 0,-4-16 163 0 0,10 30-925 0 0,-10-20 1139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3:35.40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1 877 0 0,'0'0'8777'0'0,"5"8"-5280"0"0,9 12 6104 0 0,0-5-4820 0 0,-1-3-4314 0 0,-2-4-3806 0 0,-2 0-5836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3:38.73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1163 231 543 0 0,'2'0'14114'0'0,"8"2"-6001"0"0,-1 1-4674 0 0,-7-3-3455 0 0,15 39 26 0 0,-8-24-32 0 0,-8-12 24 0 0,1-1 0 0 0,0 1-1 0 0,-1 0 1 0 0,1 0 0 0 0,0-1 0 0 0,1 1 0 0 0,-1-1-1 0 0,0 1 1 0 0,1-1 0 0 0,-1 0 0 0 0,5 2-1 0 0,-6-3-11 0 0,8-1-8449 0 0,14 0 3283 0 0,-17 0 5786 0 0,10-2 3050 0 0,3-5 4281 0 0,-17 6-7853 0 0,1-1 0 0 0,0-1 0 0 0,-1 1-1 0 0,1 0 1 0 0,-1-1 0 0 0,0 1 0 0 0,0-1-1 0 0,0 1 1 0 0,0-1 0 0 0,0 0 0 0 0,0 0 0 0 0,-1 0-1 0 0,0 0 1 0 0,2-4 0 0 0,1-1 22 0 0,-2 4-110 0 0,-1 0-1 0 0,0 0 1 0 0,0 0 0 0 0,0-1 0 0 0,0 1 0 0 0,0-1-1 0 0,-1 1 1 0 0,0-5 0 0 0,0 7-61 0 0,3-27-2675 0 0,-6 16 3689 0 0,3 10-810 0 0,0 1 1 0 0,-1-1-1 0 0,1 0 1 0 0,-1 0-1 0 0,1 1 1 0 0,-1-1-1 0 0,0 0 0 0 0,0 1 1 0 0,-1-1-1 0 0,1 1 1 0 0,0-1-1 0 0,-3-2 1 0 0,3 5-148 0 0,0-1 1 0 0,1 1 0 0 0,-1-1 0 0 0,0 1-1 0 0,0-1 1 0 0,1 1 0 0 0,-1 0 0 0 0,0 0-1 0 0,0-1 1 0 0,0 1 0 0 0,0 0 0 0 0,1 0-1 0 0,-1 0 1 0 0,0 0 0 0 0,0 0 0 0 0,0 0-1 0 0,0 0 1 0 0,0 0 0 0 0,1 0 0 0 0,-1 0-1 0 0,0 0 1 0 0,0 1 0 0 0,0-1 0 0 0,0 0-1 0 0,1 1 1 0 0,-1-1 0 0 0,0 0 0 0 0,0 1-1 0 0,0 0 1 0 0,-17 13-108 0 0,17-14 110 0 0,-39 27-12085 0 0,1-5 6248 0 0,16-11 5865 0 0,0-1 1 0 0,0-2-1 0 0,-1 0 0 0 0,0-2 0 0 0,-46 7 0 0 0,68-13 4 0 0,-9 0 13275 0 0,2 0-9034 0 0,8 1-4250 0 0,0-1 0 0 0,-1 1 0 0 0,1-1 1 0 0,0 1-1 0 0,0 0 0 0 0,0-1 0 0 0,0 1 1 0 0,0 0-1 0 0,0 0 0 0 0,0 0 0 0 0,0 0 0 0 0,0 0 1 0 0,0 0-1 0 0,0 0 0 0 0,0 2 0 0 0,-5 5-151 0 0,1 1 0 0 0,0 0 0 0 0,1 0 0 0 0,-4 13 1 0 0,-4 19-5111 0 0,-5 47-5263 0 0,13-31 9969 0 0,3-49 530 0 0,0 0 0 0 0,-1 0 0 0 0,0-1 0 0 0,0 1 0 0 0,-1-1 0 0 0,-5 13 0 0 0,4-13-8 0 0,4-5 25 0 0,-5 9-100 0 0,2-4 1363 0 0,-3-6 718 0 0,-7-9 6009 0 0,2-2-1564 0 0,8 6-7224 0 0,1 3-865 0 0,1 0 1608 0 0,0-1 0 0 0,-1 1 0 0 0,1-1 0 0 0,0 1-1 0 0,0-1 1 0 0,0 1 0 0 0,0-1 0 0 0,0 0 0 0 0,1 1 0 0 0,-1-1-1 0 0,0 0 1 0 0,1 0 0 0 0,-1 0 0 0 0,1 1 0 0 0,0-1 0 0 0,-1 0-1 0 0,1 0 1 0 0,0 0 0 0 0,0 0 0 0 0,0 0 0 0 0,1-2 0 0 0,-1-13-4 0 0,-11-141-2740 0 0,3 82 2789 0 0,3-65-4711 0 0,5 126 4074 0 0,1-1 1 0 0,0 1-1 0 0,2 0 0 0 0,-1 0 0 0 0,2 0 1 0 0,10-28-1 0 0,-13 41 607 0 0,-1 1 522 0 0,0-1 43 0 0,1 1-1 0 0,-1-1 1 0 0,0 1-1 0 0,1-1 1 0 0,-1 1 0 0 0,1-1-1 0 0,-1 1 1 0 0,1 0-1 0 0,0-1 1 0 0,0 1-1 0 0,1-2 1 0 0,0 4 15 0 0,1-1 1 0 0,0 0-1 0 0,-1 1 0 0 0,1 0 1 0 0,-1-1-1 0 0,1 1 0 0 0,-1 0 1 0 0,4 2-1 0 0,-2 0-218 0 0,0 1 1 0 0,0-1-1 0 0,0 0 0 0 0,-1 1 1 0 0,0 0-1 0 0,0 0 0 0 0,4 6 1 0 0,16 36-351 0 0,-22-44 23 0 0,-1 11-10 0 0,0-3 0 0 0,-1-5 10 0 0,1-1 0 0 0,-1 0 1 0 0,0 1-1 0 0,0-1 0 0 0,-1 0 1 0 0,1 1-1 0 0,-1-1 1 0 0,0 0-1 0 0,0 0 0 0 0,0-1 1 0 0,-1 1-1 0 0,1 0 0 0 0,-1-1 1 0 0,0 1-1 0 0,-7 5 0 0 0,-4 4-654 0 0,-2 0 0 0 0,-20 13-1 0 0,17-13-1973 0 0,7-5 1082 0 0,-1 0 0 0 0,0-1 0 0 0,0-1 0 0 0,-1 0 0 0 0,-23 7 0 0 0,12-6 1224 0 0,0-2-1 0 0,-33 4 1 0 0,55-9 387 0 0,0 0-1 0 0,0 0 0 0 0,0 0 0 0 0,1-1 1 0 0,-1 1-1 0 0,0 0 0 0 0,0-1 1 0 0,1 0-1 0 0,-1 0 0 0 0,0 0 1 0 0,1 0-1 0 0,-1 0 0 0 0,1 0 1 0 0,-1-1-1 0 0,1 1 0 0 0,0-1 1 0 0,-1 0-1 0 0,-2-3 0 0 0,0 0 1696 0 0,1 0 0 0 0,-1 0 1 0 0,2-1-1 0 0,-1 0 0 0 0,-5-11 0 0 0,8 15-1411 0 0,1 2-496 0 0,-1-1 1 0 0,1 1-1 0 0,-1 0 0 0 0,1-1 0 0 0,-1 1 0 0 0,1-1 0 0 0,0 0 0 0 0,-1 1 0 0 0,1-1 0 0 0,0 1 0 0 0,-1-1 0 0 0,1 0 0 0 0,0 1 0 0 0,0-1 0 0 0,0 1 0 0 0,0-1 0 0 0,0 0 0 0 0,0 1 0 0 0,-1-1 0 0 0,2-1 0 0 0,-3-3 214 0 0,-1 15 804 0 0,1-1-191 0 0,-1-1-1 0 0,0 1 1 0 0,0-1-1 0 0,-6 11 1 0 0,-25 31-1921 0 0,-51 39-7176 0 0,51-55 5586 0 0,-9 7 1981 0 0,-1-2 1 0 0,-53 36 0 0 0,12-20-2896 0 0,22-21-771 0 0,45-26 2233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3:40.30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689 1 795 0 0,'-1'1'14540'0'0,"-2"8"-6904"0"0,-7 32-4065 0 0,9 12-3506 0 0,2-23-458 0 0,0-13 393 0 0,-2-14 0 0 0,-3 12 0 0 0,-23 29 0 0 0,19-35-877 0 0,-1-1 0 0 0,0 0 0 0 0,0-1 0 0 0,0 0 0 0 0,-1 0 0 0 0,0-1-1 0 0,-1 0 1 0 0,1-1 0 0 0,-1 0 0 0 0,0-1 0 0 0,0 0 0 0 0,-1-1 0 0 0,1 0 0 0 0,-1-1 0 0 0,1 0 0 0 0,-1 0 0 0 0,-18-1 0 0 0,27-1 907 0 0,-22-5-40 0 0,16 1-918 0 0,-14-10 11090 0 0,21 13-10189 0 0,2-1 76 0 0,-6-3 531 0 0,4-8 5345 0 0,3 1-14721 0 0,1 1 5350 0 0,-2 8 3893 0 0,1 1 0 0 0,0-1 0 0 0,1 0 0 0 0,-1 1 1 0 0,0-1-1 0 0,1 1 0 0 0,-1 0 0 0 0,1-1 0 0 0,0 1 0 0 0,0 0 0 0 0,0 0 0 0 0,3-3 0 0 0,5-2-1353 0 0,-9 6 348 0 0,5-3 5076 0 0,21-1-1525 0 0,-16 4-2610 0 0,-8 1-390 0 0,1 3 10 0 0,1-1 0 0 0,0 1-1 0 0,0 0 1 0 0,-1 0-1 0 0,5 4 1 0 0,-8-6-16 0 0,21 35-2628 0 0,-21-34 2495 0 0,1 0-734 0 0,-1 1 0 0 0,0 0 1 0 0,0 0-1 0 0,0 0 0 0 0,0 0 0 0 0,0 1 1 0 0,0-1-1 0 0,-1 0 0 0 0,1 6 1 0 0,0 2 205 0 0,-1 0 1 0 0,-1 1-1 0 0,0-1 1 0 0,-2 14-1 0 0,0-17 735 0 0,1 0 0 0 0,-1 1 1 0 0,0-1-1 0 0,0 0 0 0 0,-1-1 0 0 0,0 1 1 0 0,-1-1-1 0 0,0 1 0 0 0,0-1 0 0 0,0-1 0 0 0,-1 1 1 0 0,0-1-1 0 0,0 0 0 0 0,-1 0 0 0 0,1-1 0 0 0,-9 6 1 0 0,-11 7-5 0 0,-46 34-19 0 0,-2-4 0 0 0,-90 44 0 0 0,77-48-5784 0 0,85-44 4450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3:41.458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22 40 620 0 0,'14'-29'25585'0'0,"-14"31"-25596"0"0,0-1 12 0 0,0 1 0 0 0,0-1-1 0 0,0 1 1 0 0,0-1 0 0 0,-1 1-1 0 0,1-1 1 0 0,-1 0 0 0 0,1 1-1 0 0,-1-1 1 0 0,1 0 0 0 0,-1 1-1 0 0,0-1 1 0 0,0 0 0 0 0,1 0-1 0 0,-1 1 1 0 0,0-1 0 0 0,0 0-1 0 0,0 0 1 0 0,-1 0 0 0 0,1 0-1 0 0,0 0 1 0 0,0-1 0 0 0,0 1-1 0 0,-1 0 1 0 0,1 0 0 0 0,-3 0-1 0 0,2 0-7 0 0,1-2-10 0 0,0 0 11 0 0,0 0 0 0 0,0-1-1 0 0,1 1 1 0 0,-1 0 0 0 0,0 0-1 0 0,0-1 1 0 0,1 1 0 0 0,-1 0 0 0 0,1-1-1 0 0,-1 1 1 0 0,1-1 0 0 0,-1 1 0 0 0,1-1-1 0 0,0 1 1 0 0,0 0 0 0 0,0-1-1 0 0,0 1 1 0 0,0-1 0 0 0,0 1 0 0 0,0-1-1 0 0,0 1 1 0 0,1-1 0 0 0,-1 1-1 0 0,1-1 1 0 0,-1 1 0 0 0,2-3 0 0 0,-2 4 10 0 0,1 0 0 0 0,-1-1 0 0 0,1 1 0 0 0,-1-1 0 0 0,1 1 0 0 0,0 0 1 0 0,-1-1-1 0 0,1 1 0 0 0,0 0 0 0 0,-1 0 0 0 0,1-1 0 0 0,0 1 0 0 0,-1 0 0 0 0,1 0 1 0 0,0 0-1 0 0,-1 0 0 0 0,1 0 0 0 0,0 0 0 0 0,-1 0 0 0 0,1 0 0 0 0,0 0 0 0 0,0 0 1 0 0,-1 0-1 0 0,1 1 0 0 0,0-1 0 0 0,-1 0 0 0 0,1 0 0 0 0,-1 1 0 0 0,1-1 1 0 0,0 0-1 0 0,-1 1 0 0 0,1-1 0 0 0,-1 1 0 0 0,1-1 0 0 0,-1 1 0 0 0,1-1 0 0 0,-1 1 1 0 0,1-1-1 0 0,-1 1 0 0 0,1-1 0 0 0,-1 1 0 0 0,0 0 0 0 0,1-1 0 0 0,-1 2 0 0 0,1-1-2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4:20.858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867 18 823 0 0,'0'0'4870'0'0,"-7"-18"15648"0"0,10 44-20525 0 0,2 0 9 0 0,-1-6 0 0 0,-1-1 0 0 0,-1 1 0 0 0,-1 26 0 0 0,-2-10-8 0 0,1-34-3 0 0,-19 23 20 0 0,14-22-75 0 0,0 1 1 0 0,0-1 0 0 0,0-1 0 0 0,-1 1-1 0 0,-10 3 1 0 0,7-4-1407 0 0,-1 0-1 0 0,1-1 1 0 0,-1 0-1 0 0,1-1 1 0 0,-1 0-1 0 0,1-1 1 0 0,0 1-1 0 0,-11-4 1 0 0,-28 0 914 0 0,46 4 540 0 0,0-1 0 0 0,0 1 0 0 0,0-1-1 0 0,0 1 1 0 0,1-1 0 0 0,-1 0 0 0 0,0 0-1 0 0,0 0 1 0 0,0 0 0 0 0,1 0 0 0 0,-1 0-1 0 0,1 0 1 0 0,-1-1 0 0 0,1 1 0 0 0,-1-1-1 0 0,1 1 1 0 0,0-1 0 0 0,-2-2 0 0 0,-19-33 3322 0 0,20 34-1916 0 0,1 1-258 0 0,2 30-6130 0 0,1-20 5195 0 0,1 0 1 0 0,-2 1-1 0 0,1-1 0 0 0,-1 1 1 0 0,-1-1-1 0 0,0 16 1 0 0,2 23-1294 0 0,-1-35 1165 0 0,-2-1 0 0 0,0 0 1 0 0,0 1-1 0 0,-1-1 0 0 0,0 0 0 0 0,-1 0 0 0 0,0 0 1 0 0,-1 0-1 0 0,0 0 0 0 0,-1-1 0 0 0,0 0 0 0 0,-1 0 1 0 0,0 0-1 0 0,-13 16 0 0 0,-9 5 2224 0 0,10-12 4673 0 0,14-15-6536 0 0,0 0 0 0 0,0-1 0 0 0,0 1 0 0 0,-1-1 0 0 0,0 0-1 0 0,1 0 1 0 0,-8 3 0 0 0,3-2-1069 0 0,0-1-1 0 0,-1 0 1 0 0,1-1-1 0 0,-1 0 0 0 0,0 0 1 0 0,-13 0-1 0 0,2-1-1784 0 0,0-1 0 0 0,-22-4 0 0 0,-7-3 893 0 0,20 2 1568 0 0,-47-16 0 0 0,66 17-27 0 0,0 0 0 0 0,0-1 0 0 0,1 0-1 0 0,0 0 1 0 0,0-1 0 0 0,0-1 0 0 0,-12-10 0 0 0,16 12 328 0 0,1-1 1 0 0,-1 1 0 0 0,1-1 0 0 0,1 0-1 0 0,-1 0 1 0 0,1-1 0 0 0,1 1-1 0 0,-1-1 1 0 0,1 0 0 0 0,0 0 0 0 0,0 0-1 0 0,1 0 1 0 0,0-1 0 0 0,0 1-1 0 0,1-1 1 0 0,0 1 0 0 0,0-1-1 0 0,1 1 1 0 0,0-1 0 0 0,0 0 0 0 0,1 1-1 0 0,0-1 1 0 0,0 1 0 0 0,1-1-1 0 0,0 1 1 0 0,0 0 0 0 0,1 0-1 0 0,0 0 1 0 0,6-13 0 0 0,0 5-1791 0 0,0 0-1 0 0,0 1 1 0 0,13-14 0 0 0,-8 13-1642 0 0,0 0 0 0 0,1 1-1 0 0,1 0 1 0 0,22-15 0 0 0,-18 16 763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4:21.493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22 8 880 0 0,'-2'-8'10757'0'0,"4"18"181"0"0,-1-7-8959 0 0,0 12-105 0 0,-2-15-1882 0 0,1 1-1 0 0,-1-1 1 0 0,0 1 0 0 0,0-1-1 0 0,1 1 1 0 0,-1-1 0 0 0,0 0-1 0 0,0 0 1 0 0,1 1 0 0 0,-1-1-1 0 0,0 0 1 0 0,0 0 0 0 0,0 0-1 0 0,1 0 1 0 0,-1 0 0 0 0,0 0-1 0 0,0 0 1 0 0,0 0 0 0 0,1 0-1 0 0,-1 0 1 0 0,0 0 0 0 0,0-1-1 0 0,0 1 1 0 0,1 0 0 0 0,-2-1-1 0 0,0 0 2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4:21.85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210 11 967 0 0,'-2'-11'21659'0'0,"-54"78"-17475"0"0,-21 19-5253 0 0,21-33 209 0 0,38-36-90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4:22.49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15 13 862 0 0,'12'-13'25340'0'0,"-13"24"-25328"0"0,-2 0-22 0 0,-3-12-24 0 0,-10-1-38 0 0,19-14-744 0 0,-5 24 1748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4:23.22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13 5 945 0 0,'5'-5'12782'0'0,"0"20"-2885"0"0,-4-7-7307 0 0,-1-8-2590 0 0,0 0 0 0 0,1 1 0 0 0,-1-1 0 0 0,0 0 0 0 0,0 1 0 0 0,0-1 0 0 0,0 0 0 0 0,0 1 0 0 0,0-1 0 0 0,0 0 0 0 0,1 1 0 0 0,-1-1 0 0 0,0 0 0 0 0,0 1 0 0 0,0-1 0 0 0,0 0 0 0 0,0 1 0 0 0,0-1 0 0 0,-1 0 0 0 0,1 0 0 0 0,0 1 0 0 0,0-1 0 0 0,0 0 0 0 0,0 1 0 0 0,0-1 0 0 0,0 0 0 0 0,0 1 0 0 0,-1-1 0 0 0,1 0 0 0 0,0 0 0 0 0,0 1 0 0 0,0-1 0 0 0,-1 0 0 0 0,1 0 0 0 0,0 1 0 0 0,0-1 0 0 0,-1 0 0 0 0,1 0 0 0 0,0 0 0 0 0,-1 0 0 0 0,1 1 0 0 0,0-1 0 0 0,-1 0 0 0 0,1 0 0 0 0,0 0 0 0 0,-1 0 0 0 0,1 0 0 0 0,0 0 0 0 0,-1 0 0 0 0,1 0 0 0 0,0 0 0 0 0,-1 0 0 0 0,1 0 0 0 0,0 0-1 0 0,0 0 1 0 0,-1 0 0 0 0,1 0 0 0 0,0 0 0 0 0,-1 0 0 0 0,1 0 0 0 0,0-1 0 0 0,-1 1 0 0 0,1 0 0 0 0,0 0 0 0 0,-1 0 0 0 0,1 0 0 0 0,0-1 0 0 0,-1 1 0 0 0,-9-3-1 0 0,10 2-110 0 0,0 0 1 0 0,-1 0-1 0 0,1 0 0 0 0,0 0 0 0 0,0-1 1 0 0,0 1-1 0 0,0 0 0 0 0,0 0 1 0 0,0 0-1 0 0,0 0 0 0 0,0-1 1 0 0,1 1-1 0 0,-1 0 0 0 0,0 0 0 0 0,1 0 1 0 0,-1 0-1 0 0,0 0 0 0 0,2-2 1 0 0,11 3 1763 0 0,-3 0-4213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5:27.69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16 27 702 0 0,'7'-11'21585'0'0,"-1"7"-17658"0"0,-6 4-3927 0 0,1 0 0 0 0,-1 0 0 0 0,0 0 0 0 0,0 0 0 0 0,0 0 0 0 0,1 0 0 0 0,-1 0 0 0 0,0 0 0 0 0,0 0 0 0 0,0 0 0 0 0,1 0 0 0 0,-1-1 0 0 0,0 1 0 0 0,0 0 0 0 0,0 0 0 0 0,1 0 0 0 0,-1 0 0 0 0,0 0 0 0 0,0-1 0 0 0,0 1 0 0 0,0 0 0 0 0,0 0 0 0 0,0 0 0 0 0,1 0 0 0 0,-1-1 0 0 0,0 1 0 0 0,0 0 0 0 0,0 0 0 0 0,0-1 0 0 0,0 1 0 0 0,0 0 0 0 0,0 0 0 0 0,0 0 0 0 0,0-1 0 0 0,0 1 0 0 0,0 0 0 0 0,0 0 0 0 0,0 0 0 0 0,0-1 0 0 0,0 1 0 0 0,0 0 0 0 0,0 0 0 0 0,0-1 0 0 0,0 1 0 0 0,0 0 0 0 0,-1 0 0 0 0,1 0 0 0 0,0-1 0 0 0,0 1 0 0 0,0 0 0 0 0,0 0 0 0 0,0 0 0 0 0,0 0 0 0 0,-1-1 0 0 0,1 1 0 0 0,0 0 0 0 0,0 0 0 0 0,0 0 0 0 0,0 0 0 0 0,-1 0 0 0 0,1 0 0 0 0,0 0 0 0 0,0 0 0 0 0,-1-1 0 0 0,1 1 0 0 0,0 0 0 0 0,0 0 0 0 0,-1 0 0 0 0,-4-2 0 0 0,5 12 0 0 0,0 2 0 0 0,-9 231-4 0 0,8-220 4 0 0,-2 55 0 0 0,0-38 2 0 0,6 12 0 0 0,-3-42-5 0 0,0 0 0 0 0,-1 0 0 0 0,-4 16 0 0 0,5-24 1 0 0,-4 11-13287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5:28.628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388 161 624 0 0,'0'0'2133'0'0,"-11"-2"2105"0"0,2 1-779 0 0,0 0 7519 0 0,-9 8-6196 0 0,-19 0-4782 0 0,20-6 0 0 0,14 0 0 0 0,-14-4 0 0 0,17 3-1 0 0,-29-8-14 0 0,27 8 15 0 0,1 0-1 0 0,0 0 1 0 0,0-1-1 0 0,1 1 1 0 0,-1-1 0 0 0,0 1-1 0 0,0 0 1 0 0,0-1 0 0 0,0 1-1 0 0,0-1 1 0 0,0 0-1 0 0,0 1 1 0 0,1-1 0 0 0,-1 0-1 0 0,0 1 1 0 0,1-1 0 0 0,-1 0-1 0 0,0 0 1 0 0,1 0-1 0 0,-1 0 1 0 0,1 0 0 0 0,-1 1-1 0 0,1-1 1 0 0,-1 0 0 0 0,1 0-1 0 0,0 0 1 0 0,0 0 0 0 0,-1 0-1 0 0,1 0 1 0 0,0 0-1 0 0,0 0 1 0 0,0 0 0 0 0,0-1-1 0 0,0 0 1 0 0,2-5-776 0 0,0 0 1 0 0,1 0-1 0 0,0 1 1 0 0,0-1-1 0 0,0 1 1 0 0,1-1-1 0 0,0 1 1 0 0,0 0-1 0 0,0 1 1 0 0,1-1-1 0 0,0 1 1 0 0,0 0-1 0 0,0 0 1 0 0,1 0-1 0 0,0 1 1 0 0,8-6-1 0 0,37-17-5218 0 0,-50 27 5980 0 0,0-1 75 0 0,0 1 1 0 0,0-1 0 0 0,0 1-1 0 0,0 0 1 0 0,0-1 0 0 0,0 1-1 0 0,0 0 1 0 0,0 0 0 0 0,0 0 0 0 0,0 0-1 0 0,0-1 1 0 0,0 1 0 0 0,0 1-1 0 0,0-1 1 0 0,0 0 0 0 0,0 0 0 0 0,0 0-1 0 0,-1 0 1 0 0,2 1 0 0 0,11 1 7105 0 0,-11 0-7428 0 0,0 0 0 0 0,0 0 0 0 0,0 1 0 0 0,0-1 0 0 0,0 0 0 0 0,0 1 0 0 0,-1-1 0 0 0,1 1 0 0 0,-1-1 0 0 0,0 1 0 0 0,0 0 0 0 0,0-1 0 0 0,0 1 0 0 0,0 0-1 0 0,0 0 1 0 0,-1 0 0 0 0,1 0 0 0 0,-1 0 0 0 0,0 3 0 0 0,2 69-1982 0 0,-2-61 3149 0 0,0-4-859 0 0,0-1-1 0 0,-1 1 1 0 0,0 0-1 0 0,-1-1 1 0 0,0 0-1 0 0,-1 1 1 0 0,1-1-1 0 0,-2 0 1 0 0,1-1-1 0 0,-1 1 1 0 0,-1 0-1 0 0,0-1 1 0 0,0 0-1 0 0,0 0 1 0 0,-1-1 0 0 0,0 1-1 0 0,-11 9 1 0 0,-3-1 7 0 0,0-1 0 0 0,-1 0 0 0 0,0-2 0 0 0,-1-1 0 0 0,-34 14 0 0 0,-8 2-608 0 0,37-17-2214 0 0,-46 11 0 0 0,61-19 810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5:33.73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0 1014 0 0,'0'0'7639'0'0,"4"4"-5419"0"0,10 3 10308 0 0,29-1-9313 0 0,26-8-3417 0 0,-46 0 2 0 0,594 11-5451 0 0,-516-5 483 0 0,0-2 3306 0 0,102-2 6464 0 0,-68-1 3471 0 0,-103 0-8067 0 0,-5 1-9 0 0,-25 0-6 0 0,12 1 21 0 0,29-1-12 0 0,32-3-7 0 0,-72 3 11 0 0,0 2 1578 0 0,7-4-4209 0 0,-2 2-925 0 0,-15 7 6676 0 0,-1 0-2177 0 0,-1-1-3590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4:10.52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1775 53 271 0 0,'-1'-3'10612'0'0,"-1"-3"-4899"0"0,-7-14 2825 0 0,-7-2-7466 0 0,14 21-1082 0 0,-5 19-7 0 0,44 54 52 0 0,-21-43-41 0 0,1 0 0 0 0,2-2 0 0 0,30 37 0 0 0,28-4-61 0 0,-76-59 121 0 0,4 7-37 0 0,-4-8-16 0 0,-1 1-1 0 0,1-1 0 0 0,-1 0 1 0 0,0 1-1 0 0,1-1 1 0 0,-1 1-1 0 0,0-1 0 0 0,1 0 1 0 0,-1 1-1 0 0,0-1 0 0 0,0 1 1 0 0,1-1-1 0 0,-1 1 1 0 0,0-1-1 0 0,0 1 0 0 0,0-1 1 0 0,0 1-1 0 0,1-1 1 0 0,-1 1-1 0 0,0-1 0 0 0,0 1 1 0 0,0-1-1 0 0,0 1 0 0 0,0-1 1 0 0,-1 1-1 0 0,1-1 1 0 0,0 1-1 0 0,0-1 0 0 0,0 1 1 0 0,0-1-1 0 0,0 1 0 0 0,-1-1 1 0 0,1 1-1 0 0,0-1 1 0 0,-1 1-1 0 0,1-1 0 0 0,0 1 1 0 0,-1-1-1 0 0,1 0 0 0 0,0 1 1 0 0,-1-1-1 0 0,1 0 1 0 0,0 1-1 0 0,-1-1 0 0 0,1 0 1 0 0,-1 1-1 0 0,1-1 0 0 0,-1 0 1 0 0,1 0-1 0 0,-2 1 1 0 0,-2 1-41 0 0,-1 0 0 0 0,0 0-1 0 0,-1 0 1 0 0,1-1 0 0 0,0 1 0 0 0,0-1 0 0 0,-11 0 0 0 0,-11 4-161 0 0,4 0-1123 0 0,-1-1 0 0 0,-31 2 0 0 0,39-5-1480 0 0,0-1 1 0 0,0-1-1 0 0,0-1 1 0 0,-22-4-1 0 0,34 5 2766 0 0,0 0 0 0 0,0-1 0 0 0,0 0-1 0 0,1 0 1 0 0,-1 0 0 0 0,1 0 0 0 0,-1 0-1 0 0,1-1 1 0 0,0 0 0 0 0,0 1 0 0 0,-6-7 0 0 0,-5-9 5029 0 0,10 14-2443 0 0,3 3-2621 0 0,-2-12 2021 0 0,-5-15 6597 0 0,8 26-7599 0 0,0 0-945 0 0,-1 0 0 0 0,1 0-1 0 0,0 0 1 0 0,-1 1 0 0 0,1-1 0 0 0,0 0 0 0 0,0 0-1 0 0,0 0 1 0 0,1 1 0 0 0,-1-1 0 0 0,0 0 0 0 0,1 0-1 0 0,-1 1 1 0 0,1-1 0 0 0,0 0 0 0 0,-1 0 0 0 0,1 1-1 0 0,0-1 1 0 0,0 1 0 0 0,0-1 0 0 0,0 1 0 0 0,0-1 0 0 0,2-1-1 0 0,30-28 37 0 0,-31 30-61 0 0,9-4 51 0 0,17-6-40 0 0,-26 10-76 0 0,23-1-5146 0 0,-2 19 9359 0 0,-10-8-5270 0 0,-2-2-4777 0 0,-10-6 4674 0 0,12 10 489 0 0,-3-2-5955 0 0,-9-9 6646 0 0,0 1 1 0 0,0 0-1 0 0,-1-1 1 0 0,1 1-1 0 0,0 0 0 0 0,-1 0 1 0 0,1 0-1 0 0,-1-1 1 0 0,1 1-1 0 0,-1 0 1 0 0,1 0-1 0 0,-1 0 1 0 0,0 0-1 0 0,0 0 1 0 0,1 0-1 0 0,-1 0 1 0 0,0 0-1 0 0,0 0 1 0 0,0 0-1 0 0,0 0 0 0 0,0 0 1 0 0,0 0-1 0 0,0 0 1 0 0,0 0-1 0 0,0-1 1 0 0,-1 3-1 0 0,0-1 256 0 0,0 0 1 0 0,0 1-1 0 0,-1-1 0 0 0,1 0 0 0 0,-1 0 0 0 0,1 0 0 0 0,-1 0 1 0 0,0 0-1 0 0,-3 3 0 0 0,-4 2 639 0 0,-1 0 1 0 0,0 0-1 0 0,-14 6 0 0 0,-1 0-2846 0 0,-44 13-1 0 0,46-19 2032 0 0,-1 0-1 0 0,1-2 0 0 0,-1-1 1 0 0,0-1-1 0 0,0-1 1 0 0,-1-1-1 0 0,-41-4 0 0 0,63 3 4 0 0,-1-1 0 0 0,1-1 0 0 0,0 1 0 0 0,0 0 0 0 0,0-1-1 0 0,0 1 1 0 0,0-1 0 0 0,0 0 0 0 0,-4-3 0 0 0,5 3-25 0 0,1 1-28 0 0,-17-25 0 0 0,14 17 2558 0 0,-2-4 3938 0 0,0 27 863 0 0,6-12-6051 0 0,-14 22-1245 0 0,10-20-24 0 0,1 0 0 0 0,-1 0 0 0 0,0-1 1 0 0,0 1-1 0 0,0-1 0 0 0,0 0 0 0 0,-1 0 1 0 0,1-1-1 0 0,-1 1 0 0 0,0-1 0 0 0,0 0 1 0 0,0-1-1 0 0,0 1 0 0 0,0-1 0 0 0,0 0 1 0 0,0 0-1 0 0,0 0 0 0 0,-9-1 1 0 0,8 1-1 0 0,2 0-540 0 0,0 0 1 0 0,-1-1 0 0 0,1 0 0 0 0,-1 0-1 0 0,1 0 1 0 0,0-1 0 0 0,-1 1 0 0 0,1-1-1 0 0,0 0 1 0 0,-1 0 0 0 0,-7-4 0 0 0,10 5 518 0 0,-6-6 2835 0 0,-5-21-6564 0 0,13 26 3863 0 0,-1-1-130 0 0,-4-11 4214 0 0,1-8-5198 0 0,3 18-442 0 0,-3-26 3807 0 0,4 28-1216 0 0,0 2-117 0 0,1 17-3 0 0,-2-16-1235 0 0,1 0 0 0 0,-1 1 0 0 0,0-1-1 0 0,0 0 1 0 0,0 0 0 0 0,0 1 0 0 0,0-1-1 0 0,0 0 1 0 0,0 0 0 0 0,-1 0 0 0 0,1 0-1 0 0,-1-1 1 0 0,0 1 0 0 0,1 0 0 0 0,-1-1 0 0 0,0 1-1 0 0,0-1 1 0 0,0 1 0 0 0,0-1 0 0 0,-3 1-1 0 0,-1 2-659 0 0,-1 0 1 0 0,0-1-1 0 0,0 0 0 0 0,-13 4 0 0 0,10-5-5245 0 0,1-1 3348 0 0,-14-2 3003 0 0,19 1-638 0 0,2 0 408 0 0,-23-9-11 0 0,22 6 3 0 0,1 0 0 0 0,-1 0 0 0 0,1-1-1 0 0,-1 1 1 0 0,1-1 0 0 0,0 1 0 0 0,-1-6-1 0 0,2 7-17 0 0,-6-20-64 0 0,7 18 1417 0 0,-4-7-632 0 0,-1 26 12057 0 0,3-7-12415 0 0,-1-1 0 0 0,0 0 0 0 0,0 1 1 0 0,0-1-1 0 0,-1 0 0 0 0,0-1 0 0 0,-9 12 0 0 0,9-14-1279 0 0,0 0-1 0 0,0 0 0 0 0,-1-1 0 0 0,0 1 1 0 0,1-1-1 0 0,-1 0 0 0 0,-7 2 0 0 0,11-4 967 0 0,-15 2-9163 0 0,4-3 8341 0 0,6-2 791 0 0,3 2 2 0 0,0-1 0 0 0,0 0 0 0 0,0-1-1 0 0,0 1 1 0 0,0 0 0 0 0,0-1 0 0 0,0 0 0 0 0,0 1-1 0 0,1-1 1 0 0,-1 0 0 0 0,1 0 0 0 0,-3-3-1 0 0,3 3 145 0 0,0 0 0 0 0,0 1 0 0 0,0-1 0 0 0,0 0 0 0 0,0 0 0 0 0,1 0 0 0 0,-1 0 0 0 0,1-1-1 0 0,0 1 1 0 0,-1 0 0 0 0,1-1 0 0 0,0 1 0 0 0,0-1 0 0 0,0-2 0 0 0,-1-2 217 0 0,1 6-451 0 0,-1-4-319 0 0,1 0 0 0 0,-1 0 0 0 0,1 0 0 0 0,1 0 0 0 0,-1-1 0 0 0,1-4-1 0 0,0 10 655 0 0,0-2-236 0 0,-14 28-166 0 0,12-21 309 0 0,-1 0 0 0 0,0 0 0 0 0,0 0 0 0 0,0-1 0 0 0,-1 1 0 0 0,1-1 0 0 0,-1 0 0 0 0,0 0 0 0 0,0-1 1 0 0,-1 1-1 0 0,1-1 0 0 0,-7 4 0 0 0,-32 15 1199 0 0,16-14-4231 0 0,25-8 2494 0 0,-27 2 438 0 0,23-3-50 0 0,1 0 0 0 0,-1-1-1 0 0,0 0 1 0 0,1 0 0 0 0,0 0-1 0 0,-1 0 1 0 0,1-1 0 0 0,0 0-1 0 0,-4-4 1 0 0,7 6 7 0 0,1 1-13 0 0,0 0-1 0 0,0-1 1 0 0,-1 1-1 0 0,1 0 1 0 0,0-1-1 0 0,0 1 1 0 0,0-1 0 0 0,0 0-1 0 0,0 1 1 0 0,0-1-1 0 0,0 0 1 0 0,0 0 0 0 0,0 1-1 0 0,0-1 1 0 0,0 0-1 0 0,0 0 1 0 0,0 0 0 0 0,-1-2-1 0 0,-17-22 8757 0 0,19 37-2689 0 0,4 5-3663 0 0,0-1-4570 0 0,-1-3 1920 0 0,0 0 0 0 0,-1 0 0 0 0,-1 0-1 0 0,0 0 1 0 0,-1 0 0 0 0,0 1 0 0 0,-4 25-1 0 0,2-29 828 0 0,0 1 0 0 0,-1-1 0 0 0,0 0 0 0 0,0 0 0 0 0,-1 0 0 0 0,-7 13-1 0 0,4-14-1375 0 0,0 0 0 0 0,0-1-1 0 0,-1 1 1 0 0,0-1-1 0 0,0-1 1 0 0,-1 0 0 0 0,0 0-1 0 0,0-1 1 0 0,-1 0-1 0 0,0 0 1 0 0,0-1 0 0 0,0 0-1 0 0,-1-1 1 0 0,-21 6-1 0 0,22-7 594 0 0,0-1-1 0 0,-1 0 0 0 0,1 0 0 0 0,-1-1 1 0 0,1 0-1 0 0,-1-1 0 0 0,1 0 0 0 0,-1-1 0 0 0,1 0 1 0 0,-1-1-1 0 0,1 0 0 0 0,-1 0 0 0 0,1-1 0 0 0,0-1 1 0 0,0 0-1 0 0,-10-5 0 0 0,11 2 215 0 0,-1 1-1 0 0,2-1 1 0 0,-1-1 0 0 0,1 0-1 0 0,0 0 1 0 0,1-1-1 0 0,0 0 1 0 0,0 0 0 0 0,1 0-1 0 0,-9-20 1 0 0,13 25-59 0 0,0-1 0 0 0,0 0 1 0 0,0 0-1 0 0,1-1 0 0 0,0 1 0 0 0,0 0 0 0 0,0 0 1 0 0,1-1-1 0 0,0 1 0 0 0,0 0 0 0 0,1-6 0 0 0,-1 7-86 0 0,1 1 0 0 0,0-1 0 0 0,0 1 0 0 0,1-1 0 0 0,-1 1 0 0 0,1-1 0 0 0,0 1 0 0 0,0 0 0 0 0,0 0 0 0 0,0 0 0 0 0,0 0 0 0 0,1 0 0 0 0,-1 0 0 0 0,1 1 0 0 0,0-1 0 0 0,0 1 0 0 0,3-3 0 0 0,48-32-5489 0 0,-37 23 3620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4:11.048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0 1029 0 0,'4'6'20070'0'0,"7"11"-16319"0"0,-2-7-2881 0 0,-1-3-1088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4:11.36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1 991 0 0,'0'0'3624'0'0,"1"22"14458"0"0,10-5-14041 0 0,-1-2-7901 0 0,-10-13 2535 0 0,-3 7-307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4:11.86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17 904 0 0,'6'-13'900'0'0,"-5"10"1327"0"0,1 5-2195 0 0,5 13 18460 0 0,1-9-14833 0 0,-8-6-3659 0 0,0 0 0 0 0,1 0 0 0 0,-1 0 0 0 0,0 0 0 0 0,1 0 0 0 0,-1 0 0 0 0,0 0 0 0 0,1 1 0 0 0,-1-1 0 0 0,0 0 0 0 0,0 0 0 0 0,1 0 0 0 0,-1 1 0 0 0,0-1 0 0 0,0 0 0 0 0,1 0 0 0 0,-1 0 0 0 0,0 1 0 0 0,0-1 0 0 0,0 0 0 0 0,1 1 0 0 0,-1-1 0 0 0,0 0 0 0 0,0 0 0 0 0,0 1 0 0 0,0-1 0 0 0,0 0 0 0 0,0 1 0 0 0,1-1 0 0 0,-1 0 0 0 0,0 1 0 0 0,0-1 0 0 0,0 0 0 0 0,0 1 0 0 0,0-1 0 0 0,0 0 0 0 0,0 1 0 0 0,-1-1 0 0 0,1 0 0 0 0,0 1 0 0 0,0-1 0 0 0,0 0 0 0 0,0 1 0 0 0,0-1 0 0 0,0 0 0 0 0,-1 1 0 0 0,1-1 0 0 0,0 0 0 0 0,0 0 0 0 0,0 1 0 0 0,-1-1 0 0 0,1 0 0 0 0,0 0 0 0 0,0 0 0 0 0,-1 1 0 0 0,1-1 0 0 0,-1 1-4 0 0,1-1 1 0 0,0 0-1 0 0,0 1 1 0 0,-1-1 0 0 0,1 1-1 0 0,0-1 1 0 0,-1 1 0 0 0,1-1-1 0 0,-1 0 1 0 0,1 1-1 0 0,-1-1 1 0 0,1 0 0 0 0,0 0-1 0 0,-1 1 1 0 0,1-1-1 0 0,-1 0 1 0 0,1 0 0 0 0,-1 0-1 0 0,1 1 1 0 0,-1-1-1 0 0,1 0 1 0 0,-1 0 0 0 0,0 0-1 0 0,1 0 1 0 0,-1 0 0 0 0,1 0-1 0 0,-1 0 1 0 0,1 0-1 0 0,-1 0 1 0 0,1 0 0 0 0,-1-1-1 0 0,1 1 1 0 0,-1 0-1 0 0,1 0 1 0 0,-1 0 0 0 0,1-1-1 0 0,-1 1 1 0 0,1 0 0 0 0,-1 0-1 0 0,1-1 1 0 0,-1 1-1 0 0,1 0 1 0 0,-1-1 0 0 0,-1-1-22 0 0,3-1-154 0 0,1 0 1 0 0,0 0 0 0 0,0 0 0 0 0,0 1-1 0 0,0-1 1 0 0,1 0 0 0 0,-1 1 0 0 0,1 0 0 0 0,3-3-1 0 0,-4 3 216 0 0,6-6 1883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4:12.44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172 0 673 0 0,'0'0'2104'0'0,"-20"11"15286"0"0,10-2-15457 0 0,-8 5 777 0 0,4-2-1306 0 0,-4 3-1577 0 0,-1 4 346 0 0,-3 1-173 0 0,-3-4 0 0 0,-1-2 0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5:35.03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2 109 654 0 0,'-2'0'1156'0'0,"5"-2"1766"0"0,13-6 5855 0 0,12-2 1289 0 0,-13 6-7427 0 0,517-51-2639 0 0,-309 40 0 0 0,-79 1-10 0 0,-143 13-45 0 0,-2 8-4127 0 0,-7 11 7600 0 0,-6-5-2589 0 0,-8 4-829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5:35.96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48 913 0 0,'0'0'4512'0'0,"15"-14"12919"0"0,11 7-14007 0 0,18 4-2827 0 0,-3 0-1260 0 0,34-7 136 0 0,2 2 1 0 0,119 5 0 0 0,-193 4 301 0 0,9-1 1730 0 0,-1 1-1237 0 0,-8-1-438 0 0,13 9-438 0 0,-6 24 893 0 0,-10-28-397 0 0,3 7-1760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5:37.458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428 1 1093 0 0,'0'0'8440'0'0,"-1"12"-5322"0"0,0-10-2422 0 0,1 0-1 0 0,0 0 1 0 0,0 0-1 0 0,0 0 1 0 0,0 0-1 0 0,0 0 1 0 0,1 0-1 0 0,-1 0 0 0 0,1 0 1 0 0,-1 0-1 0 0,1 0 1 0 0,0 0-1 0 0,0 0 1 0 0,0 0-1 0 0,0 0 1 0 0,1 2-1 0 0,3 4 1045 0 0,2 15-1740 0 0,-2 0 0 0 0,0 0 0 0 0,1 33 0 0 0,4 18 0 0 0,-8-62 0 0 0,-1-1 0 0 0,-1 0 0 0 0,-1 23 0 0 0,0-1 0 0 0,2-22 0 0 0,-1-9 0 0 0,0 0 0 0 0,1 0 0 0 0,-1 0 0 0 0,0 0 0 0 0,-1 0 0 0 0,1 1 0 0 0,0-1 0 0 0,-1 0 0 0 0,1 0 0 0 0,-1 0 0 0 0,1 0 0 0 0,-1-1 0 0 0,0 1 0 0 0,-1 3 0 0 0,0 2 0 0 0,-1-1 0 0 0,0 1 0 0 0,0 0 0 0 0,-1-1 0 0 0,0 0 0 0 0,0 1 0 0 0,0-1 0 0 0,-9 8 0 0 0,5-4-824 0 0,-1 0 0 0 0,-1-1 1 0 0,1 0-1 0 0,-2-1 1 0 0,1 0-1 0 0,-1-1 1 0 0,0 0-1 0 0,0 0 1 0 0,-1-1-1 0 0,0-1 0 0 0,0 0 1 0 0,-1-1-1 0 0,1 0 1 0 0,-23 4-1 0 0,24-7 832 0 0,0 0 0 0 0,0-1 0 0 0,0 0-1 0 0,0 0 1 0 0,0-1 0 0 0,0 0 0 0 0,0-1 0 0 0,0-1-1 0 0,0 0 1 0 0,-15-6 0 0 0,18 5-2 0 0,1 0 0 0 0,0 0 0 0 0,0 0 0 0 0,0-1-1 0 0,1 0 1 0 0,0 0 0 0 0,0-1 0 0 0,0 0 0 0 0,0 0 0 0 0,1 0 0 0 0,0-1 0 0 0,1 1 0 0 0,-1-1 0 0 0,-6-15 0 0 0,9 16-17 0 0,0 0 1 0 0,0 0 0 0 0,1-1 0 0 0,0 1 0 0 0,0-1-1 0 0,0 1 1 0 0,1-1 0 0 0,0 0 0 0 0,0 1 0 0 0,1-1-1 0 0,0 1 1 0 0,0-1 0 0 0,0 1 0 0 0,3-8 0 0 0,5-13-565 0 0,1 1 1 0 0,15-27 0 0 0,-7 16-998 0 0,-13 27 807 0 0,0 1 0 0 0,1 0 0 0 0,0 0 0 0 0,12-12 0 0 0,-2 1-661 0 0,-15 18 650 0 0,10-1-1255 0 0,0-1 623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5:38.13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0 1080 0 0,'17'8'21847'0'0,"-17"-7"-21258"0"0,5 9 2369 0 0,3-14-3456 0 0,-4 0 727 0 0,-3 4-229 0 0,0 0-346 0 0,6 4 724 0 0,4-3-8267 0 0,-18 4 15755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5:40.80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705 3 1144 0 0,'4'-3'9920'0'0,"-4"24"1914"0"0,6 0-8518 0 0,5-1-3317 0 0,1 1 1 0 0,1-2-1 0 0,1 0 1 0 0,28 30-1 0 0,-2-2 2 0 0,-1-4 1 0 0,-34-38-3 0 0,-5-4 1 0 0,1 0 0 0 0,0-1 0 0 0,-1 1 1 0 0,1 0-1 0 0,-1-1 0 0 0,1 1 0 0 0,-1 0 0 0 0,1 0 0 0 0,-1-1 0 0 0,1 1 0 0 0,-1 0 0 0 0,0 0 0 0 0,0 0 1 0 0,1-1-1 0 0,-1 1 0 0 0,0 0 0 0 0,0 0 0 0 0,0 0 0 0 0,0 0 0 0 0,0 0 0 0 0,0 0 0 0 0,0-1 1 0 0,0 1-1 0 0,0 0 0 0 0,-1 0 0 0 0,1 0 0 0 0,0 0 0 0 0,-1 1-1 0 0,-1 0 1 0 0,1-1-1 0 0,0 1 0 0 0,0-1 1 0 0,-1 0-1 0 0,1 1 0 0 0,-1-1 1 0 0,1 0-1 0 0,-1 0 0 0 0,1 0 1 0 0,-1 0-1 0 0,-2 1 0 0 0,-9 3-3 0 0,0 0-1 0 0,-27 5 1 0 0,25-6 11 0 0,11-3-143 0 0,-38 9-3598 0 0,33-8 1711 0 0,1 0 0 0 0,-1-1 0 0 0,0 0 0 0 0,-18-1 0 0 0,25-1 1990 0 0,-21-10 2202 0 0,20 8-2319 0 0,0-1-1 0 0,0 0 1 0 0,1 0 0 0 0,-1 0-1 0 0,1 0 1 0 0,0 0 0 0 0,0-1-1 0 0,1 1 1 0 0,-1-1-1 0 0,1 1 1 0 0,0-1 0 0 0,0 0-1 0 0,1 1 1 0 0,-1-1 0 0 0,1 0-1 0 0,0-6 1 0 0,2-6 212 0 0,0 0 0 0 0,1 1 1 0 0,6-22-1 0 0,-7 34-74 0 0,-1 1 1 0 0,1-1-1 0 0,-1 1 1 0 0,1 0-1 0 0,0-1 1 0 0,5-5-1 0 0,-1 0-24 0 0,-5 8 20 0 0,19-12-16 0 0,-4 8 225 0 0,10-2 7382 0 0,-24 7-7403 0 0,6 4 4780 0 0,4 2-3511 0 0,-9 1-1463 0 0,0 1 1 0 0,0 0-1 0 0,-1 0 1 0 0,0 0-1 0 0,-1 0 0 0 0,1 15 1 0 0,-2-16-586 0 0,-1-1 0 0 0,0 1 0 0 0,-1 0 0 0 0,1-1 1 0 0,-1 1-1 0 0,-1-1 0 0 0,1 0 0 0 0,-1 1 0 0 0,0-1 0 0 0,0-1 1 0 0,-1 1-1 0 0,0 0 0 0 0,0-1 0 0 0,0 0 0 0 0,-1 0 0 0 0,1 0 1 0 0,-1 0-1 0 0,0-1 0 0 0,-7 5 0 0 0,-7 5 341 0 0,-1-1-1 0 0,-1-1 1 0 0,0-1-1 0 0,-23 8 1 0 0,33-14 260 0 0,0-1 0 0 0,0 0 1 0 0,0-1-1 0 0,-1 0 0 0 0,1-1 1 0 0,-1 0-1 0 0,-18 0 0 0 0,26-2 2 0 0,0-1 0 0 0,0 1 0 0 0,0 0 0 0 0,0-1-1 0 0,0 0 1 0 0,0 0 0 0 0,0 0 0 0 0,1 0 0 0 0,-1-1-1 0 0,0 1 1 0 0,1-1 0 0 0,-1 0 0 0 0,1 0 0 0 0,0 0 0 0 0,0-1-1 0 0,0 1 1 0 0,0-1 0 0 0,0 0 0 0 0,0 1 0 0 0,0-1-1 0 0,1-1 1 0 0,0 1 0 0 0,-1 0 0 0 0,1-1 0 0 0,-1-3 0 0 0,2 6 13 0 0,0-14 11 0 0,1 1 2491 0 0,0 7 4876 0 0,-17 22-3677 0 0,-20 14-3573 0 0,-18 15-2879 0 0,-53 53-6106 0 0,-8 7 7244 0 0,99-90 1888 0 0,-4 5 2949 0 0,9-9-4389 0 0,10-9 186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5:41.28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315 10 940 0 0,'0'0'95'0'0,"0"0"0"0"0,0-1 1 0 0,0 1-1 0 0,0 0 0 0 0,1 0 0 0 0,-1 0 0 0 0,0-1 0 0 0,0 1 1 0 0,0 0-1 0 0,0 0 0 0 0,0 0 0 0 0,1-1 0 0 0,-1 1 0 0 0,0 0 1 0 0,0 0-1 0 0,0-1 0 0 0,0 1 0 0 0,0 0 0 0 0,0 0 0 0 0,0-1 1 0 0,0 1-1 0 0,0 0 0 0 0,0 0 0 0 0,0-1 0 0 0,0 1 1 0 0,0 0-1 0 0,0 0 0 0 0,0 0 0 0 0,0-1 0 0 0,0 1 0 0 0,-1 0 1 0 0,1 0-1 0 0,0-1 0 0 0,0 1 0 0 0,0 0 0 0 0,0 0 0 0 0,0 0 1 0 0,0-1-1 0 0,-1 1 0 0 0,1 0 0 0 0,0 0 0 0 0,0 0 0 0 0,-10 7 8577 0 0,-4 9 1242 0 0,9-11-7318 0 0,-25 39-2596 0 0,-1-2 0 0 0,-2-1 0 0 0,-64 60 0 0 0,8-28-2 0 0,88-72-1 0 0,-4-15-687 0 0,7-9 922 0 0,1 11-1555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5:41.97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443 111 1046 0 0,'0'0'1497'0'0,"-10"1"5695"0"0,-10 2-2322 0 0,13 0-3889 0 0,1-1-273 0 0,1 0 1 0 0,-1-1-1 0 0,1 0 1 0 0,-1 0-1 0 0,0 0 1 0 0,0 0-1 0 0,1-1 1 0 0,-1 0-1 0 0,0 0 1 0 0,0-1 0 0 0,1 0-1 0 0,-1 0 1 0 0,0 0-1 0 0,-10-4 1 0 0,-8-7-709 0 0,23 11 0 0 0,-1 1 0 0 0,1-1 0 0 0,0 0 0 0 0,-1 0 0 0 0,1-1 0 0 0,0 1 0 0 0,-1 0 0 0 0,1 0 0 0 0,0-1 0 0 0,0 1 0 0 0,0-1 0 0 0,0 1 0 0 0,0-1 0 0 0,1 1 0 0 0,-1-1 0 0 0,0 1 0 0 0,1-1 0 0 0,-1 0 0 0 0,1 1 0 0 0,-1-3 0 0 0,2 0-4 0 0,0 0 1 0 0,1 0-1 0 0,-1 1 0 0 0,1-1 1 0 0,0 1-1 0 0,-1-1 1 0 0,2 1-1 0 0,-1-1 1 0 0,0 1-1 0 0,1 0 1 0 0,0 0-1 0 0,5-4 0 0 0,-7 6 6 0 0,18-13-33 0 0,-13 11 41 0 0,-4 2-7 0 0,1-1-1 0 0,-1 1 1 0 0,1 0 0 0 0,-1 0 0 0 0,1 1 0 0 0,-1-1 0 0 0,1 0 0 0 0,-1 1-1 0 0,1 0 1 0 0,0-1 0 0 0,-1 1 0 0 0,1 0 0 0 0,0 0 0 0 0,-1 1 0 0 0,1-1 0 0 0,-1 0-1 0 0,1 1 1 0 0,0 0 0 0 0,-1 0 0 0 0,1 0 0 0 0,-1 0 0 0 0,3 1 0 0 0,-4-1-207 0 0,1 0 0 0 0,-1 0 0 0 0,1 1 0 0 0,-1-1 1 0 0,1 0-1 0 0,-1 1 0 0 0,0-1 0 0 0,0 1 0 0 0,0-1 1 0 0,0 1-1 0 0,0 0 0 0 0,0-1 0 0 0,0 1 0 0 0,-1 0 1 0 0,1 0-1 0 0,-1 0 0 0 0,1 0 0 0 0,-1-1 1 0 0,1 1-1 0 0,-1 0 0 0 0,0 0 0 0 0,0 0 0 0 0,0 0 1 0 0,0 0-1 0 0,-1 3 0 0 0,-8 34-5871 0 0,3-27 5265 0 0,0 0-1 0 0,-1-1 1 0 0,0 0-1 0 0,-13 15 1 0 0,6-9 590 0 0,-1-1 0 0 0,-18 14 0 0 0,-113 73 1629 0 0,122-87-1628 0 0,7-6-64 0 0,-2-1-1 0 0,-19 8 1 0 0,36-16-261 0 0,-18-3-2191 0 0,13 0-908 0 0,-4-12 4344 0 0,10 13-1588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5:42.42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495 1 1097 0 0,'-1'1'13442'0'0,"-6"6"-5250"0"0,-28 28-6034 0 0,-44 33 1 0 0,-4 3-2993 0 0,35-29 834 0 0,-2-3 0 0 0,-77 48 0 0 0,103-71 0 0 0,16-11-167 0 0,-15 10-869 0 0,15-11 799 0 0,7-6 618 0 0,19-25 290 0 0,-9 17-283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5:42.88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82 1 1123 0 0,'-1'2'13119'0'0,"-2"7"-4717"0"0,-12 17-4061 0 0,-16 8-5112 0 0,24-28 771 0 0,7-6-112 0 0,-1 1 0 0 0,1-1 0 0 0,0 1 1 0 0,-1-1-1 0 0,1 0 0 0 0,-1 1 0 0 0,1-1 0 0 0,-1 0 1 0 0,1 0-1 0 0,-1 1 0 0 0,1-1 0 0 0,-1 0 1 0 0,1 0-1 0 0,-1 0 0 0 0,0 0 0 0 0,1 1 1 0 0,-1-1-1 0 0,1 0 0 0 0,-1 0 0 0 0,1 0 0 0 0,-1 0 1 0 0,0-1-1 0 0,1 1 0 0 0,-1 0 0 0 0,1 0 1 0 0,-1 0-1 0 0,1 0 0 0 0,-1 0 0 0 0,1-1 1 0 0,-1 1-1 0 0,1 0 0 0 0,-1 0 0 0 0,1-1 0 0 0,-1 1 1 0 0,1-1-1 0 0,-1 1 0 0 0,1 0 0 0 0,0-1 1 0 0,-1 1-1 0 0,1-1 0 0 0,-1 1 0 0 0,1-1 0 0 0,0 1 1 0 0,0-1-1 0 0,-1 1 0 0 0,1-1 0 0 0,-3-2-116 0 0,3 6 131 0 0,0 8 5676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5:44.24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13 16 1047 0 0,'-12'9'18835'0'0,"12"-9"-18644"0"0,11 5 5950 0 0,29 3-6342 0 0,0-2 0 0 0,0-2 1 0 0,1-2-1 0 0,55-3 0 0 0,-96 1 199 0 0,279-27-9128 0 0,-130 8 6382 0 0,-69 17 6555 0 0,-71 2-1787 0 0,-7 0-2001 0 0,11 1 5845 0 0,-3-1-4696 0 0,-8 0-1191 0 0,20-2 89 0 0,-16 2-5979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5:45.468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91 44 636 0 0,'0'0'1198'0'0,"-4"-17"-421"0"0,2 1 19482 0 0,2 16-20152 0 0,0-1 1 0 0,0 1-1 0 0,0 0 0 0 0,0 0 0 0 0,0-1 0 0 0,0 1 0 0 0,0 0 0 0 0,0-1 1 0 0,0 1-1 0 0,0 0 0 0 0,0-1 0 0 0,0 1 0 0 0,0 0 0 0 0,0-1 1 0 0,0 1-1 0 0,0 0 0 0 0,0-1 0 0 0,0 1 0 0 0,-1 0 0 0 0,1-1 1 0 0,0 1-1 0 0,0 0 0 0 0,0 0 0 0 0,0-1 0 0 0,-1 1 0 0 0,1 0 1 0 0,0 0-1 0 0,0-1 0 0 0,-1 1 0 0 0,1 0 0 0 0,0 0 0 0 0,0 0 1 0 0,-1 0-1 0 0,1-1 0 0 0,0 1 0 0 0,-1 0 0 0 0,1 0 0 0 0,-1 0 0 0 0,-2 3-942 0 0,2-2 835 0 0,0 0 0 0 0,1 0 0 0 0,-1 0 0 0 0,0 0 0 0 0,1 0 0 0 0,-1 0 0 0 0,1 0 0 0 0,-1 0 0 0 0,1 0 0 0 0,0 0 0 0 0,-1 0 0 0 0,1 0 0 0 0,0 0 0 0 0,0 0 0 0 0,0 0 0 0 0,0 0 0 0 0,0 0 0 0 0,0 1 0 0 0,0-1 0 0 0,0 0 0 0 0,0 0 0 0 0,1 0 0 0 0,-1 0 0 0 0,0 0 0 0 0,1 0 0 0 0,-1 0 0 0 0,1 1 0 0 0,0 2 0 0 0,1 38 0 0 0,-3-1 0 0 0,-1 1 0 0 0,-12 63 0 0 0,-3 51 0 0 0,16-132 0 0 0,-1-1 0 0 0,-2 0 0 0 0,0 0 0 0 0,-11 34 0 0 0,13-50-2 0 0,1-6-7 0 0,0 1 1 0 0,1-1 0 0 0,-1 1 0 0 0,0 0 0 0 0,1-1 0 0 0,0 1-1 0 0,-1 0 1 0 0,1 0 0 0 0,0-1 0 0 0,0 1 0 0 0,0 0 0 0 0,0 0 0 0 0,0 0-1 0 0,0-1 1 0 0,1 1 0 0 0,0 3 0 0 0,-1-4-489 0 0,1-5-1361 0 0,1-11 4272 0 0,-4 10-4386 0 0,-8 3 4026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5:46.21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403 133 855 0 0,'-9'-1'17620'0'0,"-11"1"-9895"0"0,7 1-7708 0 0,9-1-18 0 0,-1 0 1 0 0,1-1 0 0 0,0 1-1 0 0,0-1 1 0 0,0 0-1 0 0,-7-3 1 0 0,8 4 0 0 0,1-1 0 0 0,-1 0 0 0 0,1 0 0 0 0,0 0 0 0 0,0 0 0 0 0,0-1 0 0 0,0 1 0 0 0,0-1 0 0 0,0 1 0 0 0,0-1 0 0 0,0 1 0 0 0,0-1 0 0 0,1 0 0 0 0,-1 0 0 0 0,1 0 0 0 0,-1 0 0 0 0,1 0 0 0 0,0-1 0 0 0,0 1 0 0 0,0 0 0 0 0,0 0 0 0 0,0-1 0 0 0,0 1 0 0 0,1-1 0 0 0,-1 1 0 0 0,1-1 0 0 0,-1 1 0 0 0,1 0 0 0 0,0-1 0 0 0,0 1 0 0 0,1-1 0 0 0,-1 1 0 0 0,0-1 0 0 0,1 1 0 0 0,-1-1 0 0 0,1 1 0 0 0,0-1 0 0 0,0 1 0 0 0,0 0 0 0 0,0 0 0 0 0,0-1 0 0 0,0 1 0 0 0,1 0 0 0 0,1-2 0 0 0,-2 2 0 0 0,0 0 0 0 0,0 0 0 0 0,1-1 0 0 0,-1 1 0 0 0,1 0 0 0 0,0 0 0 0 0,-1 1 0 0 0,1-1 0 0 0,0 0 0 0 0,0 1 0 0 0,0-1 0 0 0,0 1 0 0 0,1-1 0 0 0,-1 1 0 0 0,0 0 0 0 0,1 0 0 0 0,-1 0 0 0 0,0 0 0 0 0,1 0 0 0 0,-1 1 0 0 0,1-1 0 0 0,-1 1 0 0 0,1 0 0 0 0,-1 0 0 0 0,1 0 0 0 0,0 0 0 0 0,-1 0 0 0 0,1 0 0 0 0,-1 0 0 0 0,1 1 0 0 0,-1 0 0 0 0,1-1 0 0 0,-1 1 0 0 0,0 0 0 0 0,1 0 0 0 0,-1 0 0 0 0,4 2 0 0 0,-4-1-112 0 0,1 0 1 0 0,0 0-1 0 0,0 0 1 0 0,-1 0-1 0 0,1 0 1 0 0,-1 0-1 0 0,0 1 1 0 0,1-1 0 0 0,-1 1-1 0 0,0 0 1 0 0,-1-1-1 0 0,1 1 1 0 0,0 0-1 0 0,-1 0 1 0 0,1 0-1 0 0,-1 0 1 0 0,0 1-1 0 0,0-1 1 0 0,-1 0 0 0 0,1 0-1 0 0,0 1 1 0 0,-1-1-1 0 0,0 0 1 0 0,0 1-1 0 0,0-1 1 0 0,0 0-1 0 0,-1 1 1 0 0,0 3 0 0 0,0-3-182 0 0,1 4-1174 0 0,-1 0 1 0 0,-1 0-1 0 0,0 0 1 0 0,0-1-1 0 0,0 1 0 0 0,-6 10 1 0 0,2-7 1025 0 0,0 0 0 0 0,-1 0 1 0 0,0-1-1 0 0,-1 0 0 0 0,0 0 1 0 0,-12 11-1 0 0,0-3 726 0 0,-2-1 0 0 0,0 0 0 0 0,-1-2 0 0 0,-31 17 0 0 0,33-22-854 0 0,0 0 0 0 0,-33 10 0 0 0,44-17-323 0 0,0 0 0 0 0,0-1 1 0 0,-1 0-1 0 0,1-1 1 0 0,0 0-1 0 0,0-1 0 0 0,-19-1 1 0 0,27 1-824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5:47.133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347 466 797 0 0,'0'0'3238'0'0,"-5"0"-2039"0"0,-14 5 19778 0 0,17-3-20976 0 0,1-1 0 0 0,1-1-1 0 0,-1 1 0 0 0,0 0 0 0 0,1 0 0 0 0,-1 0 0 0 0,1 0 0 0 0,-1 0 0 0 0,1-1 0 0 0,-1 1 0 0 0,1 0 0 0 0,-1 0 0 0 0,1 0 0 0 0,0 0 0 0 0,0 0 0 0 0,0 0 0 0 0,0 0 0 0 0,-1 0 0 0 0,1 0 0 0 0,0 1 0 0 0,1-1 0 0 0,-1 0 0 0 0,0 0 0 0 0,0 0 0 0 0,0 0 0 0 0,1 0 0 0 0,-1 0 0 0 0,0 0 0 0 0,1-1 1 0 0,-1 1-1 0 0,2 2 0 0 0,29 58 0 0 0,-18-27 0 0 0,-12-31 0 0 0,1 0 0 0 0,-1 0 0 0 0,0 0 0 0 0,0 1 0 0 0,0-1 0 0 0,-1 0 0 0 0,1 0 0 0 0,-1 1 0 0 0,0-1 0 0 0,0 0 0 0 0,0 1 0 0 0,0-1 0 0 0,0 0 0 0 0,-1 1 0 0 0,0-1 0 0 0,1 0 0 0 0,-1 0 0 0 0,0 0 0 0 0,-1 0 0 0 0,1 1 0 0 0,0-2 0 0 0,-1 1 0 0 0,0 0 0 0 0,0 0 0 0 0,0 0 0 0 0,0-1 0 0 0,0 1 0 0 0,-4 3 0 0 0,-2-1-624 0 0,-1 0 0 0 0,0-1 1 0 0,1 0-1 0 0,-1 0 0 0 0,0-1 0 0 0,-1 0 1 0 0,1 0-1 0 0,-1-1 0 0 0,1-1 1 0 0,-1 1-1 0 0,1-2 0 0 0,-11 1 1 0 0,-10-2-2076 0 0,1-1 0 0 0,-49-11 0 0 0,69 11 2726 0 0,5 1 200 0 0,1 0 1 0 0,0 0-1 0 0,0 0 0 0 0,-1 0 0 0 0,1 0 1 0 0,0-1-1 0 0,0 1 0 0 0,1-1 1 0 0,-1 0-1 0 0,0 0 0 0 0,0 0 0 0 0,1 0 1 0 0,-1-1-1 0 0,1 1 0 0 0,0-1 1 0 0,-3-3-1 0 0,4 5 262 0 0,-1-26-2076 0 0,-3-26 7775 0 0,8-35-10627 0 0,0 25 2244 0 0,4-202 2314 0 0,-4 228 17 0 0,-3 1 1 0 0,-5-54-1 0 0,3 81 2577 0 0,-1 0-5336 0 0,0 9-500 0 0,2 9 4190 0 0,-3 20 13359 0 0,2-21-13556 0 0,-3 22-870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5:47.77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7 921 0 0,'9'-6'13070'0'0,"-8"6"-12201"0"0,0 0-1 0 0,0 0 0 0 0,-1 0 1 0 0,1 0-1 0 0,0 0 0 0 0,-1 0 0 0 0,1 0 1 0 0,1 0-1 0 0,9 8 3540 0 0,-3 25-4408 0 0,-8-23-2 0 0,0-8-9 0 0,1-3-144 0 0,1 0 140 0 0,0 1-1 0 0,0-1 0 0 0,0 0 1 0 0,0 0-1 0 0,0 1 0 0 0,0-1 1 0 0,0 1-1 0 0,0 0 1 0 0,4-1-1 0 0,-5 2 30 0 0,-1-1 1 0 0,1 1-1 0 0,0-1 1 0 0,0 1 0 0 0,0-1-1 0 0,0 1 1 0 0,0 0-1 0 0,-1-1 1 0 0,1 1-1 0 0,0 0 1 0 0,-1 0-1 0 0,1-1 1 0 0,0 1-1 0 0,-1 0 1 0 0,1 0-1 0 0,-1 0 1 0 0,0 0-1 0 0,1 0 1 0 0,-1 0-1 0 0,0 0 1 0 0,1 1-1 0 0,1 3-10 0 0,-2-3-5 0 0,-14 12-4473 0 0,5-10 8950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5:49.04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16 19 859 0 0,'-13'-3'337'0'0,"11"3"2009"0"0,4 4-2466 0 0,13 14 19389 0 0,4-10-15478 0 0,2-7-3538 0 0,-9-2-774 0 0,8 2-845 0 0,39-3 0 0 0,62-17-7650 0 0,-13 2 4268 0 0,-102 16 3410 0 0,3-2 9780 0 0,1-1-568 0 0,-4 3-12134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5:50.20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375 0 704 0 0,'0'0'3810'0'0,"0"3"-588"0"0,-3 14 13016 0 0,2-11-13998 0 0,-3 3-2240 0 0,0-1 0 0 0,0 1 0 0 0,-1-1 0 0 0,0 0 0 0 0,0 0 0 0 0,-9 10 0 0 0,-8 12 0 0 0,-9 16-1192 0 0,-3-2 1 0 0,-1-2 0 0 0,-3-1 0 0 0,-1-2-1 0 0,-85 66 1 0 0,123-104 1370 0 0,-2-12 4369 0 0,0 0-4300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5:50.928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547 173 1062 0 0,'2'-1'2030'0'0,"-9"3"1822"0"0,-1 1 0 0 0,1-1-1 0 0,-1 0 1 0 0,-12 1 0 0 0,-26-1 11 0 0,34-2-3863 0 0,-7-2 0 0 0,-19-17-5 0 0,36 17 5 0 0,1 1 0 0 0,0 0-1 0 0,-1 0 1 0 0,1-1 0 0 0,0 1-1 0 0,0-1 1 0 0,-1 1 0 0 0,1-1-1 0 0,0 1 1 0 0,1-1 0 0 0,-1 0-1 0 0,0 1 1 0 0,0-1 0 0 0,1 0-1 0 0,-1 0 1 0 0,1 0 0 0 0,0 0-1 0 0,-1 1 1 0 0,1-1 0 0 0,0 0-1 0 0,0 0 1 0 0,0 0 0 0 0,0 0 0 0 0,0 0-1 0 0,2-3 1 0 0,-1-2-1 0 0,1-1 1 0 0,0 1 0 0 0,1-1-1 0 0,5-10 1 0 0,20-29-35 0 0,-27 45 0 0 0,-1 2 62 0 0,1-1-25 0 0,0-1 1 0 0,0 1-1 0 0,0-1 0 0 0,0 1 0 0 0,0-1 0 0 0,1 1 1 0 0,-1 0-1 0 0,0 0 0 0 0,1 0 0 0 0,-1 0 0 0 0,1 0 1 0 0,0 0-1 0 0,-1 0 0 0 0,1 0 0 0 0,-1 1 0 0 0,1-1 0 0 0,0 1 1 0 0,0-1-1 0 0,-1 1 0 0 0,4-1 0 0 0,-2 1-3 0 0,0 1 0 0 0,0-1-1 0 0,0 1 1 0 0,0 0-1 0 0,0-1 1 0 0,0 1 0 0 0,-1 1-1 0 0,1-1 1 0 0,0 0 0 0 0,-1 1-1 0 0,1-1 1 0 0,-1 1 0 0 0,1 0-1 0 0,-1 0 1 0 0,0 0-1 0 0,0 0 1 0 0,0 0 0 0 0,0 0-1 0 0,0 1 1 0 0,0-1 0 0 0,2 4-1 0 0,-1-1 5 0 0,0 0 0 0 0,-1 0 0 0 0,0 1 0 0 0,0-1 0 0 0,0 0 0 0 0,0 1 0 0 0,1 5 0 0 0,-3-5-169 0 0,0-1-1 0 0,0 0 0 0 0,0 1 1 0 0,-1-1-1 0 0,0 0 1 0 0,0 1-1 0 0,-2 5 1 0 0,0-2-859 0 0,-1 0 0 0 0,0-1 0 0 0,0 0 0 0 0,-1 0 1 0 0,0 0-1 0 0,-8 10 0 0 0,-2-1-2478 0 0,-27 25 0 0 0,4-9 2467 0 0,22-19 2245 0 0,-54 40-529 0 0,-113 68 0 0 0,177-118-597 0 0,-21 14-1890 0 0,-41 22-6197 0 0,56-36 5652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5:55.66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20 104 714 0 0,'-16'5'346'0'0,"12"-4"1349"0"0,12 1 7284 0 0,9 2-3233 0 0,23-1-1248 0 0,50-3 1 0 0,111-18-7350 0 0,-85 6-1469 0 0,19-1-2707 0 0,0-1 4272 0 0,345-29 2080 0 0,-417 35 6837 0 0,0 0 2536 0 0,-1 6-6193 0 0,-13 4-2510 0 0,-47-2-4 0 0,20 2 109 0 0,-17-2-7017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5:57.653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664 88 865 0 0,'4'-25'6068'0'0,"-14"29"-4049"0"0,2 14 5591 0 0,5 5-13 0 0,2-11-5603 0 0,1-7-1991 0 0,0 1 0 0 0,0-1 0 0 0,0 0 0 0 0,1 1 0 0 0,0-1 0 0 0,0 0-1 0 0,0 0 1 0 0,0 1 0 0 0,1-1 0 0 0,0 0 0 0 0,0 0 0 0 0,0-1 0 0 0,1 1 0 0 0,0 0 0 0 0,0-1 0 0 0,0 1 0 0 0,0-1 0 0 0,7 6 0 0 0,-9-9-4 0 0,-1 0 1 0 0,1-1 0 0 0,-1 1 0 0 0,1-1 0 0 0,-1 0 0 0 0,0 1 0 0 0,1-1 0 0 0,-1 0 0 0 0,1 0 1 0 0,-1 1-1 0 0,1-1 0 0 0,-1 0 0 0 0,1 0 0 0 0,0 0 0 0 0,-1 0 0 0 0,1 1 0 0 0,-1-1 0 0 0,1 0 1 0 0,-1 0-1 0 0,1 0 0 0 0,-1 0 0 0 0,1 0 0 0 0,-1-1 0 0 0,1 1 0 0 0,0 0 0 0 0,-1 0 0 0 0,2 0 1 0 0,14-4 2 0 0,-13 3-4 0 0,0-1 0 0 0,0 0 1 0 0,-1 0-1 0 0,1 0 1 0 0,0-1-1 0 0,-1 1 0 0 0,1-1 1 0 0,-1 0-1 0 0,0 1 0 0 0,0-1 1 0 0,0 0-1 0 0,0 0 1 0 0,0 0-1 0 0,-1 0 0 0 0,0-1 1 0 0,2-5-1 0 0,1 1 0 0 0,-3 0-380 0 0,0 1 1 0 0,0 0-1 0 0,-1-1 0 0 0,0 1 0 0 0,0-1 0 0 0,0 1 0 0 0,-1-1 0 0 0,0 1 0 0 0,-1-1 1 0 0,-4-12-1 0 0,5 15 181 0 0,-15-39-7085 0 0,15 42 7417 0 0,-8-14 7036 0 0,6 17-6758 0 0,1 0 1 0 0,0 0-1 0 0,0 1 1 0 0,1-1 0 0 0,-1 1-1 0 0,0-1 1 0 0,0 1-1 0 0,1-1 1 0 0,-1 1-1 0 0,-2 4 1 0 0,-15 37-1917 0 0,10-20-457 0 0,2-10-20 0 0,-1 0 0 0 0,-1 0 0 0 0,-12 14 0 0 0,7-11-186 0 0,-31 26 1 0 0,24-26 2022 0 0,0 0-1 0 0,-1-2 0 0 0,0 0 1 0 0,-28 12-1 0 0,49-26 155 0 0,16 1 1594 0 0,1 0 162 0 0,23 5-1 0 0,-8 1-2241 0 0,-28-7 570 0 0,0 1 0 0 0,-1 0-1 0 0,1 0 1 0 0,0 0 0 0 0,-1 0 0 0 0,1 0 0 0 0,-1 1 0 0 0,1-1 0 0 0,-1 1 0 0 0,0 0 0 0 0,4 3 0 0 0,4 8 8748 0 0,-10-12-8789 0 0,1 1 1 0 0,0-1-1 0 0,-1 1 0 0 0,0-1 1 0 0,1 1-1 0 0,-1 0 1 0 0,0-1-1 0 0,1 1 1 0 0,-1 0-1 0 0,0-1 1 0 0,0 1-1 0 0,0-1 1 0 0,-1 1-1 0 0,1 0 0 0 0,0-1 1 0 0,0 1-1 0 0,-1 0 1 0 0,1-1-1 0 0,-1 1 1 0 0,0-1-1 0 0,1 1 1 0 0,-1-1-1 0 0,0 0 1 0 0,0 1-1 0 0,0-1 0 0 0,0 0 1 0 0,0 1-1 0 0,0-1 1 0 0,-3 2-1 0 0,3-2 27 0 0,-14 14-166 0 0,-1 0 0 0 0,0-2-1 0 0,-1 0 1 0 0,0-1 0 0 0,-1-1 0 0 0,0 0-1 0 0,-1-1 1 0 0,0-1 0 0 0,-1-1 0 0 0,0-1-1 0 0,-29 6 1 0 0,33-9-357 0 0,-1-2-1 0 0,1 0 1 0 0,-1 0 0 0 0,0-2-1 0 0,1 0 1 0 0,-26-4 0 0 0,30 2-549 0 0,-1-1 0 0 0,1 0 0 0 0,0-1 0 0 0,0 0 0 0 0,1-1 0 0 0,-1 0 0 0 0,1-1 0 0 0,0 0 0 0 0,-12-9 0 0 0,19 11 1041 0 0,-1 1 0 0 0,1-1 0 0 0,-1 0 0 0 0,1 0 0 0 0,1-1 0 0 0,-1 1 0 0 0,1-1 0 0 0,-1 0 0 0 0,-3-7-1 0 0,6 8 275 0 0,-1-1-1 0 0,1 1 1 0 0,-1-1-1 0 0,1 0 0 0 0,0 1 1 0 0,1-1-1 0 0,-1 0 0 0 0,1 0 1 0 0,0 0-1 0 0,0 1 1 0 0,1-1-1 0 0,-1 0 0 0 0,1 0 1 0 0,0 1-1 0 0,2-6 0 0 0,5-9 796 0 0,1 0-1 0 0,0 1 0 0 0,1 0 0 0 0,1 1 0 0 0,21-25 0 0 0,5-9-4570 0 0,-36 49 1174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5:59.12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1177 0 1206 0 0,'0'0'2565'0'0,"-12"18"17880"0"0,13-5-20197 0 0,0-1-1 0 0,1 1 0 0 0,0 0 1 0 0,1-1-1 0 0,0 0 1 0 0,1 0-1 0 0,8 17 0 0 0,-10-24-228 0 0,12 24-19 0 0,-10-21 0 0 0,0 0 0 0 0,0-1 0 0 0,-1 2 0 0 0,-1-1 0 0 0,1 0 0 0 0,-2 0 0 0 0,1 1 0 0 0,-1-1 0 0 0,0 1 0 0 0,0 14 0 0 0,-1-22 0 0 0,0 1 0 0 0,0 0 0 0 0,0 0 0 0 0,0-1 0 0 0,-1 1 0 0 0,1 0 0 0 0,0 0 0 0 0,-1-1 0 0 0,1 1 0 0 0,-1 0 0 0 0,1 0 0 0 0,-1-1 0 0 0,0 1 0 0 0,0-1 0 0 0,0 1 0 0 0,0-1 0 0 0,0 1 0 0 0,0-1 0 0 0,0 0 0 0 0,0 1 0 0 0,-1-1 0 0 0,1 0 0 0 0,0 0 0 0 0,-1 0 0 0 0,1 0 0 0 0,-1 0 0 0 0,1 0 0 0 0,-3 1 0 0 0,0 0 0 0 0,0 1-299 0 0,-1-1 0 0 0,0 1 1 0 0,0-1-1 0 0,0 0 1 0 0,0 0-1 0 0,-1-1 0 0 0,1 0 1 0 0,0 0-1 0 0,-1 0 0 0 0,1 0 1 0 0,-1-1-1 0 0,1 0 1 0 0,0 0-1 0 0,-1 0 0 0 0,1-1 1 0 0,-1 0-1 0 0,1 0 1 0 0,0 0-1 0 0,-1-1 0 0 0,1 1 1 0 0,0-1-1 0 0,0 0 0 0 0,-7-5 1 0 0,5 3-149 0 0,0-1-1 0 0,1 0 1 0 0,-1 0 0 0 0,1 0 0 0 0,0-1-1 0 0,1 0 1 0 0,-1 0 0 0 0,1 0 0 0 0,1-1-1 0 0,-1 0 1 0 0,1 0 0 0 0,0 0 0 0 0,0 0-1 0 0,1 0 1 0 0,-2-9 0 0 0,-2 0 324 0 0,9 34 162 0 0,-1-16-7 0 0,1 28 567 0 0,-5-21 730 0 0,0-1 0 0 0,-1 1 1 0 0,0-1-1 0 0,-1 1 0 0 0,0-1 0 0 0,0-1 1 0 0,-1 1-1 0 0,1-1 0 0 0,-12 10 0 0 0,12-12-1214 0 0,0-1 1 0 0,0 0-1 0 0,-1 0 0 0 0,0 0 0 0 0,-12 4 0 0 0,13-5-888 0 0,-1-1-1 0 0,0-1 0 0 0,0 1 0 0 0,0-1 1 0 0,0 0-1 0 0,0 0 0 0 0,-7 0 0 0 0,7-1-70 0 0,1-1-1 0 0,-1 1 0 0 0,0-1 0 0 0,1 0 0 0 0,0 0 0 0 0,-1-1 0 0 0,1 0 0 0 0,-7-2 0 0 0,7 1 682 0 0,0 0-1 0 0,1 0 0 0 0,-1 0 0 0 0,1 0 1 0 0,0-1-1 0 0,0 1 0 0 0,-6-7 0 0 0,5 3 220 0 0,0-1 0 0 0,0 1 0 0 0,0-1 0 0 0,1 0 0 0 0,1 1 0 0 0,-1-2 0 0 0,1 1 0 0 0,1 0 0 0 0,-1-1 0 0 0,-1-12 0 0 0,4 20 16 0 0,-6-13 736 0 0,6 11 3152 0 0,4 12 3089 0 0,-4-8-6212 0 0,2 2-734 0 0,-1 1 0 0 0,1 0 0 0 0,-1 0-1 0 0,0 0 1 0 0,0 1 0 0 0,0-1 0 0 0,-1 0 0 0 0,1 0-1 0 0,-1 1 1 0 0,0-1 0 0 0,0 0 0 0 0,-1 0-1 0 0,1 0 1 0 0,-3 8 0 0 0,-1-4-969 0 0,-1 1-1 0 0,0-1 1 0 0,0-1-1 0 0,-1 1 1 0 0,0-1-1 0 0,0 1 1 0 0,-1-2-1 0 0,0 1 1 0 0,0-1 0 0 0,-1 0-1 0 0,0-1 1 0 0,0 1-1 0 0,0-2 1 0 0,-14 7-1 0 0,11-6 743 0 0,0-1 0 0 0,0 0 0 0 0,0-1 0 0 0,-1 0 0 0 0,-11 1 0 0 0,15-3 1037 0 0,0-1 0 0 0,-1 0 0 0 0,1 0 0 0 0,0 0 1 0 0,0-1-1 0 0,0 0 0 0 0,-11-4 0 0 0,16 4-447 0 0,0 0 0 0 0,-1 0 0 0 0,1-1 1 0 0,0 0-1 0 0,0 1 0 0 0,0-1 0 0 0,0 0 0 0 0,1-1 0 0 0,-1 1 1 0 0,0 0-1 0 0,1-1 0 0 0,-3-3 0 0 0,1 1-311 0 0,0-1-1 0 0,0-1 1 0 0,1 1-1 0 0,0 0 1 0 0,-4-11-1 0 0,0-5-857 0 0,2 0-1 0 0,-5-38 1 0 0,9 58 726 0 0,-1-24-4260 0 0,1-38 1 0 0,0 12 470 0 0,3 2 7509 0 0,-2 48-3675 0 0,-12-15 9899 0 0,-301 203-23641 0 0,312-185 13725 0 0,0-1 86 0 0,0 1 10 0 0,0-1 0 0 0,0 1 1 0 0,0 0-1 0 0,1-1 0 0 0,-1 1 1 0 0,0 0-1 0 0,0 0 0 0 0,1-1 0 0 0,-1 1 1 0 0,0 0-1 0 0,1 0 0 0 0,-1 0 0 0 0,0 1 1 0 0,36 9 9162 0 0,4-9-6177 0 0,46-13-5124 0 0,-42 5 2208 0 0,-30 4-989 0 0,0 1 1 0 0,0 0-1 0 0,0 2 1 0 0,22 2-1 0 0,-29-2-25 0 0,0 0 0 0 0,0 0 0 0 0,0 1-1 0 0,0 0 1 0 0,-1 1 0 0 0,1-1 0 0 0,-1 1 0 0 0,1 0-1 0 0,-1 0 1 0 0,0 1 0 0 0,9 7 0 0 0,4 7-2763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5:59.93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49 10 487 0 0,'-16'-7'18059'0'0,"6"5"-10395"0"0,21 44-7666 0 0,-10-42 3 0 0,-1 0-1 0 0,0 0 0 0 0,0 0 1 0 0,0 1-1 0 0,0-2 0 0 0,0 1 1 0 0,0 0-1 0 0,0 0 0 0 0,0 0 1 0 0,0 0-1 0 0,0 0 0 0 0,0 0 1 0 0,0 0-1 0 0,0 0 0 0 0,0 0 1 0 0,2 11 0 0 0,-2-10-1 0 0,0 0 0 0 0,0 0 0 0 0,1 0 0 0 0,-1 0 0 0 0,0 0 0 0 0,0-1 0 0 0,0 1 0 0 0,0 0-1 0 0,0 0 1 0 0,-1 0 0 0 0,1 0 0 0 0,0-1 0 0 0,0 1 0 0 0,-1 0 0 0 0,1 0 0 0 0,0 0 0 0 0,-1-1 0 0 0,1 1 0 0 0,0 0 0 0 0,-1 0 0 0 0,1-1 0 0 0,-1 1 0 0 0,0 0 0 0 0,1-1 0 0 0,-1 1 0 0 0,-1 0 0 0 0,0-2-14 0 0,-1 0 0 0 0,1 0 1 0 0,0 0-1 0 0,0-1 0 0 0,0 1 1 0 0,-1-1-1 0 0,1 0 1 0 0,1 0-1 0 0,-1 1 0 0 0,0-1 1 0 0,0 0-1 0 0,-2-4 0 0 0,4 6 10 0 0,9-20 277 0 0,-8 20-396 0 0,-1-1 0 0 0,0 0 0 0 0,0 1 1 0 0,1-1-1 0 0,-1 0 0 0 0,1 1 1 0 0,-1-1-1 0 0,0 1 0 0 0,1-1 0 0 0,-1 1 1 0 0,1-1-1 0 0,0 1 0 0 0,-1-1 0 0 0,1 1 1 0 0,-1-1-1 0 0,1 1 0 0 0,0 0 0 0 0,-1-1 1 0 0,1 1-1 0 0,0 0 0 0 0,-1-1 1 0 0,1 1-1 0 0,0 0 0 0 0,-1 0 0 0 0,1 0 1 0 0,0 0-1 0 0,0 0 0 0 0,-1 0 0 0 0,1 0 1 0 0,0 0-1 0 0,1 0 0 0 0,-4 2-1900 0 0,-8 6-434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6:00.43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 4 989 0 0,'1'-3'12793'0'0,"-4"30"-2938"0"0,7 0-7278 0 0,2-9-2578 0 0,-6-17 1 0 0,9 10-1192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6:00.71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1 823 0 0,'0'0'4337'0'0,"2"10"-258"0"0,2 7 7165 0 0,-4 3-5513 0 0,6-2-5739 0 0,-6-17-96 0 0,9 3-1831 0 0,-4-2 112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6:01.48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63 2 797 0 0,'-6'8'21933'0'0,"-4"11"-17585"0"0,10-18-4399 0 0,0 0 0 0 0,0 0 0 0 0,-1 0 1 0 0,1 0-1 0 0,0 0 0 0 0,-1 0 0 0 0,1 0 0 0 0,-1-1 0 0 0,1 1 0 0 0,-1 0 1 0 0,1 0-1 0 0,-1 0 0 0 0,0-1 0 0 0,1 1 0 0 0,-1 0 0 0 0,-1 0 1 0 0,1 0 50 0 0,1-1 0 0 0,-1 0 0 0 0,0 1 0 0 0,1-1 0 0 0,-1 0 0 0 0,0 0 0 0 0,0 1 0 0 0,1-1 0 0 0,-1 0 0 0 0,0 0 0 0 0,0 0 0 0 0,1 0 0 0 0,-1 0 0 0 0,0 0 0 0 0,0 0 0 0 0,1 0 0 0 0,-1-1 0 0 0,0 1 0 0 0,0 0 0 0 0,1 0 0 0 0,-1-1 0 0 0,0 1 0 0 0,0 0 0 0 0,1-1 0 0 0,-1 1 0 0 0,0-1 0 0 0,-15-20-1 0 0,15 19-3 0 0,3-5-727 0 0,-2 6 683 0 0,0 1 1 0 0,0-1 0 0 0,0 1-1 0 0,0-1 1 0 0,0 1-1 0 0,0-1 1 0 0,0 1-1 0 0,0-1 1 0 0,0 1-1 0 0,1-1 1 0 0,-1 1-1 0 0,0-1 1 0 0,0 1-1 0 0,0-1 1 0 0,1 1-1 0 0,-1 0 1 0 0,0-1-1 0 0,0 1 1 0 0,1-1 0 0 0,-1 1-1 0 0,0 0 1 0 0,1-1-1 0 0,-1 1 1 0 0,0 0-1 0 0,2-1 1 0 0,20 3 122 0 0,-20-2-2259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6:02.038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204 0 737 0 0,'0'0'1514'0'0,"-3"7"4166"0"0,-5 7-1687 0 0,-28 16-894 0 0,-17 12 5346 0 0,11-20-5723 0 0,38-20-2824 0 0,0 0-1 0 0,-1 0 1 0 0,1 0-1 0 0,-1-1 1 0 0,0 0-1 0 0,1 0 1 0 0,-1 0-1 0 0,0 0 1 0 0,0-1-1 0 0,-6 0 1 0 0,6 0-64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6:03.10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20 14 609 0 0,'-19'-6'25602'0'0,"19"5"-25623"0"0,0 1 21 0 0,0-1 0 0 0,0 1 1 0 0,0 0-1 0 0,0 0 0 0 0,1-1 1 0 0,-1 1-1 0 0,0 0 0 0 0,0-1 0 0 0,0 1 1 0 0,1 0-1 0 0,-1 0 0 0 0,0-1 1 0 0,0 1-1 0 0,1 0 0 0 0,-1 0 0 0 0,0-1 1 0 0,0 1-1 0 0,1 0 0 0 0,-1 0 1 0 0,0 0-1 0 0,1-1 0 0 0,-1 1 0 0 0,0 0 1 0 0,1 0-1 0 0,-1 0 0 0 0,0 0 1 0 0,1 0-1 0 0,-1 0 0 0 0,0 0 0 0 0,1 0 1 0 0,-1 0-1 0 0,0 0 0 0 0,1 0 1 0 0,-1 0-1 0 0,0 0 0 0 0,1 0 0 0 0,-1 0 1 0 0,0 0-1 0 0,1 0 0 0 0,-1 1 1 0 0,14 3 11 0 0,-12-1-12 0 0,0-1 0 0 0,1 0-1 0 0,-1 1 1 0 0,0-1 0 0 0,0 1 0 0 0,-1 0 0 0 0,1 0 0 0 0,0-1 0 0 0,-1 1 0 0 0,0 0 0 0 0,0 1 0 0 0,2 4 0 0 0,-5-7 0 0 0,1-1-1 0 0,-1 1 1 0 0,1-1 0 0 0,-1 1-1 0 0,1-1 1 0 0,-1 0 0 0 0,1 0 0 0 0,-1 0-1 0 0,1 0 1 0 0,-1 0 0 0 0,1 0-1 0 0,-1 0 1 0 0,1-1 0 0 0,-1 1-1 0 0,1 0 1 0 0,-1-1 0 0 0,1 1 0 0 0,-1-1-1 0 0,1 0 1 0 0,-1 1 0 0 0,1-1-1 0 0,0 0 1 0 0,-2-1 0 0 0,2 1-16 0 0,-6 7-7187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6:37.723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11 31 708 0 0,'-11'10'22335'0'0,"39"7"-18864"0"0,-26-16-3461 0 0,0 0 1 0 0,0 0 0 0 0,0-1 0 0 0,1 1 0 0 0,-1-1-1 0 0,0 1 1 0 0,0-1 0 0 0,0 0 0 0 0,4 0 0 0 0,8 1-419 0 0,14 3-878 0 0,56 0 1 0 0,86-16-7175 0 0,-24 1 4084 0 0,80-1 4766 0 0,-78-1 1528 0 0,-124 14-3094 0 0,4-2 124 0 0,2-8 1661 0 0,12-2 8057 0 0,-7 8-5571 0 0,20 2-3859 0 0,-58 2 1210 0 0,0 0 0 0 0,0 0 0 0 0,0 0 0 0 0,0 1 1 0 0,1-1-1 0 0,-1 1 0 0 0,-4 3 0 0 0,-5 2-620 0 0,-11 1-1594 0 0,-4 0-899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6:40.37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389 14 563 0 0,'0'0'676'0'0,"13"-14"8130"0"0,-9 14-9515 0 0,18 5 16165 0 0,-10-2-14036 0 0,-10-2-1426 0 0,-2-1 6 0 0,0 1 0 0 0,0-1 0 0 0,0 0 0 0 0,0 1 0 0 0,1-1 0 0 0,-1 1 0 0 0,0-1 1 0 0,0 0-1 0 0,0 0 0 0 0,1 1 0 0 0,-1-1 0 0 0,0 0 0 0 0,1 1 0 0 0,-1-1 0 0 0,0 0 0 0 0,1 0 1 0 0,-1 0-1 0 0,0 1 0 0 0,1-1 0 0 0,-1 0 0 0 0,0 0 0 0 0,1 0 0 0 0,-1 0 0 0 0,1 0 0 0 0,-1 0 1 0 0,0 1-1 0 0,1-1 0 0 0,-1 0 0 0 0,1 0 0 0 0,4 2 3 0 0,-12 4-1 0 0,-33 19-2 0 0,25-14 0 0 0,0-1 0 0 0,-1-1 0 0 0,-26 11 0 0 0,-4-1 0 0 0,27-11 0 0 0,0 0 0 0 0,0-1 0 0 0,-1-1 0 0 0,0-1 0 0 0,0 0 0 0 0,-41 2 0 0 0,44-7 0 0 0,1-2-5 0 0,-16 9 7 0 0,1 3-2 0 0,77-15 1 0 0,-44 5-7 0 0,0-1 6 0 0,0 1 0 0 0,0-1 1 0 0,0 1-1 0 0,0 0 0 0 0,0-1 1 0 0,1 1-1 0 0,-1 0 0 0 0,0 0 1 0 0,0 1-1 0 0,2-1 0 0 0,-1 1 0 0 0,-1-1 0 0 0,1 0 0 0 0,-1 0 0 0 0,0 0 0 0 0,1 0 1 0 0,-1 0-1 0 0,1 0 0 0 0,-1-1 0 0 0,0 1 0 0 0,4-2 0 0 0,29 7 4 0 0,-1 4-7 0 0,-31-8-5 0 0,22 13 1 0 0,-20-9 2 0 0,1 1 1 0 0,0 1 0 0 0,1-2 0 0 0,0 1 0 0 0,0-1 0 0 0,0 0 0 0 0,1 0 0 0 0,12 5 0 0 0,-18-9 27 0 0,19 24-5042 0 0,-11-14-3225 0 0,16 10 8398 0 0,-25-20-180 0 0,2 2 4 0 0,0 0 21 0 0,0 0 0 0 0,0-1 0 0 0,0 1-1 0 0,1-1 1 0 0,-1 0 0 0 0,0 0 0 0 0,8 2 0 0 0,-9-3 608 0 0,-2-2-360 0 0,0-1 52 0 0,0 0-1 0 0,0 0 1 0 0,-1 1-1 0 0,1-1 1 0 0,0 0-1 0 0,0 1 1 0 0,-1-1-1 0 0,1 0 1 0 0,-1 1-1 0 0,0-1 1 0 0,1 1-1 0 0,-1-1 1 0 0,0 1-1 0 0,0-1 1 0 0,0 1-1 0 0,0 0 1 0 0,0-1-1 0 0,0 1 0 0 0,-1 0 1 0 0,1 0-1 0 0,0 0 1 0 0,0 0-1 0 0,-1 0 1 0 0,1 0-1 0 0,-1 0 1 0 0,1 0-1 0 0,-1 0 1 0 0,1 1-1 0 0,-3-1 1 0 0,-23-16 3090 0 0,-21-45-3420 0 0,18 34-2972 0 0,28 26 2979 0 0,-3-4 4238 0 0,-13 0-7795 0 0,8 2-294 0 0,23 1 8569 0 0,19-2-3117 0 0,26-5-4614 0 0,-51 8 1324 0 0,1 0 0 0 0,-1-1 1 0 0,0 0-1 0 0,0 0 1 0 0,12-7-1 0 0,-8 3 1395 0 0,0 0-1 0 0,1 1 1 0 0,0 0 0 0 0,0 1 0 0 0,0 0-1 0 0,16-3 1 0 0,-26 8 315 0 0,15-3 5 0 0,-23 8-3765 0 0,-9 3 12122 0 0,-4 1 1202 0 0,6-3-9965 0 0,-7 3-1968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9:23.352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557 132 461 0 0,'0'0'5327'0'0,"-2"4"-5834"0"0,-2 7 3834 0 0,-1 1 10918 0 0,-3 13-10827 0 0,7-20-3427 0 0,0 1 1 0 0,0-1-1 0 0,1 1 1 0 0,0 0-1 0 0,0-1 0 0 0,0 1 1 0 0,1 0-1 0 0,0-1 1 0 0,0 1-1 0 0,3 9 1 0 0,-4-13-18 0 0,1 2-12 0 0,1 0 45 0 0,-1-1 0 0 0,1 1 1 0 0,-1 0-1 0 0,1-1 1 0 0,0 1-1 0 0,4 4 0 0 0,-5-6 0 0 0,17 7-95 0 0,-16-9 98 0 0,1 1 0 0 0,-1-1 0 0 0,0 1 0 0 0,0-1 0 0 0,1 0 0 0 0,-1 0 0 0 0,0 0 0 0 0,0 0 0 0 0,1 0 0 0 0,-1 0 0 0 0,0-1 0 0 0,0 1 0 0 0,1-1 0 0 0,2-1 0 0 0,2-2-5242 0 0,16-26-8757 0 0,-20 25 13983 0 0,-1 0 0 0 0,-1 1 0 0 0,1-1 0 0 0,-1 0 0 0 0,0 0-1 0 0,0 0 1 0 0,0 0 0 0 0,0-9 0 0 0,-1 13 312 0 0,-3-34-405 0 0,-4 6-1 0 0,6 28 192 0 0,-3-25-189 0 0,3 19 1131 0 0,0-1-3397 0 0,0 1 3544 0 0,-6-11 18068 0 0,-22-3-19249 0 0,14 42-17154 0 0,4-10 26701 0 0,2 0-9114 0 0,-5 8 6785 0 0,13-17-7248 0 0,-12 32 23 0 0,13-32 3 0 0,-12 25-61 0 0,11-24 70 0 0,0-1 0 0 0,0 0 0 0 0,0 0 0 0 0,0 0 0 0 0,0-1 0 0 0,0 1 1 0 0,0 0-1 0 0,-1 0 0 0 0,1-1 0 0 0,-1 1 0 0 0,1 0 0 0 0,-1-1 0 0 0,0 0 0 0 0,0 1 0 0 0,1-1 0 0 0,-1 0 0 0 0,0 0 1 0 0,-3 1-1 0 0,4-1-30 0 0,-18 6 47 0 0,17-7-38 0 0,0 0 13 0 0,1 0 3 0 0,0 1 0 0 0,0 0-1 0 0,0 0 1 0 0,0-1 0 0 0,0 1 0 0 0,0-1 0 0 0,0 1 0 0 0,0-1 0 0 0,0 1 0 0 0,0-1-1 0 0,0 0 1 0 0,0 1 0 0 0,0-1 0 0 0,0 0 0 0 0,0 0 0 0 0,0 0 0 0 0,0 0 0 0 0,0 0 0 0 0,-1 0-1 0 0,0 0 1 0 0,-16 0-2622 0 0,0-2 1 0 0,1 0-1 0 0,-1 0 0 0 0,-25-9 0 0 0,41 11 2621 0 0,-7-4-663 0 0,-2 0-3282 0 0,-20-4 4168 0 0,-48-21 0 0 0,77 28-100 0 0,0 0-78 0 0,-1-1 0 0 0,0 1 1 0 0,0-1-1 0 0,1 1 0 0 0,-1-1 0 0 0,1 0 0 0 0,0 0 0 0 0,-1 0 0 0 0,1 0 0 0 0,0-1 0 0 0,-3-4 0 0 0,-8-6 187 0 0,-12-8-43 0 0,24 20-162 0 0,-18-21 185 0 0,11 11-1273 0 0,0 0 4973 0 0,-7-4 6903 0 0,14 14-10475 0 0,-5-7 23 0 0,-16-31 1286 0 0,21 38-1651 0 0,14 18-20 0 0,62 33-4954 0 0,-44-30-3424 0 0,-13-7 7869 0 0,-16-12 496 0 0,4 2 44 0 0,0 1 0 0 0,0 0-1 0 0,-1 0 1 0 0,8 7 0 0 0,16 12-13 0 0,-28-22 62 0 0,28 7-81 0 0,-36-2 117 0 0,-25 15-43 0 0,-11 8-68 0 0,2 13-24 0 0,40-41 39 0 0,0 0-6 0 0,-1 0 11 0 0,1 0 0 0 0,0 0 0 0 0,0 0 0 0 0,-1 0 0 0 0,1 0 0 0 0,0 0 0 0 0,0 0 0 0 0,0 0 0 0 0,0 1-1 0 0,0-1 1 0 0,1 1 0 0 0,-2 1 0 0 0,-6 8-22 0 0,-28 28 132 0 0,35-37-110 0 0,-4 5 1412 0 0,-8 11 9537 0 0,9-11-9604 0 0,3-6-1366 0 0,-1 2-8 0 0,0 0 31 0 0,0 0 1 0 0,-1 0-1 0 0,1-1 1 0 0,-1 1-1 0 0,0-1 1 0 0,0 0-1 0 0,0 0 1 0 0,0 0 0 0 0,0 0-1 0 0,-5 2 1 0 0,5-3-5 0 0,1 0-1 0 0,1 0 1 0 0,-1-1-1 0 0,1 0 1 0 0,-1 1-1 0 0,0-1 1 0 0,1 0-1 0 0,-1 0 1 0 0,0 0-1 0 0,1 0 1 0 0,-1 0-1 0 0,1 0 1 0 0,-1-1-1 0 0,0 1 1 0 0,-2-1-1 0 0,2 0-1 0 0,1 1-34 0 0,0 0 0 0 0,1-1-1 0 0,-1 1 1 0 0,1 0 0 0 0,-1-1-1 0 0,1 1 1 0 0,-1 0 0 0 0,1-1-1 0 0,-1 1 1 0 0,1-1 0 0 0,-1 1-1 0 0,1-1 1 0 0,0 1 0 0 0,-1-1-1 0 0,1 1 1 0 0,0-1-1 0 0,-1 0 1 0 0,1 1 0 0 0,0-1-1 0 0,0 1 1 0 0,0-1 0 0 0,-1 0-1 0 0,1 1 1 0 0,0-1 0 0 0,0 0-1 0 0,0 1 1 0 0,0-1 0 0 0,0 1-1 0 0,0-1 1 0 0,0 0 0 0 0,0 1-1 0 0,1-2 1 0 0,-1 2-190 0 0,0-1-1 0 0,0 0 1 0 0,0 0 0 0 0,0 1-1 0 0,0-1 1 0 0,0 0 0 0 0,0 0-1 0 0,0 1 1 0 0,1-1 0 0 0,-1 0-1 0 0,0 1 1 0 0,0-1 0 0 0,1 0-1 0 0,-1 1 1 0 0,1-1 0 0 0,-1 0-1 0 0,0 1 1 0 0,1-1 0 0 0,-1 1-1 0 0,1-1 1 0 0,-1 1 0 0 0,1-1-1 0 0,0 1 1 0 0,0-1 0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9:30.00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6 1 265 0 0,'0'2'13686'0'0,"-3"7"-5077"0"0,1 0-4967 0 0,1-7-3642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9:33.86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413 30 731 0 0,'7'-11'12702'0'0,"-4"-5"78"0"0,-2 14-12782 0 0,-5 3-12 0 0,1 1 15 0 0,0 0 0 0 0,0 0 0 0 0,0 0 0 0 0,1 0 0 0 0,-1 0 0 0 0,0 1 1 0 0,1-1-1 0 0,0 1 0 0 0,-4 5 0 0 0,5-8-6 0 0,-82 91 1002 0 0,-53 31-13518 0 0,44-41 3465 0 0,34-36 9182 0 0,57-44-121 0 0,-13 10 134 0 0,10-7-3927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9:36.10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949 106 518 0 0,'-7'6'21359'0'0,"0"4"-17028"0"0,1 92-4345 0 0,6-99-10 0 0,-1 23-3 0 0,0-19 24 0 0,2-6 2 0 0,-1 1 1 0 0,0-1-1 0 0,0 1 0 0 0,-1-1 0 0 0,1 0 0 0 0,0 1 0 0 0,0-1 0 0 0,-1 1 0 0 0,1-1 1 0 0,-1 0-1 0 0,1 1 0 0 0,-1-1 0 0 0,1 0 0 0 0,-1 1 0 0 0,0-1 0 0 0,0 0 0 0 0,1 0 1 0 0,-1 0-1 0 0,0 0 0 0 0,0 0 0 0 0,0 0 0 0 0,0 0 0 0 0,-1 0 0 0 0,1 0 0 0 0,0 0 1 0 0,0-1-1 0 0,-1 1 0 0 0,1 0 0 0 0,0-1 0 0 0,0 1 0 0 0,-3 0 0 0 0,-51 14 31 0 0,53-15-124 0 0,-31-2-7023 0 0,23-2-198 0 0,0-2 3472 0 0,-11-16 2521 0 0,21 20 1266 0 0,-7-29 81 0 0,7-1 10404 0 0,0 41-4180 0 0,0 8-3159 0 0,1 6-3084 0 0,-5-5 191 0 0,2-16-1195 0 0,1 1 0 0 0,-1-1 0 0 0,0 0 0 0 0,0 0 0 0 0,0 0 0 0 0,0 0 0 0 0,-1 0 0 0 0,-2 2 1 0 0,-22 10-8655 0 0,12-9 8658 0 0,2-2 926 0 0,0 0 1 0 0,0 0-1 0 0,-15 0 1 0 0,26-3 98 0 0,-26-7-92 0 0,23 3 77 0 0,1 0-1 0 0,-1 0 0 0 0,1 0 0 0 0,0 0 0 0 0,0-1 0 0 0,1 0 0 0 0,0 0 1 0 0,-1 0-1 0 0,1 0 0 0 0,1 0 0 0 0,-3-7 0 0 0,-6-26 1982 0 0,6-3 3925 0 0,4 33-2837 0 0,0 10-4979 0 0,-2 20-5393 0 0,1-12 7342 0 0,1-3 5022 0 0,1-6-3686 0 0,-5 10-1773 0 0,-4 5-5638 0 0,-4-4 5904 0 0,-1-1 1 0 0,0 0-1 0 0,0-1 1 0 0,-1 0 0 0 0,-1-1-1 0 0,1-1 1 0 0,-1-1 0 0 0,-19 7-1 0 0,33-14 170 0 0,-3 2-7 0 0,-1 0 0 0 0,1-1 0 0 0,-1 0 1 0 0,1 0-1 0 0,-1-1 0 0 0,1 0 1 0 0,-8 0-1 0 0,8 0-31 0 0,3 0 113 0 0,-20-5 202 0 0,18 1-296 0 0,1 0 0 0 0,0 0 0 0 0,0 0 1 0 0,0 0-1 0 0,0-1 0 0 0,0 1 0 0 0,1-1 0 0 0,0 1 1 0 0,0-1-1 0 0,0 0 0 0 0,1 0 0 0 0,-1 0 0 0 0,1 0 1 0 0,1 0-1 0 0,-1 0 0 0 0,1 0 0 0 0,-1-8 0 0 0,2-14 163 0 0,0-1-1 0 0,5-28 1 0 0,-3 34-1122 0 0,3-42 920 0 0,-5 62-10 0 0,-1-6 561 0 0,-1-13 6188 0 0,0 20-7090 0 0,1 0 0 0 0,-1-1 0 0 0,0 1 0 0 0,0 0 0 0 0,0 0 0 0 0,0 0 0 0 0,0 0 0 0 0,0 0 1 0 0,0 0-1 0 0,0 0 0 0 0,-1 0 0 0 0,1 0 0 0 0,0 0 0 0 0,-1 1 0 0 0,1-1 0 0 0,0 1 0 0 0,-1-1 0 0 0,-2 0 0 0 0,1 1 332 0 0,-1-1 1 0 0,1 1-1 0 0,-1 0 0 0 0,0 1 0 0 0,1-1 1 0 0,-1 1-1 0 0,-5 1 0 0 0,-11 4 17 0 0,-1 1 0 0 0,1 1-1 0 0,0 1 1 0 0,0 1 0 0 0,-22 15-1 0 0,-5 3-56 0 0,45-27 92 0 0,2-1-31 0 0,-1 0 1 0 0,0 0 0 0 0,1 0 0 0 0,-1 0 0 0 0,1 0 0 0 0,-1 1 0 0 0,1-1 0 0 0,-1 0 0 0 0,1 0 0 0 0,-1 1 0 0 0,0-1 0 0 0,1 0 0 0 0,0 1 1 0 0,-1-1-1 0 0,1 0 0 0 0,-1 1 0 0 0,1-1 0 0 0,-1 1 0 0 0,1-1 0 0 0,0 1 0 0 0,-1-1 0 0 0,1 1 0 0 0,0-1 0 0 0,0 1 0 0 0,-1-1 0 0 0,1 1 1 0 0,0 0-1 0 0,0-1 0 0 0,0 1 0 0 0,0-1 0 0 0,-1 2 0 0 0,0 17-51 0 0,1-17 66 0 0,0 1 21 0 0,20 18-45 0 0,-2-12 633 0 0,-7-5 3028 0 0,-9-3-2825 0 0,10 0 338 0 0,3 0 4284 0 0,55-24 71 0 0,-24 6-5777 0 0,-44 16-238 0 0,24 6-175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9:43.125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664 561 1061 0 0,'4'-2'5451'0'0,"-5"17"5097"0"0,-1 11-3187 0 0,0 1-5568 0 0,1-18-1794 0 0,-2 1 1 0 0,1-1 0 0 0,-1 0-1 0 0,0 0 1 0 0,-5 10-1 0 0,7-18-7 0 0,-8 17 8 0 0,-29-22 10 0 0,24 0-9 0 0,10 3-1 0 0,0 0 0 0 0,1 0 0 0 0,-1 0 0 0 0,0-1 0 0 0,0 1 0 0 0,1-1 0 0 0,-1 0 0 0 0,1 0 0 0 0,0 0 0 0 0,-1-1 0 0 0,1 1 0 0 0,0-1 0 0 0,0 0 0 0 0,0 1 0 0 0,-4-8 0 0 0,-5-7-1973 0 0,4-8-8116 0 0,7 19 8814 0 0,0 4 2277 0 0,1 2-1169 0 0,0 0 1 0 0,-1 0-1 0 0,1 0 1 0 0,0 0-1 0 0,-1 0 1 0 0,1 0-1 0 0,0 0 1 0 0,0-1-1 0 0,-1 1 1 0 0,1 0-1 0 0,0 0 1 0 0,0 0-1 0 0,-1-1 1 0 0,1 1-1 0 0,0 0 1 0 0,0 0-1 0 0,0-1 1 0 0,-1 1-1 0 0,1 0 1 0 0,0 0-1 0 0,0-1 1 0 0,0 1-1 0 0,0 0 1 0 0,0 0-1 0 0,0-1 1 0 0,0 1-1 0 0,0 0 1 0 0,-1-1-1 0 0,1 1 1 0 0,0 0-1 0 0,0 0 1 0 0,0-1-1 0 0,0 1 1 0 0,1-1-1 0 0,-4-4 211 0 0,0 10 5014 0 0,-1 9 7993 0 0,-1 25-16851 0 0,3-35 4301 0 0,1 0 0 0 0,-1 0 0 0 0,0 0 0 0 0,0 0 0 0 0,0 0 0 0 0,-3 4-1 0 0,2-4-471 0 0,1-1 0 0 0,-1 0 0 0 0,0 0-1 0 0,0 0 1 0 0,0 0 0 0 0,-1 0-1 0 0,1-1 1 0 0,0 0 0 0 0,-7 4 0 0 0,6-5-49 0 0,-1 1 1 0 0,1-1 0 0 0,-1 0-1 0 0,0-1 1 0 0,1 1 0 0 0,-1-1-1 0 0,0 0 1 0 0,1 0 0 0 0,-8-1-1 0 0,10 1 19 0 0,-21-11 206 0 0,-7-40-15985 0 0,29 49 15796 0 0,2-27-804 0 0,-3 13 903 0 0,2 16-57 0 0,1 20 8 0 0,-1-18-29 0 0,-7 33 31 0 0,4-29-42 0 0,0 0 0 0 0,0-1 0 0 0,-1 1 1 0 0,0-1-1 0 0,-7 8 0 0 0,10-12 5 0 0,-25 13 174 0 0,-5-9-32 0 0,29-5-140 0 0,-1 0-7 0 0,-44-4 200 0 0,45 3-182 0 0,-22-6 120 0 0,14 2 783 0 0,-17-19 11907 0 0,20 14-12357 0 0,2 1-4406 0 0,2 1 4385 0 0,1 1 1 0 0,0 0 0 0 0,1-1-1 0 0,-1 1 1 0 0,1-1-1 0 0,1 1 1 0 0,-1-1-1 0 0,1 0 1 0 0,2-9 0 0 0,-2-57-3728 0 0,-3 1 0 0 0,-4-1 1 0 0,-21-100-1 0 0,-16-7 5534 0 0,43 179-2244 0 0,-4-6 2477 0 0,7 2-5608 0 0,-2 6 2841 0 0,1 0 0 0 0,0 1 0 0 0,-1-1 0 0 0,1 0 1 0 0,-1 1-1 0 0,1-1 0 0 0,0 0 0 0 0,-1 1 0 0 0,1-1 0 0 0,-1 1 0 0 0,1-1 1 0 0,-1 1-1 0 0,0-1 0 0 0,1 1 0 0 0,-1-1 0 0 0,1 1 0 0 0,-1 0 0 0 0,0-1 1 0 0,1 1-1 0 0,-1 0 0 0 0,0-1 0 0 0,0 1 0 0 0,0 0 0 0 0,1-1 0 0 0,-1 1 1 0 0,0 0-1 0 0,0-1 0 0 0,0 1 0 0 0,0 0 0 0 0,0 0 0 0 0,-1 48-4132 0 0,0-31 3117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9:43.85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27 23 1122 0 0,'-4'4'15437'0'0,"-3"9"-6756"0"0,8-3-8466 0 0,0-10-201 0 0,-1 1 0 0 0,0-1 0 0 0,0 0 0 0 0,0 1 1 0 0,0-1-1 0 0,0 0 0 0 0,0 0 0 0 0,0 1 0 0 0,0-1 1 0 0,0 0-1 0 0,0 1 0 0 0,0-1 0 0 0,0 0 0 0 0,0 0 0 0 0,0 1 1 0 0,0-1-1 0 0,0 0 0 0 0,0 1 0 0 0,0-1 0 0 0,0 0 0 0 0,0 0 1 0 0,-1 1-1 0 0,1-1 0 0 0,0 0 0 0 0,0 0 0 0 0,0 1 0 0 0,0-1 1 0 0,-1 0-1 0 0,1 0 0 0 0,0 0 0 0 0,0 1 0 0 0,0-1 0 0 0,-1 0 1 0 0,1 0-1 0 0,-11-12 249 0 0,10 9-264 0 0,1 0 1 0 0,-1 0 0 0 0,0 0-1 0 0,1 0 1 0 0,0 0-1 0 0,-1 0 1 0 0,1 0 0 0 0,0 0-1 0 0,1 0 1 0 0,-1 0 0 0 0,0 0-1 0 0,2-6 1 0 0,-1 7 1 0 0,10 8 3 0 0,-10-6-6 0 0,1 1 1 0 0,-1 0 0 0 0,0 0-1 0 0,1 0 1 0 0,-1 0 0 0 0,0 0-1 0 0,0 0 1 0 0,0 0 0 0 0,0 0-1 0 0,0 0 1 0 0,0 1 0 0 0,0-1-1 0 0,0 0 1 0 0,0 1-1 0 0,0-1 1 0 0,-1 0 0 0 0,1 1-1 0 0,0-1 1 0 0,-1 1 0 0 0,1 2-1 0 0,1 3-576 0 0,7 10-3521 0 0,-1 8-11232 0 0,-6-17 11853 0 0,-1-6 2274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9:44.332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58 1191 0 0,'21'-7'21914'0'0,"-21"7"-21804"0"0,1 0 0 0 0,-1 0-1 0 0,0 0 1 0 0,1 0 0 0 0,-1 0 0 0 0,1 0-1 0 0,-1 0 1 0 0,0 0 0 0 0,1-1-1 0 0,-1 1 1 0 0,0 0 0 0 0,1 0 0 0 0,-1 0-1 0 0,1 0 1 0 0,-1 0 0 0 0,0-1-1 0 0,1 1 1 0 0,-1 0 0 0 0,0 0 0 0 0,1-1-1 0 0,-1 1 1 0 0,0 0 0 0 0,0-1-1 0 0,1 1 1 0 0,-1 0 0 0 0,0 0 0 0 0,0-1-1 0 0,0 1 1 0 0,1-1 0 0 0,-8-8 448 0 0,6 8-605 0 0,0 0 0 0 0,0 0 0 0 0,0 0 0 0 0,0 0 0 0 0,0 0 0 0 0,0 0 0 0 0,0 0-1 0 0,1 0 1 0 0,-1-1 0 0 0,0 1 0 0 0,1 0 0 0 0,-1-1 0 0 0,1 1 0 0 0,-1 0 0 0 0,0-3 0 0 0,14-11-6873 0 0,-22 21 5554 0 0,-2 2 9664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9:44.787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29 33 1179 0 0,'1'1'14295'0'0,"3"5"-6756"0"0,-2 1-3538 0 0,-16-18-4801 0 0,9-5-1929 0 0,-1-2-1528 0 0,3 16 3100 0 0,0 10 1474 0 0,-2 12 7509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9:45.947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696 45 1197 0 0,'-4'-14'3553'0'0,"-6"4"8309"0"0,-2 1-4157 0 0,1-3-5808 0 0,9 12-1897 0 0,4 9 0 0 0,3 4 0 0 0,-2-3 0 0 0,-1 1 0 0 0,0-1 0 0 0,2 21 0 0 0,2 11 0 0 0,-2-25-1 0 0,-1 0 1 0 0,-1 0 0 0 0,-1 0 0 0 0,0 0 0 0 0,-3 32 0 0 0,1 23 0 0 0,2-63 0 0 0,0 9 0 0 0,-1 0 0 0 0,0 0 0 0 0,-1 0 1 0 0,-6 30-1 0 0,7-45 2 0 0,-5 8 70 0 0,-11 10-470 0 0,10-13-839 0 0,1 1 0 0 0,-1-2 0 0 0,-1 1 1 0 0,1-1-1 0 0,-1 0 0 0 0,-8 6 0 0 0,-18 5 399 0 0,9-9 838 0 0,0-1-1 0 0,-1-1 1 0 0,1-2-1 0 0,-1 0 1 0 0,-1-2-1 0 0,1 0 0 0 0,0-2 1 0 0,-1-1-1 0 0,1-1 1 0 0,-1-1-1 0 0,1-1 1 0 0,0-1-1 0 0,0-2 0 0 0,0 0 1 0 0,1-2-1 0 0,0 0 1 0 0,0-2-1 0 0,-34-19 1 0 0,52 25 258 0 0,1 1 1 0 0,0-1-1 0 0,0 0 1 0 0,0 0 0 0 0,1-1-1 0 0,-1 0 1 0 0,1 1 0 0 0,0-1-1 0 0,1-1 1 0 0,-1 1 0 0 0,1 0-1 0 0,0-1 1 0 0,0 0 0 0 0,1 0-1 0 0,0 0 1 0 0,0 0 0 0 0,-2-10-1 0 0,3 8 59 0 0,0 0 0 0 0,1 0-1 0 0,0 0 1 0 0,0-1 0 0 0,1 1-1 0 0,0 0 1 0 0,0 0 0 0 0,1 0-1 0 0,0 0 1 0 0,1 1 0 0 0,-1-1-1 0 0,1 0 1 0 0,5-8 0 0 0,1-1-1212 0 0,-2 4-1579 0 0,0 0 0 0 0,1 0 1 0 0,14-18-1 0 0,-19 28 1918 0 0,1-1-1 0 0,-1 1 1 0 0,1 0 0 0 0,0 0 0 0 0,0 0 0 0 0,0 0-1 0 0,0 0 1 0 0,0 1 0 0 0,1 0 0 0 0,-1 0-1 0 0,1 0 1 0 0,-1 1 0 0 0,1 0 0 0 0,7-2 0 0 0,4 6-2392 0 0,-11-1 2182 0 0,13 2-1852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9:46.43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82 1064 0 0,'3'-6'71'0'0,"-2"6"137"0"0,-1-1-1 0 0,1 1 1 0 0,-1 0-1 0 0,0-1 0 0 0,1 1 1 0 0,-1-1-1 0 0,0 1 1 0 0,1 0-1 0 0,-1-1 1 0 0,0 1-1 0 0,0-1 0 0 0,1 1 1 0 0,-1-1-1 0 0,0 1 1 0 0,0-1-1 0 0,0 1 1 0 0,0-1-1 0 0,0 1 1 0 0,0-1-1 0 0,0 1 0 0 0,0-1 1 0 0,0 0-1 0 0,0 1 1 0 0,0-1-1 0 0,0 1 1 0 0,0-1-1 0 0,0 1 0 0 0,0-1 1 0 0,-1 1-1 0 0,1-1 1 0 0,-5-8 11552 0 0,6 9-11610 0 0,5 0 6410 0 0,-5 0-6382 0 0,-1 0-178 0 0,0 0 0 0 0,1 0 0 0 0,-1 0 0 0 0,0 0 0 0 0,1 0 0 0 0,-1 0 0 0 0,0 0 0 0 0,0 0 0 0 0,1 0 0 0 0,-1 0 0 0 0,0 0 0 0 0,1 0 0 0 0,-1 0 0 0 0,0 0 0 0 0,1 0 0 0 0,-1 0 0 0 0,0 0 0 0 0,1 0 0 0 0,-1 0 0 0 0,0-1 0 0 0,0 1 0 0 0,1 0 0 0 0,-1 0 0 0 0,0 0 0 0 0,0 0 0 0 0,1-1 0 0 0,-1 1 0 0 0,0 0 0 0 0,0 0 0 0 0,0-1 0 0 0,1 1 0 0 0,-1 0 0 0 0,0 0 0 0 0,0-1 0 0 0,0 1 0 0 0,0 0 0 0 0,0-1 0 0 0,0 1 0 0 0,1 0 0 0 0,-1-1 0 0 0,0 1 0 0 0,0 0 0 0 0,0-1 0 0 0,0 1 0 0 0,0 0 0 0 0,0-1 0 0 0,-7-14 0 0 0,4 9 0 0 0,2 5-37 0 0,1 0 0 0 0,0 0 0 0 0,-1 0 0 0 0,1 1 0 0 0,0-1 0 0 0,0 0 0 0 0,0 0 0 0 0,-1 0 0 0 0,1 0 0 0 0,0 0 0 0 0,0 0 0 0 0,0 1 0 0 0,1-1 0 0 0,-1 0 0 0 0,0 0 0 0 0,0 0 0 0 0,0 0 0 0 0,1 0 0 0 0,-1 1 0 0 0,0-1 0 0 0,1 0 0 0 0,-1 0 0 0 0,2-1 0 0 0,-2 2 27 0 0,1 0 0 0 0,-1 0 0 0 0,1 0 0 0 0,-1-1 1 0 0,1 1-1 0 0,0 0 0 0 0,-1 0 0 0 0,1 0 0 0 0,-1 0 0 0 0,1 0 0 0 0,0 0 0 0 0,-1 0 0 0 0,1 0 0 0 0,-1 1 0 0 0,1-1 0 0 0,-1 0 0 0 0,1 0 1 0 0,0 0-1 0 0,-1 1 0 0 0,1-1 0 0 0,-1 0 0 0 0,1 0 0 0 0,-1 1 0 0 0,1-1 0 0 0,-1 1 0 0 0,0-1 0 0 0,1 0 0 0 0,0 2 0 0 0,0 1-1221 0 0,-4 12-1501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9:52.281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751 31 736 0 0,'-3'-3'11955'0'0,"-2"-4"-5992"0"0,-4-7-2911 0 0,7 8-799 0 0,2 32-69 0 0,-1 3-2113 0 0,2-7-70 0 0,1-6-4 0 0,-1 0 1 0 0,-1 0-1 0 0,0-1 1 0 0,-1 1-1 0 0,-1 0 1 0 0,-1-1 0 0 0,-8 29-1 0 0,9-40 0 0 0,0 0-1 0 0,-1 0 0 0 0,1-1 1 0 0,-1 0-1 0 0,0 1 1 0 0,0-1-1 0 0,0 0 0 0 0,0 0 1 0 0,-1-1-1 0 0,1 1 1 0 0,-1-1-1 0 0,1 1 0 0 0,-6 1 1 0 0,-3 2-5 0 0,-1 0 1 0 0,-22 6-1 0 0,21-8 11 0 0,6-1 1 0 0,0 0 0 0 0,0-1 1 0 0,-1 0-1 0 0,1-1 0 0 0,-1 0 1 0 0,1 0-1 0 0,-1 0 0 0 0,1-1 1 0 0,-1-1-1 0 0,1 0 0 0 0,-11-1 1 0 0,15-1 0 0 0,-1 1 1 0 0,0 0 0 0 0,1-1-1 0 0,0 0 1 0 0,-7-6 0 0 0,10 9-22 0 0,0-1-38 0 0,-8-23 111 0 0,3-1-397 0 0,5 16-2163 0 0,-1 1-3282 0 0,2 6 4588 0 0,-9 12-5779 0 0,0 17 6338 0 0,3-11 598 0 0,-20 34 52 0 0,-2-2 1 0 0,-2-1-1 0 0,-2-1 1 0 0,-1-1-1 0 0,-51 50 1 0 0,55-66 21 0 0,4-4-894 0 0,0 1-1 0 0,1 1 1 0 0,-30 48 0 0 0,35-55-3008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9:52.902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7 18 652 0 0,'0'-18'16248'0'0,"-2"25"-9971"0"0,0 5-3247 0 0,0 7-3024 0 0,1-17-7 0 0,22 7-6213 0 0,-14-2 12430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9:53.38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26 0 950 0 0,'0'0'4469'0'0,"15"10"-3057"0"0,-16-8-668 0 0,1-1-79 0 0,-1-1-1 0 0,1 1 1 0 0,0 0-1 0 0,-1-1 1 0 0,1 1-1 0 0,-1-1 1 0 0,1 1 0 0 0,-1 0-1 0 0,1-1 1 0 0,-1 1-1 0 0,0-1 1 0 0,1 1-1 0 0,-1-1 1 0 0,0 1 0 0 0,1-1-1 0 0,-1 0 1 0 0,0 1-1 0 0,1-1 1 0 0,-1 0-1 0 0,0 0 1 0 0,0 1-1 0 0,-1-1 1 0 0,-11-5 2689 0 0,3-7-3358 0 0,9 11-27 0 0,3 11 66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9:54.73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135 1 838 0 0,'2'0'350'0'0,"-1"0"0"0"0,0 0 1 0 0,0 0-1 0 0,0 0 0 0 0,0 0 0 0 0,0 0 0 0 0,1 1 1 0 0,-1-1-1 0 0,0 0 0 0 0,0 1 0 0 0,0-1 1 0 0,0 1-1 0 0,0-1 0 0 0,0 1 0 0 0,0 0 0 0 0,0-1 1 0 0,0 1-1 0 0,-1 0 0 0 0,1 0 0 0 0,0-1 0 0 0,1 3 1 0 0,38 31 12668 0 0,-16-14-8367 0 0,-10-9-4655 0 0,0-1-5 0 0,-1 0 1 0 0,0 2-1 0 0,-1-1 0 0 0,17 21 1 0 0,-28-31 22 0 0,1 3-10 0 0,-2-4-4 0 0,1 1-1 0 0,-1-1 1 0 0,0 0 0 0 0,1 1-1 0 0,-1-1 1 0 0,0 1 0 0 0,0-1-1 0 0,1 1 1 0 0,-1-1-1 0 0,0 1 1 0 0,0-1 0 0 0,0 1-1 0 0,1-1 1 0 0,-1 1 0 0 0,0-1-1 0 0,0 1 1 0 0,0-1 0 0 0,0 1-1 0 0,0-1 1 0 0,0 1 0 0 0,0-1-1 0 0,0 1 1 0 0,0-1-1 0 0,-1 1 1 0 0,1-1 0 0 0,0 1-1 0 0,0-1 1 0 0,0 1 0 0 0,-1-1-1 0 0,1 1 1 0 0,-1 0 0 0 0,0 1-1 0 0,0 1 0 0 0,0-1 0 0 0,-1 0 0 0 0,0 0 0 0 0,1 0 0 0 0,-1 0 0 0 0,0 0 0 0 0,0 0 0 0 0,0 0 0 0 0,0 0 0 0 0,0-1 0 0 0,-4 3 0 0 0,-34 17 0 0 0,30-16 0 0 0,-78 36-7208 0 0,16-7-2085 0 0,26-10 6130 0 0,33-16 941 0 0,-4 3 3709 0 0,7-7-2201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0:07.312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1045 245 644 0 0,'-8'-24'25567'0'0,"7"23"-25573"0"0,-1 17-9 0 0,2-14 16 0 0,0-1 0 0 0,-1 0 0 0 0,1 1-1 0 0,0-1 1 0 0,0 1 0 0 0,0-1 0 0 0,0 1 0 0 0,0-1-1 0 0,0 1 1 0 0,1-1 0 0 0,-1 1 0 0 0,0-1-1 0 0,1 2 1 0 0,0-1-38 0 0,9 21 73 0 0,-8-14-31 0 0,3 7-17 0 0,-2-1-1 0 0,0 1 1 0 0,1 21 0 0 0,-4-35 40 0 0,-17 18 2 0 0,2-9-57 0 0,13-10 23 0 0,0 0 0 0 0,0 0 0 0 0,0 0 0 0 0,0 0-1 0 0,0 0 1 0 0,0 0 0 0 0,-1-1 0 0 0,1 1 0 0 0,0-1 0 0 0,0 1 0 0 0,-1-1-1 0 0,1 0 1 0 0,0 0 0 0 0,-5 0 0 0 0,2-2 65 0 0,-1 0-1 0 0,0 0 1 0 0,1-1 0 0 0,-1 0 0 0 0,-8-5 0 0 0,8 4-759 0 0,1-1 1 0 0,-1 1 0 0 0,1-1-1 0 0,-7-9 1 0 0,6 5-1679 0 0,0 0 1 0 0,0 0-1 0 0,1 0 1 0 0,0-1-1 0 0,0 0 0 0 0,-5-20 1 0 0,-7-17 2206 0 0,12 34 253 0 0,0 1 0 0 0,1-1 0 0 0,0 0 0 0 0,-3-24 0 0 0,-3-25-162 0 0,2 13 1330 0 0,6 17 3323 0 0,2 30-2696 0 0,-6 15-6610 0 0,2 12 6066 0 0,8 46-1364 0 0,-2-51 605 0 0,0 37-1 0 0,-3-49-649 0 0,1 0 0 0 0,0-1 0 0 0,0 1 0 0 0,1 0 0 0 0,0-1 0 0 0,2 11-1 0 0,1 8-1513 0 0,-1-5 3519 0 0,-2-20-1393 0 0,-2 27-3475 0 0,0-25 3281 0 0,0 1 583 0 0,-1 0 3580 0 0,-2 3 3725 0 0,-7 2-5384 0 0,-14-3-3112 0 0,14-3 389 0 0,-26 7-540 0 0,-21 4-6382 0 0,-12 3-2054 0 0,23-4 8299 0 0,17-4 580 0 0,-1-1 0 0 0,0-2 0 0 0,0-1 0 0 0,0-1 0 0 0,0-2 1 0 0,-1-1-1 0 0,-35-4 0 0 0,41 0 2504 0 0,0-1 0 0 0,-39-12 0 0 0,63 16-2384 0 0,-4-1-822 0 0,0 1-1 0 0,1-1 1 0 0,-1 0-1 0 0,1-1 1 0 0,0 1-1 0 0,-1-1 1 0 0,-9-5 0 0 0,-5-1 710 0 0,-12-8 412 0 0,30 16-411 0 0,-20-23 1278 0 0,19 20 72 0 0,1 0 0 0 0,0 0 0 0 0,0 0-1 0 0,0 0 1 0 0,0 0 0 0 0,0 0-1 0 0,-1-6 1 0 0,2 7-1157 0 0,0 0 1 0 0,1-1-1 0 0,-1 1 1 0 0,1 0-1 0 0,0 0 0 0 0,0-1 1 0 0,0 1-1 0 0,0-1 0 0 0,0-2 1 0 0,2 0-625 0 0,-1 0 0 0 0,1 0 0 0 0,0 0 0 0 0,0 0-1 0 0,1 0 1 0 0,-1 1 0 0 0,6-7 0 0 0,-3 3 997 0 0,-5 7-970 0 0,1 0 1 0 0,-1 0 0 0 0,1 1 0 0 0,0-1-1 0 0,-1 0 1 0 0,1 0 0 0 0,0 1 0 0 0,-1-1 0 0 0,1 0-1 0 0,0 1 1 0 0,0-1 0 0 0,0 1 0 0 0,-1-1-1 0 0,1 1 1 0 0,0 0 0 0 0,0-1 0 0 0,0 1-1 0 0,0 0 1 0 0,0 0 0 0 0,0-1 0 0 0,0 1-1 0 0,0 0 1 0 0,0 0 0 0 0,0 0 0 0 0,0 0-1 0 0,0 0 1 0 0,0 0 0 0 0,0 0 0 0 0,0 1 0 0 0,0-1-1 0 0,-1 0 1 0 0,1 1 0 0 0,0-1 0 0 0,0 0-1 0 0,1 2 1 0 0,9 3-2224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0:08.092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8 0 1174 0 0,'0'0'6857'0'0,"-6"13"-6133"0"0,4-7 3155 0 0,3 5 6991 0 0,-1-10-10791 0 0,0-1-1 0 0,0 1 1 0 0,0-1-1 0 0,0 1 0 0 0,0 0 1 0 0,0-1-1 0 0,0 1 1 0 0,0-1-1 0 0,0 1 0 0 0,0 0 1 0 0,0-1-1 0 0,0 1 1 0 0,0-1-1 0 0,1 1 1 0 0,-1 0-1 0 0,0-1 0 0 0,0 1 1 0 0,1-1-1 0 0,-1 1 1 0 0,0-1-1 0 0,1 1 0 0 0,-1-1 1 0 0,0 1-1 0 0,1-1 1 0 0,-1 0-1 0 0,1 1 0 0 0,-1-1 1 0 0,1 1-1 0 0,-1-1 1 0 0,1 0-1 0 0,-1 1 0 0 0,1-1 1 0 0,0 0-1 0 0,9 5-43 0 0,-8-4-109 0 0,0 0-2593 0 0,1 0 2910 0 0,-1 0 0 0 0,0 1 1 0 0,1 0-1 0 0,-1-1 1 0 0,0 1-1 0 0,0 0 0 0 0,0 0 1 0 0,0 0-1 0 0,0 0 0 0 0,2 4 1 0 0,1-1-1619 0 0,-1 0 2823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0:08.375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1 930 0 0,'0'0'7984'0'0,"8"4"-4769"0"0,4 3 6709 0 0,-2 0-5362 0 0,-2-1-4044 0 0,-7-6-709 0 0,-1 1 0 0 0,1-1 0 0 0,0 0-1 0 0,-1 0 1 0 0,1 1 0 0 0,0-1 0 0 0,0 0 0 0 0,-1 0 0 0 0,1 0 0 0 0,0 0 0 0 0,-1 0 0 0 0,1 0 0 0 0,0 0 0 0 0,0 0 0 0 0,-1 0 0 0 0,1 0 0 0 0,0-1 0 0 0,-1 1 0 0 0,1 0 0 0 0,0 0 0 0 0,-1-1 0 0 0,1 1 0 0 0,0 0 0 0 0,-1-1 0 0 0,1 1 0 0 0,-1-1 0 0 0,1 1 0 0 0,-1-1 0 0 0,2 0 0 0 0,6-5 5003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0:09.027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638 0 714 0 0,'-12'10'23166'0'0,"7"-6"-20832"0"0,-83 75-2334 0 0,5-3 0 0 0,-261 178-10532 0 0,322-237 13399 0 0,0 1 1 0 0,-29 32-1 0 0,41-38-4291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0:11.28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256 529 1184 0 0,'-15'-18'25020'0'0,"17"8"-25025"0"0,1 0 5 0 0,0 0 0 0 0,6-13-1 0 0,-8 19-4 0 0,1 0-1 0 0,0 0 0 0 0,1 1 0 0 0,-1-1 0 0 0,1 1 0 0 0,-1-1 1 0 0,1 1-1 0 0,0 0 0 0 0,0 0 0 0 0,0 0 0 0 0,1 0 0 0 0,-1 1 0 0 0,5-3 1 0 0,-6 4 4 0 0,-1 0 52 0 0,9-2-27 0 0,-3-1-22 0 0,-3 3-3 0 0,0 0 1 0 0,0 0-1 0 0,0 0 1 0 0,0 1-1 0 0,0-1 1 0 0,0 1-1 0 0,0 0 1 0 0,0 0-1 0 0,7 2 1 0 0,35 5 26 0 0,-46-7-26 0 0,51 18-36 0 0,-14-3-1807 0 0,6 5-5139 0 0,-6-4 214 0 0,-11-5 5000 0 0,-24-10 1758 0 0,9 3 6384 0 0,3 4-6678 0 0,-7-4-2786 0 0,10 8 4634 0 0,-17-12-1382 0 0,0 1 1 0 0,1-1-1 0 0,-1 0 1 0 0,0 1-1 0 0,0-1 1 0 0,0 0-1 0 0,0 1 1 0 0,0-1-1 0 0,0 0 1 0 0,0 1-1 0 0,1-1 1 0 0,-1 0-1 0 0,0 1 1 0 0,0-1-1 0 0,0 0 1 0 0,0 1-1 0 0,0-1 1 0 0,-1 0-1 0 0,1 1 1 0 0,0-1-1 0 0,0 0 1 0 0,0 1-1 0 0,0-1 1 0 0,0 0-1 0 0,0 1 1 0 0,0-1 0 0 0,-1 0-1 0 0,1 1 1 0 0,0-1-1 0 0,-1 1 1 0 0,-2 1 817 0 0,0 0 1 0 0,-1 1-1 0 0,0-1 1 0 0,1 0 0 0 0,-1-1-1 0 0,0 1 1 0 0,-7 1 0 0 0,-165 54-8107 0 0,145-49 5346 0 0,1-2 1 0 0,-1-1-1 0 0,-57 1 0 0 0,22-1 1798 0 0,64-5 3 0 0,-1 1-29 0 0,-10 0-426 0 0,-24 1 5919 0 0,35-2-5525 0 0,-13 1-4721 0 0,4-1 6411 0 0,0-1 6282 0 0,0-2-4406 0 0,-21-10-2681 0 0,31 12-841 0 0,-5-5-59 0 0,4 5 59 0 0,0 0-1 0 0,1 0 1 0 0,-1 0-1 0 0,0 0 1 0 0,1-1 0 0 0,-1 1-1 0 0,1-1 1 0 0,-1 1-1 0 0,1-1 1 0 0,0 0 0 0 0,0 0-1 0 0,0 1 1 0 0,0-1-1 0 0,-2-3 1 0 0,-1-10-1600 0 0,1 1 1 0 0,0 0 0 0 0,1-1-1 0 0,0 0 1 0 0,1 1-1 0 0,1-1 1 0 0,3-27-1 0 0,-2-27 1061 0 0,-3 33 594 0 0,-1-13 80 0 0,4-52-1 0 0,8 11 142 0 0,-9 88-279 0 0,0 0 1 0 0,0 0-1 0 0,0 0 0 0 0,0 0 0 0 0,-1 0 0 0 0,1 0 0 0 0,0 0 1 0 0,-1 0-1 0 0,1 0 0 0 0,-1 0 0 0 0,0 0 0 0 0,0 0 0 0 0,-1-2 1 0 0,1 2 52 0 0,0 1 0 0 0,1-1 0 0 0,-1 0 0 0 0,0 1 0 0 0,1-1 0 0 0,-1 0 0 0 0,1 0 1 0 0,-1 1-1 0 0,1-1 0 0 0,0 0 0 0 0,0 0 0 0 0,0 0 0 0 0,0-2 0 0 0,0-12 2783 0 0,-3 1-3871 0 0,2 9-637 0 0,0 4 1048 0 0,4 10 9690 0 0,0 6-7292 0 0,-12 27-5271 0 0,5-29 1334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0:11.84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14 49 877 0 0,'4'10'21396'0'0,"-1"0"-17463"0"0,-5-12-3928 0 0,0 1-5 0 0,1 0 0 0 0,0 0 0 0 0,-1 0 0 0 0,1 0 1 0 0,0-1-1 0 0,0 1 0 0 0,0 0 0 0 0,0 0 0 0 0,0-1 0 0 0,0 1 0 0 0,0-1 1 0 0,0 1-1 0 0,1-1 0 0 0,-1 1 0 0 0,1-1 0 0 0,-1 0 0 0 0,1 1 0 0 0,-1-1 0 0 0,1-1 1 0 0,10-26-1274 0 0,-4 21 827 0 0,-5 18 1146 0 0,-5 11 319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0:13.33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471 21 461 0 0,'-13'-11'21789'0'0,"6"6"-17825"0"0,7 4-3964 0 0,-1 1 0 0 0,1 0 0 0 0,0 0 0 0 0,0-1 0 0 0,-1 1 0 0 0,1 0 0 0 0,0 0 0 0 0,-1-1 0 0 0,1 1 0 0 0,0 0 0 0 0,-1 0 0 0 0,1 0 0 0 0,0 0 0 0 0,-1-1 0 0 0,1 1 0 0 0,0 0 0 0 0,-1 0 0 0 0,1 0 0 0 0,-1 0 0 0 0,1 0 0 0 0,0 0 0 0 0,-1 0 0 0 0,1 0 0 0 0,0 0 0 0 0,-1 0 0 0 0,1 0 0 0 0,0 0 0 0 0,-1 1 0 0 0,-4 14 0 0 0,13 129 0 0 0,-7-131 0 0 0,-2-7 0 0 0,-5 12 0 0 0,5-14 0 0 0,0 0 0 0 0,-1 1 0 0 0,1-1 0 0 0,-1 0 0 0 0,0 0 0 0 0,0 0 0 0 0,-1 0 0 0 0,1-1 0 0 0,-4 5 0 0 0,0-3 0 0 0,0 0 0 0 0,-1 0 0 0 0,1 0 0 0 0,-13 6 0 0 0,19-11 0 0 0,-5 3-1 0 0,0-1 1 0 0,1 0 0 0 0,-1 0 0 0 0,0 0 0 0 0,0 0 0 0 0,0-1 0 0 0,0 0-1 0 0,-10 1 1 0 0,12-2 0 0 0,1 0 0 0 0,-1 0 0 0 0,1-1 0 0 0,-1 1 0 0 0,1-1 0 0 0,-1 1 0 0 0,1-1 0 0 0,-1 0-1 0 0,1 0 1 0 0,0 0 0 0 0,-1-1 0 0 0,1 1 0 0 0,0 0 0 0 0,0-1 0 0 0,0 1 0 0 0,0-1 0 0 0,0 0 0 0 0,0 0-1 0 0,1 0 1 0 0,-1 0 0 0 0,0 0 0 0 0,1 0 0 0 0,0 0 0 0 0,-1 0 0 0 0,1 0 0 0 0,0-1 0 0 0,0 1 0 0 0,0-1 0 0 0,0-4-1 0 0,-3-9 2 0 0,0 1 0 0 0,2-1 0 0 0,-2-29-1 0 0,2 15-3 0 0,-2-40 0 0 0,4 67-24 0 0,-3-21 36 0 0,3 23-9 0 0,0 1 0 0 0,0 0 0 0 0,0-1 0 0 0,0 1 0 0 0,0-1 0 0 0,0 1 0 0 0,0-1 0 0 0,0 1 0 0 0,0-1-1 0 0,0 1 1 0 0,0-1 0 0 0,0 1 0 0 0,0-1 0 0 0,-1 1 0 0 0,1 0 0 0 0,0-1 0 0 0,0 1 0 0 0,-1-1 0 0 0,1 1 0 0 0,0 0-1 0 0,0-1 1 0 0,-1 1 0 0 0,1 0 0 0 0,0-1 0 0 0,-1 1 0 0 0,1 0 0 0 0,-1-1 0 0 0,1 1 0 0 0,0 0 0 0 0,-1 0-1 0 0,1 0 1 0 0,-1-1 0 0 0,0 1 0 0 0,-17 5 6 0 0,-21 23 11 0 0,34-24-16 0 0,-53 43-5283 0 0,7-5-2865 0 0,16-16 7812 0 0,34-25 331 0 0,-18 21 114 0 0,16-5 7379 0 0,8-7-3377 0 0,-4-9-4017 0 0,1 0 1 0 0,-1-1 0 0 0,0 1-1 0 0,1-1 1 0 0,-1 1-1 0 0,1-1 1 0 0,-1 0-1 0 0,1 1 1 0 0,-1-1 0 0 0,1 0-1 0 0,-1 0 1 0 0,0 0-1 0 0,1 0 1 0 0,-1 0-1 0 0,4-1 1 0 0,34-9-1878 0 0,-21 2 3901 0 0,68-33-3650 0 0,-78 35 2506 0 0,-1-1-2428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0:13.94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30 833 0 0,'0'0'1274'0'0,"2"-1"-1692"0"0,16-9 15474 0 0,-12 7-14382 0 0,-6 3-610 0 0,1 0 1 0 0,-1 0-1 0 0,0-1 1 0 0,0 1-1 0 0,0 0 0 0 0,1 0 1 0 0,-1 0-1 0 0,0 0 1 0 0,0 0-1 0 0,0-1 1 0 0,0 1-1 0 0,1 0 0 0 0,-1 0 1 0 0,0 0-1 0 0,0-1 1 0 0,0 1-1 0 0,0 0 0 0 0,0 0 1 0 0,0 0-1 0 0,0-1 1 0 0,1 1-1 0 0,-1 0 1 0 0,0 0-1 0 0,0-1 0 0 0,0 1 1 0 0,0 0-1 0 0,0 0 1 0 0,0-1-1 0 0,0 1 0 0 0,0 0 1 0 0,0 0-1 0 0,0 0 1 0 0,0-1-1 0 0,-1 1 1 0 0,1 0-1 0 0,0 0 0 0 0,0-1 1 0 0,0 1-1 0 0,0 0 1 0 0,0 0-1 0 0,0 0 0 0 0,0-1 1 0 0,-1 1-1 0 0,1 0 1 0 0,0 0-1 0 0,0 0 1 0 0,0-1-1 0 0,0 1 0 0 0,-1 0 1 0 0,1 0-1 0 0,0 0 1 0 0,0 0-1 0 0,0 0 0 0 0,-1 0 1 0 0,1 0-1 0 0,0-1 1 0 0,0 1-1 0 0,-1 0 1 0 0,1 0-1 0 0,0 0 0 0 0,0 0 1 0 0,-1 0-1 0 0,1 0 1 0 0,0 0-1 0 0,-6-4-532 0 0,4 3 571 0 0,11 8-5939 0 0,-3 1 7059 0 0,-7 4 8363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0:18.291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23 22 452 0 0,'0'0'739'0'0,"-5"-22"14248"0"0,-5 25-6449 0 0,4-1-8022 0 0,4-2-1633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0:26.527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6 30 949 0 0,'0'0'79'0'0,"-1"0"-1"0"0,1 0 1 0 0,0 0 0 0 0,0 0-1 0 0,0 0 1 0 0,-1 0 0 0 0,1 0-1 0 0,0 0 1 0 0,0 0 0 0 0,0 0 0 0 0,-1 0-1 0 0,1 0 1 0 0,0 0 0 0 0,0 0-1 0 0,0-1 1 0 0,0 1 0 0 0,-1 0-1 0 0,1 0 1 0 0,0 0 0 0 0,0 0-1 0 0,0 0 1 0 0,0-1 0 0 0,0 1-1 0 0,0 0 1 0 0,-1 0 0 0 0,1 0-1 0 0,0-1 1 0 0,0 1 0 0 0,0 0-1 0 0,0 0 1 0 0,0 0 0 0 0,0-1 0 0 0,0 1-1 0 0,0 0 1 0 0,0 0 0 0 0,0 0-1 0 0,0-1 1 0 0,0 1 0 0 0,0 0-1 0 0,0 0 1 0 0,0 0 0 0 0,0-1-1 0 0,0 1 1 0 0,0 0 0 0 0,0 0-1 0 0,0 0 1 0 0,1-1 0 0 0,11-4 8085 0 0,9 2 1686 0 0,-12 2-6511 0 0,-9 1-3204 0 0,151-5-4219 0 0,15-3-769 0 0,-138 7 608 0 0,-11 4 5479 0 0,17 2 9194 0 0,-11-2-8912 0 0,-21-3-1516 0 0,31 2 4 0 0,-23-3-5 0 0,-8 1 0 0 0,10-1 3 0 0,-1 0-10 0 0,-9 1 12 0 0,-16-2-1128 0 0,10 1 1230 0 0,-1 1-1 0 0,1 0 0 0 0,-1 0 0 0 0,1 1 1 0 0,-1-1-1 0 0,0 1 0 0 0,1 0 0 0 0,-5 2 1 0 0,3-2-420 0 0,-14 5-2153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0:43.337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69 25 960 0 0,'0'0'1845'0'0,"13"-13"5536"0"0,-19 2-1378 0 0,8 18-259 0 0,1 13-1463 0 0,-13 82-4281 0 0,-44 187 0 0 0,38-232-5 0 0,15-55 3 0 0,4 15-1160 0 0,0-11-1866 0 0,12 1 6131 0 0,-14-7-3504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0:45.50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1443 0 852 0 0,'0'0'6174'0'0,"-2"1"-3358"0"0,-11 6 11560 0 0,11-4-12388 0 0,-7 25-1985 0 0,7-18-15 0 0,-5 31-32 0 0,7-39 47 0 0,0 1-1 0 0,0-1 1 0 0,0 0 0 0 0,-1 0 0 0 0,1 1-1 0 0,-1-1 1 0 0,1 0 0 0 0,-1 0 0 0 0,0 1-1 0 0,0-1 1 0 0,0 0 0 0 0,0 0-1 0 0,0 0 1 0 0,0 0 0 0 0,-1 0 0 0 0,1-1-1 0 0,-1 1 1 0 0,-2 2 0 0 0,2-3-663 0 0,0 0 0 0 0,0 0-1 0 0,0 0 1 0 0,-1 0 0 0 0,1 0 0 0 0,0 0 0 0 0,-1-1-1 0 0,1 1 1 0 0,-1-1 0 0 0,1 0 0 0 0,0 1 0 0 0,-1-1 0 0 0,1 0-1 0 0,-5-1 1 0 0,3 1 985 0 0,2 0-308 0 0,-9-4-6887 0 0,-10-6 5477 0 0,19 9 1393 0 0,0-1 0 0 0,0 1-1 0 0,0-1 1 0 0,0 1-1 0 0,1-1 1 0 0,-1 0 0 0 0,0 0-1 0 0,1 0 1 0 0,-1 0-1 0 0,1 0 1 0 0,0 0-1 0 0,-1 0 1 0 0,1 0 0 0 0,0 0-1 0 0,0-1 1 0 0,1 1-1 0 0,-1 0 1 0 0,0-4 0 0 0,-3-44-83 0 0,4 48 79 0 0,0 0 22 0 0,0 2-17 0 0,1-1 0 0 0,-1 0-1 0 0,0 0 1 0 0,1 0-1 0 0,-1 0 1 0 0,0 1 0 0 0,0-1-1 0 0,1 0 1 0 0,-1 0 0 0 0,0 0-1 0 0,0 0 1 0 0,0 0 0 0 0,0 0-1 0 0,0 1 1 0 0,0-1-1 0 0,-1 0 1 0 0,1 0 0 0 0,0-1-1 0 0,0-5 64 0 0,5 16-10 0 0,-4-4-36 0 0,1 1 1 0 0,-1-1-1 0 0,0 1 0 0 0,-1-1 1 0 0,1 1-1 0 0,-1 0 1 0 0,0 0-1 0 0,-1-1 0 0 0,1 1 1 0 0,-1-1-1 0 0,0 1 1 0 0,-1 0-1 0 0,1-1 1 0 0,-1 0-1 0 0,0 1 0 0 0,-1-1 1 0 0,1 0-1 0 0,-1 0 1 0 0,0 0-1 0 0,-7 9 0 0 0,9-13-39 0 0,-2 1 26 0 0,1 0-1 0 0,0 0 1 0 0,-1-1-1 0 0,0 1 1 0 0,1-1-1 0 0,-1 1 0 0 0,0-1 1 0 0,-4 1-1 0 0,5-1-14 0 0,0-1 0 0 0,0 0 0 0 0,0 1-1 0 0,-1-1 1 0 0,1 0 0 0 0,0 0 0 0 0,0-1 0 0 0,0 1-1 0 0,-1 0 1 0 0,1-1 0 0 0,0 1 0 0 0,0-1 0 0 0,0 0-1 0 0,0 0 1 0 0,0 0 0 0 0,0 0 0 0 0,0 0 0 0 0,0 0-1 0 0,0 0 1 0 0,0-1 0 0 0,1 1 0 0 0,-1-1 0 0 0,0 1-1 0 0,1-1 1 0 0,-1 1 0 0 0,1-1 0 0 0,0 0 0 0 0,0 0-1 0 0,-1 0 1 0 0,0-2 0 0 0,-3-6 637 0 0,1-1 0 0 0,0 1 0 0 0,1-1 1 0 0,-4-17-1 0 0,4 16 1707 0 0,3 11-2202 0 0,-6 9-433 0 0,-6 26 12377 0 0,11-32-11770 0 0,-2 6-342 0 0,-1-1 1 0 0,0 1-1 0 0,0-1 0 0 0,-1 0 0 0 0,0 0 0 0 0,0-1 0 0 0,-1 1 0 0 0,1-1 1 0 0,-1-1-1 0 0,-1 1 0 0 0,1-1 0 0 0,-1 0 0 0 0,-9 5 0 0 0,-29 11-6819 0 0,43-20 6829 0 0,-10-1-6017 0 0,-1 0 4173 0 0,9-2 1784 0 0,1 1 1 0 0,0-1-1 0 0,0 0 1 0 0,0-1 0 0 0,1 1-1 0 0,-1 0 1 0 0,0-1-1 0 0,1 0 1 0 0,-1 1 0 0 0,1-1-1 0 0,0 0 1 0 0,0 0-1 0 0,0 0 1 0 0,1-1 0 0 0,-1 1-1 0 0,1 0 1 0 0,-1-1-1 0 0,1 1 1 0 0,-1-5 0 0 0,-2-10 218 0 0,0 0 0 0 0,-1-29 0 0 0,2 20-181 0 0,3 25 77 0 0,-2-11 449 0 0,1 6 4347 0 0,-2 18 3816 0 0,2 0-6109 0 0,-2 13-4328 0 0,3-23 1802 0 0,1 2 330 0 0,1 48 1135 0 0,-2-49-1335 0 0,1 22-139 0 0,-3-22-499 0 0,0 0 0 0 0,-1 1 0 0 0,1-1 0 0 0,-1 0 0 0 0,1-1 0 0 0,-1 1-1 0 0,0 0 1 0 0,0-1 0 0 0,0 0 0 0 0,-4 2 0 0 0,-59 14-6468 0 0,-2-1 3630 0 0,-19 2 3457 0 0,-150 11 0 0 0,195-27-101 0 0,0-2 0 0 0,0-2 0 0 0,1-2 0 0 0,0-1 0 0 0,-59-15 0 0 0,99 19-9 0 0,-29-9 7076 0 0,22 7-9805 0 0,7 2 2168 0 0,-2 0 603 0 0,-16-8 6960 0 0,14 6-8509 0 0,-5-3-1066 0 0,6 2 4122 0 0,0 1 0 0 0,1-1 0 0 0,0 0 0 0 0,-1 0 1 0 0,-3-8-1 0 0,1-2-2370 0 0,5 12 807 0 0,1 0 24 0 0,0 2-14 0 0,0-7 24 0 0,0-1 1 0 0,1 1 0 0 0,0 0-1 0 0,0 0 1 0 0,3-7 0 0 0,7-37-46 0 0,-11 49 11 0 0,3-11-5079 0 0,-2 12 5311 0 0,0 0 1 0 0,1 0-1 0 0,-1 0 0 0 0,0 0 0 0 0,0 0 1 0 0,0 0-1 0 0,1 0 0 0 0,-1 0 0 0 0,0 1 0 0 0,1-1 1 0 0,-1 1-1 0 0,1-1 0 0 0,-1 1 0 0 0,1 0 1 0 0,-1-1-1 0 0,3 1 0 0 0,0 12-1949 0 0,0 1 4730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0:46.115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27 1018 0 0,'7'-3'5174'0'0,"-2"12"-3461"0"0,-6-5 1686 0 0,-5-19 11498 0 0,5 4-14967 0 0,-1 0-441 0 0,10 16 903 0 0,15 38-827 0 0,-22-42 116 0 0,7 4-3418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0:46.60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26 996 0 0,'8'-9'15039'0'0,"1"9"-6888"0"0,1 5-6123 0 0,-2 5-2028 0 0,-14-23-1 0 0,5 11 0 0 0,-1-11-349 0 0,2 9-423 0 0,9 6 1175 0 0,-5-1-43 0 0,-3 0-764 0 0,1-1 400 0 0,-1 0 0 0 0,0 1 0 0 0,0-1 0 0 0,1 0 0 0 0,-1 1 0 0 0,0-1 0 0 0,0 1-1 0 0,0 0 1 0 0,0-1 0 0 0,1 1 0 0 0,-1 0 0 0 0,1 1 0 0 0,-13 19-101 0 0,1-8 1047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0:47.42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9 13 852 0 0,'0'0'345'0'0,"-9"-13"8834"0"0,29 23 2916 0 0,-13 1-8354 0 0,-19-25-3740 0 0,11 13-4 0 0,6 4-3695 0 0,7 11 6676 0 0,-10 3-2254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1:59.087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134 25 1298 0 0,'-2'-3'5127'0'0,"-8"-13"12272"0"0,7 12-15009 0 0,3 4-2390 0 0,-1 0 0 0 0,1 0 0 0 0,0 0 0 0 0,0-1 0 0 0,-1 1 0 0 0,1 0 0 0 0,0 0 0 0 0,-1 0 0 0 0,1 0 0 0 0,0 0 0 0 0,-1 0 0 0 0,1 0 0 0 0,0 0 0 0 0,-1 0 0 0 0,1 0 0 0 0,0 0 0 0 0,0 0 0 0 0,-1 0 0 0 0,1 0 0 0 0,0 0 0 0 0,-1 0 0 0 0,1 0 0 0 0,0 0 0 0 0,-1 1 0 0 0,1-1 0 0 0,0 0 0 0 0,0 0 0 0 0,-1 0 0 0 0,1 0 0 0 0,0 1 0 0 0,0-1 0 0 0,-1 0 0 0 0,1 0 0 0 0,0 0 0 0 0,0 1 0 0 0,0-1 0 0 0,-1 0 0 0 0,1 1 0 0 0,0-1 0 0 0,0 0 0 0 0,0 0 0 0 0,0 1 0 0 0,0-1 0 0 0,-1 0 0 0 0,1 1 0 0 0,0-1 0 0 0,-6 18 0 0 0,6-16 0 0 0,-18 55-272 0 0,2 2 0 0 0,-9 73 0 0 0,-8 33-302 0 0,27-124-6177 0 0,6-39 6486 0 0,-3 12 2144 0 0,4-8-2122 0 0,4-11 5162 0 0,3-13-4062 0 0,-7 5-2741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1:59.635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722 0 1323 0 0,'-2'1'13534'0'0,"-9"1"-5566"0"0,-12 5-4390 0 0,5 7-3199 0 0,6-4-947 0 0,-10 3 568 0 0,-1-1 0 0 0,-1-1 0 0 0,0-1 0 0 0,0-1 0 0 0,-43 9 0 0 0,-129 13 0 0 0,110-21 0 0 0,74-8-1285 0 0,0 0 0 0 0,0 1 0 0 0,1 0 0 0 0,-22 8 0 0 0,28-8 772 0 0,0-1 1 0 0,1 1-1 0 0,-1 0 0 0 0,1 0 1 0 0,0 0-1 0 0,0 1 0 0 0,0-1 1 0 0,0 1-1 0 0,0 0 0 0 0,1 0 1 0 0,0 1-1 0 0,0-1 0 0 0,-3 6 1 0 0,-38 72-9212 0 0,37-68 6844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2:00.79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577 302 1148 0 0,'-1'2'14265'0'0,"-1"10"-6688"0"0,-1 0-6929 0 0,1 0-1 0 0,1 1 0 0 0,0-1 1 0 0,0 1-1 0 0,4 23 0 0 0,3 14-2397 0 0,3-5-4050 0 0,-8-43 5018 0 0,-1 13 2213 0 0,-4-6 4177 0 0,0-8-5335 0 0,-21 0 87 0 0,-16-8-907 0 0,34 5 311 0 0,-1 0 0 0 0,0 0 0 0 0,0 1 0 0 0,0 0 0 0 0,-1 0 0 0 0,1 1 1 0 0,0 0-1 0 0,0 0 0 0 0,0 1 0 0 0,0 0 0 0 0,-8 3 0 0 0,9 1-572 0 0,1 0 0 0 0,0 1-1 0 0,0-1 1 0 0,0 1-1 0 0,1 1 1 0 0,0-1 0 0 0,0 1-1 0 0,0 0 1 0 0,1 0 0 0 0,-6 13-1 0 0,-3 5-28 0 0,-10 17 832 0 0,2 0 0 0 0,2 1 0 0 0,1 1 0 0 0,-18 78 0 0 0,35-120 1754 0 0,8-19 5282 0 0,-3 2-4186 0 0,-4-24-4651 0 0,-2 23 3822 0 0,0-55-1179 0 0,-2-128-1466 0 0,15 70-7039 0 0,-4 96 6670 0 0,20-60 0 0 0,-18 63 1052 0 0,-8 29-68 0 0,0 1-269 0 0,1 0 258 0 0,-1 0 0 0 0,1 1 0 0 0,-1-1 1 0 0,1 0-1 0 0,-1 1 0 0 0,1-1 0 0 0,-1 1 0 0 0,0-1 0 0 0,1 1 0 0 0,-1 0 0 0 0,0 0 0 0 0,0-1 1 0 0,0 1-1 0 0,1 0 0 0 0,-1 0 0 0 0,0 0 0 0 0,0 0 0 0 0,1 2 0 0 0,1 1 50 0 0,-1 0 0 0 0,0 0 0 0 0,0 0 0 0 0,0 0 0 0 0,0 0-1 0 0,1 7 1 0 0,1 5 283 0 0,-1 0-1 0 0,2 25 1 0 0,-5-41-304 0 0,1 12 489 0 0,-1-1 0 0 0,0 1 0 0 0,-1-1 0 0 0,0 1 0 0 0,0-1-1 0 0,-1 1 1 0 0,-1-1 0 0 0,0 0 0 0 0,-1 0 0 0 0,-8 18 0 0 0,10-25-339 0 0,0 0 1 0 0,-1 0-1 0 0,0-1 1 0 0,0 1 0 0 0,0-1-1 0 0,0 1 1 0 0,0-1-1 0 0,-1 0 1 0 0,1 0-1 0 0,-1 0 1 0 0,0-1-1 0 0,0 1 1 0 0,0-1 0 0 0,0 0-1 0 0,0 0 1 0 0,-1 0-1 0 0,1-1 1 0 0,-1 1-1 0 0,1-1 1 0 0,-1 0-1 0 0,1-1 1 0 0,-1 1 0 0 0,0-1-1 0 0,1 0 1 0 0,-1 0-1 0 0,0 0 1 0 0,1 0-1 0 0,-1-1 1 0 0,1 0-1 0 0,-1 0 1 0 0,-7-3 0 0 0,9 4-155 0 0,0-1 0 0 0,-1 0 0 0 0,1 0 0 0 0,0 0 0 0 0,-1 0 0 0 0,1 0 0 0 0,0-1 0 0 0,0 1 0 0 0,0-1 0 0 0,0 0 0 0 0,0 0 0 0 0,1 0 0 0 0,-1 0 0 0 0,0 0 0 0 0,1-1 0 0 0,0 1 0 0 0,0-1 0 0 0,-1 0 0 0 0,1 0 0 0 0,1 1 0 0 0,-1-1 0 0 0,0 0 0 0 0,1-1 0 0 0,0 1 0 0 0,-1 0 0 0 0,1 0 0 0 0,0-4 0 0 0,-3-4 0 0 0,-3-18-1921 0 0,1 0 0 0 0,2 0 0 0 0,1 0 0 0 0,1-57 0 0 0,-8-142 1696 0 0,-4 135 2075 0 0,14 91-1975 0 0,-8 27 5640 0 0,2-11-4959 0 0,-16 62-4944 0 0,12-51 171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2:01.27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49 18 1694 0 0,'0'1'13814'0'0,"-3"9"-6301"0"0,-4 0-3734 0 0,-2-10-4294 0 0,9 0 444 0 0,-1 0 71 0 0,1 0 0 0 0,-1 0 0 0 0,0 0 0 0 0,1 0 0 0 0,-1 0 0 0 0,0 0 0 0 0,1 0 0 0 0,-1 0 0 0 0,0 0 0 0 0,1-1 0 0 0,-1 1 0 0 0,0 0 0 0 0,1 0 0 0 0,-1-1 0 0 0,1 1 0 0 0,-1 0 0 0 0,0-1 0 0 0,1 1 0 0 0,-1-1 0 0 0,1 1 0 0 0,-1 0 0 0 0,1-1 0 0 0,0 0 0 0 0,-1 1 0 0 0,1-1 1 0 0,-1 1-1 0 0,1-1 0 0 0,0 1 0 0 0,-1-1 0 0 0,1 0 0 0 0,0 1 0 0 0,0-1 0 0 0,0 0 0 0 0,-1 1 0 0 0,1-1 0 0 0,0 0 0 0 0,0 1 0 0 0,0-1 0 0 0,0 0 0 0 0,0 1 0 0 0,0-1 0 0 0,0 0 0 0 0,0 1 0 0 0,1-1 0 0 0,-1 0 0 0 0,5-15-8 0 0,-4 14-29 0 0,0 9-5427 0 0,0 10 9889 0 0,-8 1-3342 0 0,-6 9-1083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2:02.63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843 16 1240 0 0,'-10'-16'21613'0'0,"20"25"-20251"0"0,-1 0 0 0 0,21 13 0 0 0,67 38-2087 0 0,-30-28 725 0 0,-51-26 0 0 0,-1 0 0 0 0,1 2 0 0 0,-1 0 0 0 0,0 0 0 0 0,-1 2 0 0 0,0 0 0 0 0,-1 0 0 0 0,17 17 0 0 0,-28-25 0 0 0,0 0 0 0 0,-1 0 0 0 0,1-1 0 0 0,0 1 0 0 0,-1 0 0 0 0,1 0 0 0 0,-1 1 0 0 0,0-1 0 0 0,0 0 0 0 0,0 0 0 0 0,0 1 0 0 0,0-1 0 0 0,0 1 0 0 0,-1-1 0 0 0,1 1 0 0 0,-1-1 0 0 0,1 1 0 0 0,-1-1 0 0 0,0 1 0 0 0,0 3 0 0 0,-1-4 0 0 0,1 0 0 0 0,-1-1 0 0 0,0 1 0 0 0,0 0 0 0 0,0-1 0 0 0,0 1 0 0 0,0 0 0 0 0,0-1 0 0 0,0 1 0 0 0,0-1 0 0 0,0 0 0 0 0,-1 1 0 0 0,1-1 0 0 0,-1 0 0 0 0,1 0 0 0 0,-1 0 0 0 0,-1 2 0 0 0,-18 7-799 0 0,1-1 1 0 0,-2 0 0 0 0,1-2 0 0 0,-1 0-1 0 0,0-2 1 0 0,0 0 0 0 0,-1-1 0 0 0,1-2 0 0 0,-1 0-1 0 0,-44-3 1 0 0,61 1 315 0 0,0-1 0 0 0,0-1-1 0 0,0 1 1 0 0,0-1 0 0 0,1 0 0 0 0,-1 0-1 0 0,0-1 1 0 0,-6-3 0 0 0,8 3 385 0 0,0 0-1 0 0,0 0 1 0 0,0 0-1 0 0,1 0 1 0 0,-1-1-1 0 0,1 1 1 0 0,0-1-1 0 0,0 0 1 0 0,-3-6 0 0 0,3 5 244 0 0,0 0-1 0 0,1-1 1 0 0,0 0 0 0 0,0 1 0 0 0,1-1 0 0 0,-1 0 0 0 0,1 0 0 0 0,1 0 0 0 0,-1 0 0 0 0,1 0 0 0 0,0 0 0 0 0,0 0 0 0 0,1 0 0 0 0,0 0 0 0 0,0 0 0 0 0,0 0 0 0 0,4-10 0 0 0,1-1 1840 0 0,0 0 0 0 0,17-28 0 0 0,-20 40-1483 0 0,1-1-1 0 0,-1 1 0 0 0,1-1 1 0 0,1 1-1 0 0,-1 1 0 0 0,1-1 1 0 0,-1 1-1 0 0,1-1 0 0 0,1 1 1 0 0,10-6-1 0 0,-15 9-502 0 0,1 1 0 0 0,-1-1 0 0 0,0 0 0 0 0,1 1 0 0 0,0-1 0 0 0,-1 1 0 0 0,1 0 0 0 0,-1-1 0 0 0,1 1 0 0 0,0 0 0 0 0,-1 0 0 0 0,1 0 0 0 0,-1 0 0 0 0,1 0 0 0 0,0 1 0 0 0,-1-1 0 0 0,1 0 0 0 0,-1 1 0 0 0,1-1 0 0 0,-1 1 0 0 0,3 1 0 0 0,-1-1 0 0 0,-1 1 1 0 0,0 0-1 0 0,0 0 0 0 0,0 0 0 0 0,0 0 0 0 0,0 0 0 0 0,0 0 0 0 0,0 1 0 0 0,-1-1 0 0 0,1 0 0 0 0,1 5 0 0 0,-1-2 0 0 0,0 0 1 0 0,0 1-1 0 0,0-1 0 0 0,-1 1 0 0 0,1 0 0 0 0,-1-1 0 0 0,-1 1 0 0 0,1 0 0 0 0,-1 0 0 0 0,0-1 0 0 0,-1 10 1 0 0,-3-4-481 0 0,0 1 0 0 0,0-1 0 0 0,-1 0 0 0 0,-1 0 1 0 0,0 0-1 0 0,0-1 0 0 0,-1 0 0 0 0,-1 0 0 0 0,0-1 0 0 0,0 0 1 0 0,0 0-1 0 0,-1-1 0 0 0,-17 13 0 0 0,7-8-479 0 0,0-1 0 0 0,0-1-1 0 0,-1 0 1 0 0,0-2 0 0 0,-1 0 0 0 0,-35 9-1 0 0,51-17 977 0 0,1 1 0 0 0,-1-1-1 0 0,0 0 1 0 0,0-1 0 0 0,0 1-1 0 0,-1-1 1 0 0,1 0 0 0 0,0 0 0 0 0,0-1-1 0 0,0 1 1 0 0,0-1 0 0 0,0 0-1 0 0,0 0 1 0 0,0-1 0 0 0,1 1-1 0 0,-1-1 1 0 0,0 0 0 0 0,1-1-1 0 0,-1 1 1 0 0,-4-4 0 0 0,5 2 395 0 0,0 0 1 0 0,0 0-1 0 0,0 0 1 0 0,0-1 0 0 0,1 1-1 0 0,-1-1 1 0 0,-3-9-1 0 0,2 4 1544 0 0,1 0 0 0 0,0 0 1 0 0,0 0-1 0 0,-1-14 0 0 0,1 13-1956 0 0,2 10 0 0 0,-3 8 1 0 0,-5 14-1 0 0,6-13 0 0 0,-13 23-1176 0 0,-2-1 1 0 0,-1-2 0 0 0,-1 1 0 0 0,-40 40 0 0 0,13-22-2051 0 0,-81 62 1 0 0,113-97 2747 0 0,-98 71 21 0 0,62-53-2370 0 0,51-29 1799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2:03.065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474 0 889 0 0,'0'0'1912'0'0,"-7"2"5178"0"0,-10 5-3422 0 0,-1 5-1615 0 0,-1 0 1 0 0,2 2 0 0 0,0 0 0 0 0,-17 18 0 0 0,-6 6 332 0 0,-64 64-2386 0 0,15-13 0 0 0,75-77-55 0 0,-6 5-640 0 0,-33 40-1 0 0,30-40 405 0 0,21-16-1724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2:03.72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592 160 823 0 0,'-29'3'4751'0'0,"6"1"-61"0"0,-11 1 7399 0 0,-3-4-8228 0 0,32-1-3861 0 0,-1 0 0 0 0,1-1 0 0 0,-1 0 0 0 0,0 0 0 0 0,1-1 0 0 0,0 1 0 0 0,-1-1 0 0 0,1-1 0 0 0,0 1 0 0 0,0-1 0 0 0,0 1 0 0 0,0-1 0 0 0,-6-6 0 0 0,9 8-2 0 0,0 0 0 0 0,1 0 0 0 0,-1 0 0 0 0,0 0 0 0 0,0 0 0 0 0,1 0 0 0 0,-1-1 0 0 0,1 1 0 0 0,-1-1 0 0 0,1 1 0 0 0,0-1 0 0 0,-1 0 0 0 0,1 0 0 0 0,0 1 0 0 0,0-1 0 0 0,0 0 0 0 0,0 0 0 0 0,1 0 0 0 0,-1 0 0 0 0,0 0 0 0 0,1 0 0 0 0,-1 0 0 0 0,1 0 0 0 0,0 0 0 0 0,0 0 0 0 0,0 0 0 0 0,0-1 0 0 0,0 1 0 0 0,0 0 0 0 0,0 0 0 0 0,1 0 0 0 0,-1 0 0 0 0,1 0 0 0 0,0-2 1 0 0,0 2 0 0 0,-1 0 25 0 0,19-32-18 0 0,-16 31-112 0 0,1 0 1 0 0,0 0-1 0 0,0 1 1 0 0,0-1-1 0 0,1 1 1 0 0,-1 0-1 0 0,1 0 1 0 0,-1 0-1 0 0,1 0 1 0 0,0 1-1 0 0,7-1 1 0 0,-4 0-583 0 0,35-8-3754 0 0,-29 8 537 0 0,0 1 0 0 0,23 1 0 0 0,-36 0 3877 0 0,0 0 0 0 0,0 1 0 0 0,0-1 0 0 0,0 0 0 0 0,0 1 0 0 0,0-1 0 0 0,0 0 0 0 0,0 1 0 0 0,0-1 0 0 0,0 1 0 0 0,0 0 0 0 0,0-1 0 0 0,-1 1 0 0 0,1 0 0 0 0,0-1 0 0 0,0 1 0 0 0,-1 0 0 0 0,1 0 0 0 0,0 0 0 0 0,-1 0 0 0 0,1 0 0 0 0,-1 0 0 0 0,1 0 0 0 0,-1 0 0 0 0,1 0 0 0 0,-1 0 0 0 0,0 0 0 0 0,0 0 0 0 0,1 0 0 0 0,-1 0 0 0 0,0 0 0 0 0,0 0 0 0 0,0 0 0 0 0,0 0 0 0 0,0 0 0 0 0,0 0 0 0 0,-1 2 0 0 0,1 2 85 0 0,-1 1 0 0 0,0 0 1 0 0,0-1-1 0 0,0 1 0 0 0,-4 8 1 0 0,-3 1 26 0 0,0 0 1 0 0,-1 0-1 0 0,0-1 1 0 0,-1-1-1 0 0,-1 1 1 0 0,-20 18-1 0 0,-81 66 288 0 0,104-92-368 0 0,-27 22 243 0 0,-2-2 0 0 0,0-1 0 0 0,-2-2 1 0 0,-1-2-1 0 0,-69 27 0 0 0,66-38-3130 0 0,42-9 2296 0 0,-10-4-442 0 0,-1 0 5423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2:04.09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468 1 1220 0 0,'-9'4'15170'0'0,"-5"4"-11502"0"0,-82 87 2488 0 0,22-33-8777 0 0,-37 30-6661 0 0,-21 17 1871 0 0,126-102 6626 0 0,4-5 780 0 0,1-1 1 0 0,-1 1-1 0 0,1-1 1 0 0,-1 1 0 0 0,0-1-1 0 0,1 1 1 0 0,-1-1-1 0 0,0 0 1 0 0,0 0-1 0 0,0 0 1 0 0,0 0 0 0 0,-3 1-1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2:04.53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69 1 885 0 0,'0'0'1291'0'0,"-3"11"1598"0"0,1 3 8131 0 0,7 14-5905 0 0,-5-26-4837 0 0,1 0 1 0 0,-1 0-1 0 0,1 0 1 0 0,-1 0-1 0 0,0 0 1 0 0,0 0-1 0 0,0 0 1 0 0,0 0 0 0 0,0 0-1 0 0,-1 0 1 0 0,1 0-1 0 0,-1 0 1 0 0,1 0-1 0 0,-1 0 1 0 0,0 0-1 0 0,1 0 1 0 0,-2 2 0 0 0,0-4-279 0 0,1 0 0 0 0,-1 0 0 0 0,0 0 0 0 0,1 0 0 0 0,-1 0 0 0 0,1 0 0 0 0,-1-1 0 0 0,1 1 0 0 0,0-1 0 0 0,-1 1 0 0 0,1-1 0 0 0,-1 1 0 0 0,1-1 0 0 0,0 0 0 0 0,-1 0 0 0 0,1 0 0 0 0,0 0 0 0 0,0 0 0 0 0,-1-1 0 0 0,-3-1 0 0 0,1-1 0 0 0,0 0 0 0 0,0 0 0 0 0,1 0 0 0 0,-1-1 0 0 0,-3-6 0 0 0,3-4-36 0 0,10 10-55 0 0,-3 5 62 0 0,0 0-1 0 0,0 1 1 0 0,0-1-1 0 0,0 1 0 0 0,-1-1 1 0 0,1 1-1 0 0,0 0 1 0 0,3 1-1 0 0,6 4-548 0 0,-3 7 1549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2:07.41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492 58 699 0 0,'10'-19'18857'0'0,"-14"11"-12219"0"0,-7 36-6618 0 0,9-16-21 0 0,2-1 0 0 0,-1 1 1 0 0,1 0-1 0 0,1-1 0 0 0,0 1 1 0 0,4 15-1 0 0,-5-27 1 0 0,15 77-16 0 0,-13-75 16 0 0,0 1 1 0 0,1 14 0 0 0,-1 4 11 0 0,-1-19-10 0 0,-3 10 3 0 0,2-11-5 0 0,-1 1 0 0 0,0 0 0 0 0,1-1 0 0 0,-1 1 0 0 0,0-1 0 0 0,0 0 0 0 0,0 1 0 0 0,1-1 0 0 0,-2 0 0 0 0,1 1 0 0 0,0-1 0 0 0,0 0 0 0 0,0 0 0 0 0,-1 0 0 0 0,1 0 0 0 0,0 0 0 0 0,-1 0 0 0 0,1 0 0 0 0,-1 0 0 0 0,-2 0 0 0 0,-17 6 0 0 0,11-4-662 0 0,0-1 0 0 0,0 0 1 0 0,0-1-1 0 0,0 0 1 0 0,-1-1-1 0 0,1 0 0 0 0,0 0 1 0 0,0-1-1 0 0,0-1 1 0 0,0 0-1 0 0,0 0 0 0 0,0-1 1 0 0,0 0-1 0 0,1 0 1 0 0,0-1-1 0 0,-1-1 0 0 0,-13-8 1 0 0,21 10 968 0 0,0 0 0 0 0,1 1 0 0 0,-1-1 0 0 0,1 0 0 0 0,0 0 0 0 0,0 0 0 0 0,0 0 0 0 0,0 0 0 0 0,0 0 0 0 0,0 0 1 0 0,1 0-1 0 0,0-6 0 0 0,-1 1-2399 0 0,-6-56-4132 0 0,7 20 5863 0 0,1 28 352 0 0,-1 0 0 0 0,-1-1-1 0 0,0 1 1 0 0,-6-24 0 0 0,6 38 23 0 0,-17-20-27 0 0,14 21 8 0 0,1 0 1 0 0,0 0 0 0 0,0 1 0 0 0,0-1-1 0 0,0 1 1 0 0,-1 0 0 0 0,1 0 0 0 0,0 0-1 0 0,0 0 1 0 0,-1 0 0 0 0,1 1 0 0 0,0-1-1 0 0,0 1 1 0 0,0 0 0 0 0,0 0 0 0 0,0 0-1 0 0,-3 2 1 0 0,-50 26-9 0 0,40-18 315 0 0,1 0 1 0 0,1 2-1 0 0,0-1 0 0 0,1 2 0 0 0,0 0 0 0 0,-12 17 0 0 0,24-30-266 0 0,4 24-1905 0 0,-3-24 2071 0 0,0 0 1 0 0,1-1-1 0 0,-1 1 1 0 0,0 0-1 0 0,1 0 1 0 0,-1 0-1 0 0,1 0 0 0 0,-1 0 1 0 0,1-1-1 0 0,0 1 1 0 0,-1 0-1 0 0,1-1 1 0 0,0 1-1 0 0,-1 0 1 0 0,1-1-1 0 0,0 1 0 0 0,0-1 1 0 0,0 1-1 0 0,0-1 1 0 0,-1 1-1 0 0,1-1 1 0 0,0 0-1 0 0,0 1 1 0 0,0-1-1 0 0,0 0 1 0 0,0 0-1 0 0,0 0 0 0 0,0 1 1 0 0,0-1-1 0 0,0 0 1 0 0,0 0-1 0 0,1-1 1 0 0,32-2 9052 0 0,-12-2-9577 0 0,39-8 441 0 0,-57 13-427 0 0,0-1 0 0 0,0 1 0 0 0,0 0 0 0 0,1 0 1 0 0,-1 0-1 0 0,0 0 0 0 0,0 1 0 0 0,0 0 0 0 0,0 0 1 0 0,0 0-1 0 0,4 2 0 0 0,3 5-2454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2:07.99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31 1224 0 0,'0'-2'12819'0'0,"1"-3"-6650"0"0,3-10-218 0 0,-1 12-5918 0 0,3-2-44 0 0,13 9 16 0 0,-18-4-27 0 0,11 22 62 0 0,-14-13-34 0 0,2-9-6 0 0,0 0 0 0 0,0 1 0 0 0,0-1 0 0 0,0 1 0 0 0,0-1 0 0 0,-1 0 0 0 0,1 1 0 0 0,0-1 0 0 0,0 1 0 0 0,-1-1 0 0 0,1 0 0 0 0,0 1 0 0 0,0-1 0 0 0,-1 0 0 0 0,1 1 0 0 0,0-1 0 0 0,-1 0 0 0 0,1 1 0 0 0,0-1 0 0 0,-1 0 0 0 0,1 0 0 0 0,0 0 0 0 0,-1 1 0 0 0,1-1 0 0 0,-1 0 0 0 0,1 0 0 0 0,0 0 0 0 0,-1 0 0 0 0,1 0 0 0 0,-1 0 0 0 0,1 1 0 0 0,-1-1 0 0 0,1 0 0 0 0,-1 0 0 0 0,1-1 1 0 0,0 1-1 0 0,-1 0 0 0 0,1 0 0 0 0,-1 0 0 0 0,1 0 0 0 0,-1 0 0 0 0,1 0 0 0 0,-1-1 0 0 0,0 0-1 0 0,-1 1 1 0 0,1-1 0 0 0,0 0-1 0 0,-1 0 1 0 0,1 0 0 0 0,0 0-1 0 0,0 0 1 0 0,0 0-1 0 0,0-1 1 0 0,0 1 0 0 0,0 0-1 0 0,0-1 1 0 0,0 1 0 0 0,0-2-1 0 0,0 2-34 0 0,5 3-1869 0 0,6 2 3725 0 0,-8 1-3508 0 0,-4 8-407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2:09.882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631 25 870 0 0,'0'0'2002'0'0,"-17"13"15094"0"0,6-12-13920 0 0,9-1-2984 0 0,1 1 0 0 0,-1-1 0 0 0,1 1-1 0 0,-1-1 1 0 0,1 1 0 0 0,-1 0 0 0 0,1-1 0 0 0,0 1 0 0 0,-1 0 0 0 0,1 0-1 0 0,0 0 1 0 0,0 0 0 0 0,0 0 0 0 0,0 0 0 0 0,-2 3 0 0 0,0 1-211 0 0,-1 0 0 0 0,1 0 0 0 0,0 1 0 0 0,1-1 0 0 0,-1 1 1 0 0,1 0-1 0 0,1-1 0 0 0,-1 1 0 0 0,1 0 0 0 0,0 0 1 0 0,0 0-1 0 0,0 0 0 0 0,1 0 0 0 0,0 0 0 0 0,0 1 0 0 0,2 7 1 0 0,-1-11-637 0 0,-1 1 1 0 0,1 0-1 0 0,0-1 1 0 0,0 1-1 0 0,1-1 1 0 0,-1 1-1 0 0,1-1 1 0 0,0 0-1 0 0,0 0 1 0 0,0 0-1 0 0,0 0 1 0 0,0 0-1 0 0,1 0 1 0 0,0 0-1 0 0,-1-1 1 0 0,1 1-1 0 0,0-1 1 0 0,0 0-1 0 0,0 1 1 0 0,0-2-1 0 0,1 1 1 0 0,-1 0-1 0 0,4 1 1 0 0,23 4-1638 0 0,0-9 4246 0 0,-28 2-1923 0 0,17-15-8 0 0,-17 9-29 0 0,0 0 1 0 0,-1 0-1 0 0,1 0 0 0 0,-1 0 0 0 0,-1 0 1 0 0,1-1-1 0 0,-1 1 0 0 0,0 0 1 0 0,0-1-1 0 0,-1 1 0 0 0,1 0 0 0 0,-2 0 1 0 0,1 0-1 0 0,-1 0 0 0 0,1 0 1 0 0,-2 0-1 0 0,1 0 0 0 0,-1 0 0 0 0,0 1 1 0 0,0-1-1 0 0,-6-8 0 0 0,-34-32-58 0 0,41 44 30 0 0,-20-3 6062 0 0,17 6-4907 0 0,1 1-1 0 0,0 1 1 0 0,0-1 0 0 0,0 1 0 0 0,0 0-1 0 0,-3 3 1 0 0,-18 23 1975 0 0,15-11-4245 0 0,0 0 0 0 0,-6 20 0 0 0,12-28 63 0 0,0 1 1 0 0,0-1-1 0 0,-1 0 1 0 0,-1 0-1 0 0,1 0 1 0 0,-1-1-1 0 0,-1 0 1 0 0,0 0-1 0 0,0 0 1 0 0,-1-1-1 0 0,-11 9 0 0 0,16-15 1101 0 0,-1 1-1 0 0,0-1 0 0 0,0 0 1 0 0,0 0-1 0 0,-1-1 0 0 0,1 1 1 0 0,0-1-1 0 0,0 0 0 0 0,-1 0 1 0 0,1-1-1 0 0,-1 1 0 0 0,1-1 1 0 0,-1 0-1 0 0,1 0 0 0 0,-1 0 1 0 0,1-1-1 0 0,-1 1 0 0 0,1-1 1 0 0,0 0-1 0 0,-6-2 0 0 0,6 0-5 0 0,0 1 0 0 0,0-1-1 0 0,0 1 1 0 0,1-1 0 0 0,-1 0-1 0 0,1 0 1 0 0,0-1 0 0 0,-4-4-1 0 0,2 3 0 0 0,-39-51 5 0 0,-5-5-25 0 0,16 26 70 0 0,-23-22 307 0 0,21 22 8570 0 0,34 33-8005 0 0,6 7-7088 0 0,4 6 4084 0 0,1 1 2457 0 0,99 95-995 0 0,-35-31 8042 0 0,-80-78-3541 0 0,-20-8-3341 0 0,23 10-575 0 0,0-1-1 0 0,1 1 1 0 0,-1 0 0 0 0,0 0-1 0 0,1 0 1 0 0,-1 0 0 0 0,0 0-1 0 0,1 1 1 0 0,-1-1 0 0 0,1 1-1 0 0,-1 0 1 0 0,1 0 0 0 0,-1 0-1 0 0,1 0 1 0 0,-1 0 0 0 0,1 0-1 0 0,0 1 1 0 0,-4 2 0 0 0,-39 35 2142 0 0,27-22-1760 0 0,3-4-861 0 0,0 1-1 0 0,1 0 0 0 0,-20 27 1 0 0,34-40 544 0 0,-1 0 1 0 0,0 0-1 0 0,1 0 1 0 0,-1 0 0 0 0,0 0-1 0 0,0-1 1 0 0,0 1 0 0 0,0 0-1 0 0,0-1 1 0 0,0 1 0 0 0,0-1-1 0 0,0 1 1 0 0,0-1 0 0 0,0 1-1 0 0,0-1 1 0 0,0 0-1 0 0,0 1 1 0 0,0-1 0 0 0,0 0-1 0 0,0 0 1 0 0,0 0 0 0 0,-1 0-1 0 0,1 0 1 0 0,0 0 0 0 0,0 0-1 0 0,0 0 1 0 0,0 0 0 0 0,0-1-1 0 0,-2 1 1 0 0,1-1 14 0 0,0 0 1 0 0,0 0 0 0 0,-1-1-1 0 0,1 1 1 0 0,0 0 0 0 0,0-1-1 0 0,0 1 1 0 0,0-1 0 0 0,1 0-1 0 0,-3-1 1 0 0,3 1-1476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2:10.22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515 1 1009 0 0,'0'0'2237'0'0,"-2"2"-2037"0"0,-11 16 13869 0 0,9-12-11280 0 0,-36 43-1267 0 0,24-28-645 0 0,-1 0 1 0 0,0-2-1 0 0,-2 0 1 0 0,-22 17 0 0 0,-12 0-941 0 0,-86 44 0 0 0,12-8-52 0 0,126-71-497 0 0,-12-4-1809 0 0,1 0 5695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2:11.78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992 240 1188 0 0,'10'-10'449'0'0,"-9"8"907"0"0,-26 2 11828 0 0,22 3-12414 0 0,0 1-1 0 0,0 1 0 0 0,0-1 0 0 0,1 0 0 0 0,0 1 1 0 0,0-1-1 0 0,0 1 0 0 0,1-1 0 0 0,-3 10 0 0 0,-1 33 1576 0 0,5-38-2345 0 0,0-2-1 0 0,0-1 1 0 0,0 1 0 0 0,0-1-1 0 0,-1 1 1 0 0,0 0 0 0 0,-1-1-1 0 0,1 0 1 0 0,-1 1 0 0 0,0-1-1 0 0,-1 0 1 0 0,1 0 0 0 0,-1 0-1 0 0,-1 0 1 0 0,1 0 0 0 0,-1-1-1 0 0,0 0 1 0 0,0 0-1 0 0,0 0 1 0 0,-1 0 0 0 0,-7 6-1 0 0,11-11 1 0 0,0 1 0 0 0,1 0 0 0 0,-1-1 0 0 0,0 1 0 0 0,0 0 0 0 0,-1-1 0 0 0,1 1 0 0 0,0-1 0 0 0,0 0 0 0 0,0 1-1 0 0,0-1 1 0 0,0 0 0 0 0,0 0 0 0 0,-1 1 0 0 0,1-1 0 0 0,0 0 0 0 0,0 0 0 0 0,-2-1 0 0 0,-1 1 1 0 0,0-2 0 0 0,0 1 0 0 0,1 0 0 0 0,-1-1 0 0 0,0 1 0 0 0,1-1 0 0 0,-5-3 1 0 0,5 2-87 0 0,1 1 1 0 0,-1 0-1 0 0,1-1 1 0 0,0 0-1 0 0,0 0 1 0 0,0 1-1 0 0,0-1 1 0 0,0-1-1 0 0,1 1 1 0 0,-1 0-1 0 0,1 0 1 0 0,0 0-1 0 0,0-1 1 0 0,0 1-1 0 0,1 0 1 0 0,-1-5-1 0 0,-4-50-1296 0 0,5 55 1403 0 0,2-14-1749 0 0,-3 12 1711 0 0,-3 14 3480 0 0,-9 32-3839 0 0,7-28-1528 0 0,-1 0-1 0 0,0 0 1 0 0,-1 0-1 0 0,0-1 1 0 0,-1 0-1 0 0,-18 19 1 0 0,21-25 1626 0 0,0-1-1 0 0,-1 0 1 0 0,1 0-1 0 0,-9 4 1 0 0,14-8 279 0 0,-1 0 0 0 0,1-1 0 0 0,0 1 1 0 0,0 0-1 0 0,-1-1 0 0 0,1 1 0 0 0,0-1 0 0 0,-1 0 0 0 0,1 0 0 0 0,0 1 0 0 0,-1-1 0 0 0,1 0 1 0 0,-1 0-1 0 0,1 0 0 0 0,0 0 0 0 0,-1 0 0 0 0,1-1 0 0 0,-1 1 0 0 0,1 0 0 0 0,0-1 0 0 0,-1 1 1 0 0,1-1-1 0 0,-2 0 0 0 0,1-1 64 0 0,0 1 0 0 0,0-1 1 0 0,1 0-1 0 0,-1 1 0 0 0,0-1 0 0 0,1 0 1 0 0,-1 0-1 0 0,1 0 0 0 0,0 0 1 0 0,0-1-1 0 0,0 1 0 0 0,-1-3 0 0 0,-2-7 22 0 0,1-1 1 0 0,0 1-1 0 0,-2-25 0 0 0,5 36-142 0 0,-1-21-188 0 0,1 0 0 0 0,2-26 0 0 0,-2 46 234 0 0,2-6-345 0 0,-1-3 4156 0 0,-5 21 5809 0 0,-17 51-6323 0 0,-8-1-7026 0 0,25-54 2956 0 0,0 0-1 0 0,0 0 1 0 0,0 0-1 0 0,-1 0 0 0 0,0-1 1 0 0,0 0-1 0 0,0 0 0 0 0,-1 0 1 0 0,0 0-1 0 0,0-1 1 0 0,0 0-1 0 0,0-1 0 0 0,0 1 1 0 0,-1-1-1 0 0,-11 4 1 0 0,14-6 987 0 0,1 0 1 0 0,0-1 0 0 0,-1 1 0 0 0,1-1-1 0 0,-1 0 1 0 0,1 1 0 0 0,-1-2-1 0 0,1 1 1 0 0,0 0 0 0 0,-1-1 0 0 0,1 0-1 0 0,0 1 1 0 0,-1-1 0 0 0,1 0-1 0 0,0-1 1 0 0,0 1 0 0 0,0-1 0 0 0,0 1-1 0 0,0-1 1 0 0,0 0 0 0 0,0 0-1 0 0,0 0 1 0 0,1-1 0 0 0,-5-3 0 0 0,3 1 202 0 0,1 0 0 0 0,-1 0 1 0 0,1-1-1 0 0,0 1 0 0 0,0-1 1 0 0,0 0-1 0 0,1 1 0 0 0,0-1 1 0 0,0 0-1 0 0,0 0 0 0 0,1 0 1 0 0,-1-8-1 0 0,-3-44-6822 0 0,3 2 3764 0 0,3 4 2650 0 0,8-65-1 0 0,-4 22 262 0 0,-5 93-144 0 0,-6-16-11 0 0,6 17-67 0 0,-10 2-45 0 0,1 1 0 0 0,0 1 1 0 0,0-1-1 0 0,0 1 0 0 0,1 1 0 0 0,-1 0 0 0 0,1 0 1 0 0,0 1-1 0 0,0 0 0 0 0,-9 7 0 0 0,-13 7 31 0 0,-176 115 311 0 0,204-133-16 0 0,2 0-291 0 0,1 0 0 0 0,-1 0 0 0 0,0 0 0 0 0,0-1 0 0 0,1 1 0 0 0,-1 0 0 0 0,0 0 0 0 0,1-1 0 0 0,-1 1-1 0 0,1 0 1 0 0,-1-1 0 0 0,1 1 0 0 0,-1 0 0 0 0,1-1 0 0 0,-1 1 0 0 0,1-1 0 0 0,0 1 0 0 0,-1-1 0 0 0,1 1 0 0 0,0-1 0 0 0,0 1 0 0 0,-1-1-1 0 0,1 0 1 0 0,0 1 0 0 0,0-1 0 0 0,-1 0 0 0 0,1 0 0 0 0,0 0 0 0 0,0 1 0 0 0,0-1 0 0 0,0 0 0 0 0,0 0 0 0 0,31 0 1276 0 0,-27 0-1276 0 0,62-7 3601 0 0,0-4-4080 0 0,15-3-4139 0 0,-65 12 2691 0 0,1 0 1 0 0,-1 1-1 0 0,1 2 1 0 0,-1-1-1 0 0,20 5 1 0 0,-12 0-860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8:46.04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12 40 945 0 0,'-12'0'22246'0'0,"21"-10"-18727"0"0,3 9-3880 0 0,-11 1 226 0 0,89 3 135 0 0,-69-4 0 0 0,-3 0 0 0 0,-1-1 0 0 0,1 0 0 0 0,0-2 0 0 0,19-5 0 0 0,-32 7 0 0 0,22-1 0 0 0,-10 2-50 0 0,-14 2-2 0 0,0-1 0 0 0,0 0 0 0 0,-1-1 0 0 0,1 1 0 0 0,0 0 0 0 0,0-1 0 0 0,0 0 0 0 0,4-1 0 0 0,-5 1-512 0 0,-15 0-6086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8:47.08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895 88 1191 0 0,'-8'-11'21470'0'0,"-9"17"-17626"0"0,8 7-3630 0 0,5-7-719 0 0,2-5 505 0 0,1 0 0 0 0,-1 1 0 0 0,1-1 0 0 0,0 0 0 0 0,-1 1 1 0 0,1-1-1 0 0,0 1 0 0 0,0-1 0 0 0,0 1 0 0 0,0-1 0 0 0,0 1 1 0 0,1 0-1 0 0,-2 2 0 0 0,5 30-12 0 0,-1-26 10 0 0,0 0-1 0 0,0 0 1 0 0,1-1-1 0 0,0 1 1 0 0,0-1-1 0 0,1 0 1 0 0,0 0 0 0 0,0 0-1 0 0,9 11 1 0 0,-12-17-41 0 0,27-12 120 0 0,-25 9-309 0 0,1 0 1 0 0,-1 0-1 0 0,0-1 1 0 0,0 1-1 0 0,0-1 1 0 0,0 1 0 0 0,4-6-1 0 0,-5 4-473 0 0,1 0 0 0 0,-1-1 0 0 0,1 1 0 0 0,-1 0 0 0 0,0-1 0 0 0,-1 1 0 0 0,1-1 0 0 0,-1 0 0 0 0,1-5 0 0 0,-1 1-705 0 0,0 1 0 0 0,-1-1-1 0 0,0 0 1 0 0,-1-12 0 0 0,-6-14-443 0 0,-23-22 475 0 0,30 56 1387 0 0,-1 0 1 0 0,1 1 0 0 0,0-1 0 0 0,-1 0-1 0 0,1 1 1 0 0,-1-1 0 0 0,1 0-1 0 0,-1 1 1 0 0,0-1 0 0 0,1 1 0 0 0,-1-1-1 0 0,1 1 1 0 0,-1-1 0 0 0,0 1-1 0 0,0 0 1 0 0,1-1 0 0 0,-1 1 0 0 0,0 0-1 0 0,1 0 1 0 0,-1-1 0 0 0,0 1-1 0 0,0 0 1 0 0,0 0 0 0 0,1 0 0 0 0,-1 0-1 0 0,0 0 1 0 0,0 0 0 0 0,1 0 0 0 0,-1 0-1 0 0,0 0 1 0 0,0 0 0 0 0,0 0-1 0 0,1 1 1 0 0,-1-1 0 0 0,0 0 0 0 0,0 1-1 0 0,1-1 1 0 0,-1 0 0 0 0,0 1-1 0 0,1-1 1 0 0,-1 1 0 0 0,0 0 0 0 0,-3 1-36 0 0,1 0 0 0 0,0 0 1 0 0,0 0-1 0 0,0 1 1 0 0,0-1-1 0 0,0 1 1 0 0,-4 6-1 0 0,-3 7 86 0 0,-1-1 0 0 0,0 0-1 0 0,-2 0 1 0 0,1-1 0 0 0,-1-1 0 0 0,-1 0-1 0 0,-1-1 1 0 0,0 0 0 0 0,0-2 0 0 0,-1 1-1 0 0,-33 15 1 0 0,36-21-38 0 0,1 0 0 0 0,-2 0 0 0 0,1-1 0 0 0,0-1 0 0 0,-16 2 0 0 0,24-4 18 0 0,-1-1 0 0 0,1 1-1 0 0,-1-2 1 0 0,1 1 0 0 0,-1 0-1 0 0,1-1 1 0 0,0 0 0 0 0,-1-1-1 0 0,1 1 1 0 0,0-1-1 0 0,0 0 1 0 0,0 0 0 0 0,0 0-1 0 0,0-1 1 0 0,-6-4 0 0 0,1-3 2020 0 0,0-15-3600 0 0,9 23 1591 0 0,0-23 168 0 0,-11 40 9957 0 0,1 1-4491 0 0,-10 16-3596 0 0,11-15-4014 0 0,-23 29-1 0 0,-8-3-2878 0 0,-2-3-1 0 0,-94 70 0 0 0,71-60 3072 0 0,59-44 1497 0 0,-4 3-812 0 0,-1 0 1 0 0,0-1 0 0 0,0 0 0 0 0,-14 5 0 0 0,14-8-944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8:48.612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792 5 1031 0 0,'0'0'4723'0'0,"-1"0"-4513"0"0,0-1 0 0 0,0 1-1 0 0,0-1 1 0 0,0 1 0 0 0,-1-1 0 0 0,1 1-1 0 0,0 0 1 0 0,0-1 0 0 0,0 1 0 0 0,0 0 0 0 0,-1 0-1 0 0,1 0 1 0 0,0 0 0 0 0,-2 0 0 0 0,3 2 198 0 0,2 52 13339 0 0,-2-28-10589 0 0,-5 27-3172 0 0,4-46 16 0 0,-1 0-1 0 0,0 0 1 0 0,-1 0 0 0 0,1 0-1 0 0,-1 0 1 0 0,-1-1 0 0 0,-5 9 0 0 0,5-9-4 0 0,-1 0 0 0 0,0 0 0 0 0,0-1 0 0 0,-1 0 0 0 0,1 0 0 0 0,-1 0 0 0 0,0-1 0 0 0,-1 0 0 0 0,1 0 0 0 0,-1 0 0 0 0,1-1 0 0 0,-1 0 0 0 0,0 0 1 0 0,-1-1-1 0 0,1 0 0 0 0,0 0 0 0 0,0-1 0 0 0,-1 0 0 0 0,-11 1 0 0 0,16-2 10 0 0,0 0 0 0 0,0 0 0 0 0,0-1 0 0 0,-1 1 0 0 0,1-1 1 0 0,0 1-1 0 0,0-1 0 0 0,0 0 0 0 0,0 0 0 0 0,0-1 0 0 0,0 1 0 0 0,1-1 0 0 0,-1 1 0 0 0,0-1 0 0 0,1 0 0 0 0,-1 0 1 0 0,1 0-1 0 0,-1 0 0 0 0,1 0 0 0 0,0-1 0 0 0,0 1 0 0 0,0-1 0 0 0,0 1 0 0 0,-3-6 0 0 0,2-1-431 0 0,0 1 0 0 0,0-1 0 0 0,0 0 0 0 0,1 0 0 0 0,1 0 0 0 0,-1-9 0 0 0,1 13-328 0 0,-1-16-1096 0 0,1 12 172 0 0,1 1 1 0 0,-1 0-1 0 0,-1-1 0 0 0,0 1 1 0 0,0 0-1 0 0,-5-12 1 0 0,6 18 1467 0 0,1 2 206 0 0,0 0 0 0 0,0-1 0 0 0,0 1-1 0 0,0-1 1 0 0,0 1 0 0 0,0 0 0 0 0,0-1-1 0 0,0 1 1 0 0,0-1 0 0 0,0 1 0 0 0,0 0-1 0 0,0-1 1 0 0,-1 1 0 0 0,1-1 0 0 0,0 1 0 0 0,0 0-1 0 0,0-1 1 0 0,-1 1 0 0 0,1 0 0 0 0,0-1-1 0 0,0 1 1 0 0,-1 0 0 0 0,1 0 0 0 0,0-1-1 0 0,-1 1 1 0 0,1 0 0 0 0,0 0 0 0 0,-1-1-1 0 0,1 1 1 0 0,0 0 0 0 0,-1 0 0 0 0,0 0 0 0 0,-14 2-25 0 0,-16 15-25 0 0,30-16 45 0 0,-7 4 3 0 0,0 1 1 0 0,1 0 0 0 0,-1 1 0 0 0,1-1-1 0 0,1 1 1 0 0,-1 1 0 0 0,1-1-1 0 0,0 1 1 0 0,1 1 0 0 0,0-1 0 0 0,0 0-1 0 0,1 1 1 0 0,0 0 0 0 0,0 0-1 0 0,1 1 1 0 0,0-1 0 0 0,-1 13 0 0 0,3-20 6 0 0,4 27 4290 0 0,-3-27-3723 0 0,1 0 0 0 0,0 0 1 0 0,0 1-1 0 0,0-1 1 0 0,0 0-1 0 0,1 0 1 0 0,-1-1-1 0 0,0 1 1 0 0,1 0-1 0 0,-1 0 1 0 0,1-1-1 0 0,0 1 1 0 0,0-1-1 0 0,-1 1 1 0 0,1-1-1 0 0,0 0 0 0 0,0 1 1 0 0,0-1-1 0 0,0 0 1 0 0,1-1-1 0 0,-1 1 1 0 0,2 1-1 0 0,-2-2-547 0 0,0 0-45 0 0,0 1 22 0 0,0-1-1 0 0,0 0 1 0 0,0 0 0 0 0,0 0-1 0 0,0 0 1 0 0,0 0 0 0 0,0-1-1 0 0,0 1 1 0 0,0-1 0 0 0,0 1-1 0 0,0-1 1 0 0,0 0 0 0 0,0 1-1 0 0,0-1 1 0 0,-1 0-1 0 0,1 0 1 0 0,0 0 0 0 0,-1-1-1 0 0,1 1 1 0 0,-1 0 0 0 0,3-3-1 0 0,-1-5-352 0 0,-1-1 0 0 0,0 1 0 0 0,0 0 0 0 0,-1-1 0 0 0,0-10 0 0 0,-5-47-9506 0 0,2 45 4403 0 0,2 20 5497 0 0,-4-24-51 0 0,2 25 102 0 0,1 0 0 0 0,0 1 1 0 0,-1-1-1 0 0,1 0 0 0 0,-1 1 1 0 0,1-1-1 0 0,-1 1 0 0 0,0 0 1 0 0,1-1-1 0 0,-1 1 0 0 0,0 0 1 0 0,1 0-1 0 0,-1 0 0 0 0,1 0 0 0 0,-1 0 1 0 0,0 1-1 0 0,1-1 0 0 0,-1 0 1 0 0,1 1-1 0 0,-1-1 0 0 0,1 1 1 0 0,-1 0-1 0 0,1-1 0 0 0,-1 1 1 0 0,1 0-1 0 0,-1 0 0 0 0,-1 1 1 0 0,-8 4-1028 0 0,-59 31 4856 0 0,32-16-5908 0 0,-61 24 0 0 0,94-43 1680 0 0,3-1 302 0 0,0 0 0 0 0,-1 0 1 0 0,1 0-1 0 0,0 0 0 0 0,-1 0 0 0 0,1-1 0 0 0,0 0 1 0 0,-1 1-1 0 0,1-1 0 0 0,-1 0 0 0 0,1 0 0 0 0,-1 0 1 0 0,1 0-1 0 0,0 0 0 0 0,-1-1 0 0 0,1 1 0 0 0,-1-1 1 0 0,-2-1-1 0 0,3 15 3341 0 0,0 1 6812 0 0,-2 39-7935 0 0,-4 38-2039 0 0,-13 45-4109 0 0,11-76-502 0 0,6-33 3150 0 0,-13 50 0 0 0,-30 92-3233 0 0,46-165 5146 0 0,0 0 0 0 0,1 0 0 0 0,0 0-1 0 0,-1 0 1 0 0,1 1 0 0 0,1-1-1 0 0,-1 0 1 0 0,0 0 0 0 0,3 7-1 0 0,-3-10-1163 0 0,3 8 5451 0 0,2 3-4359 0 0,-4-11 340 0 0,0-1-782 0 0,-1 1 0 0 0,1 0 0 0 0,-1-1 0 0 0,1 1 0 0 0,0-1 0 0 0,-1 1 0 0 0,1 0 0 0 0,0-1 0 0 0,0 0 0 0 0,-1 1 0 0 0,1-1 0 0 0,0 1 0 0 0,0-1 0 0 0,0 0 0 0 0,-1 0 0 0 0,1 1 0 0 0,0-1 0 0 0,0 0 1 0 0,0 0-1 0 0,0 0 0 0 0,0 0 0 0 0,-1 0 0 0 0,1 0 0 0 0,0 0 0 0 0,0 0 0 0 0,0 0 0 0 0,0-1 0 0 0,-1 1 0 0 0,2 0 0 0 0,7-6 160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8:49.18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16 1 658 0 0,'0'0'5670'0'0,"-15"12"13351"0"0,15-2-18980 0 0,2 1 779 0 0,-2-9-826 0 0,16 21-364 0 0,-10-19-186 0 0,8 7 901 0 0,-9-7-3264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8:49.54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5 758 0 0,'0'0'898'0'0,"17"-5"14312"0"0,-18 30-6847 0 0,5 3-7347 0 0,7-10-3645 0 0,-1-12 4513 0 0,-10-5-2051 0 0,-6 5 1048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8:51.40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927 206 944 0 0,'-3'-2'1730'0'0,"-1"1"-2159"0"0,4 8 5934 0 0,2 6 9260 0 0,1 22-11107 0 0,-7 22-3879 0 0,4-52 463 0 0,-1-2-264 0 0,-3 21 26 0 0,-12 6 34 0 0,12-27-38 0 0,0 0 0 0 0,0 0 0 0 0,-1-1 0 0 0,1 1 0 0 0,-1-1 0 0 0,1 0 0 0 0,-1 0 0 0 0,0-1 0 0 0,1 1 0 0 0,-1-1 0 0 0,0 0 0 0 0,0 0 0 0 0,0-1 0 0 0,-6 1 0 0 0,1-1 0 0 0,-1-1 0 0 0,0 0 0 0 0,1-1 0 0 0,-1 0 0 0 0,-14-5 0 0 0,22 6-355 0 0,0 0 0 0 0,0 0 0 0 0,0-1 0 0 0,0 1 0 0 0,0-1 0 0 0,1 0 0 0 0,-1 1 0 0 0,1-1 0 0 0,-1-1 0 0 0,1 1 0 0 0,0 0 1 0 0,0 0-1 0 0,0-1 0 0 0,0 1 0 0 0,0-1 0 0 0,0 0 0 0 0,1 0 0 0 0,-1 0 0 0 0,1 1 0 0 0,0-1 0 0 0,0 0 0 0 0,0 0 0 0 0,0-1 0 0 0,0-3 1 0 0,-3-6-753 0 0,-9-45-6584 0 0,9-4 5606 0 0,3 38 2274 0 0,-1 0 0 0 0,-6-25-1 0 0,-4-30 1087 0 0,12 77-959 0 0,-5-13-52 0 0,4 12 3164 0 0,-14 50 8646 0 0,7 3-9663 0 0,6-4-5732 0 0,2-20-1310 0 0,2 0-1 0 0,4 26 0 0 0,-1 1 5272 0 0,-5-50-609 0 0,-2 24 8573 0 0,1-24-8114 0 0,-1-1 0 0 0,1 0-1 0 0,0 0 1 0 0,0 0 0 0 0,-1 0-1 0 0,1-1 1 0 0,-1 1-1 0 0,1 0 1 0 0,-1 0 0 0 0,0-1-1 0 0,0 1 1 0 0,0-1-1 0 0,-2 2 1 0 0,-36 13 713 0 0,25-13-1564 0 0,0 0 0 0 0,0-1 0 0 0,-24 0 1 0 0,-43-3 1373 0 0,-150-12-17912 0 0,135 2 17042 0 0,86 9-65 0 0,0 0-1 0 0,1-1 0 0 0,-15-5 0 0 0,24 7-47 0 0,-14-17 8702 0 0,17-20-1768 0 0,6 0-5858 0 0,-7 33-1212 0 0,1 0 0 0 0,0 0 1 0 0,0 0-1 0 0,0 1 0 0 0,1-1 0 0 0,0 0 1 0 0,-1 1-1 0 0,2 0 0 0 0,-1 0 0 0 0,0 0 1 0 0,1 0-1 0 0,0 0 0 0 0,4-3 0 0 0,2-1 637 0 0,-6 6-3664 0 0,5 4 1816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8:51.97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14 1313 0 0,'4'-14'17075'0'0,"0"23"-10947"0"0,3 2-3696 0 0,9 9-3170 0 0,-15-19 729 0 0,17 7-584 0 0,-11-6 526 0 0,1-1 1 0 0,-1 0-1 0 0,1-1 1 0 0,-1 0-1 0 0,1 0 1 0 0,-1-1-1 0 0,1 0 1 0 0,-1 0 0 0 0,0 0-1 0 0,13-5 1 0 0,-10 1-2063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8:52.20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28 1 881 0 0,'0'0'3430'0'0,"-17"12"16232"0"0,16-9-16630 0 0,1-2-3058 0 0,0-1 0 0 0,0 0 0 0 0,-1 1 0 0 0,1-1 0 0 0,0 1 0 0 0,0-1 0 0 0,0 0 0 0 0,0 1 0 0 0,-1-1 0 0 0,1 0 0 0 0,0 1 0 0 0,0-1 0 0 0,0 0 0 0 0,-1 1 0 0 0,1-1 0 0 0,0 0 0 0 0,-1 1 0 0 0,1-1 0 0 0,0 0 0 0 0,-1 0 0 0 0,1 0 0 0 0,0 1 0 0 0,-1-1 0 0 0,1 0 0 0 0,0 0 0 0 0,-1 0 0 0 0,1 0 0 0 0,-1 0 0 0 0,1 0 0 0 0,0 1 0 0 0,-1-1 0 0 0,4 6-296 0 0,6 5-1213 0 0,-7-11 1806 0 0,13 0 977 0 0,-7-3-3365 0 0,-3-4 4613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8:52.62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867 1 1123 0 0,'0'0'2130'0'0,"-10"11"-1162"0"0,4-5 1970 0 0,-30 20 11953 0 0,14-11-10727 0 0,-146 92-6327 0 0,-98 30-5422 0 0,-15 9 1935 0 0,223-115 2572 0 0,38-21 2506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8:53.70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630 13 960 0 0,'-12'-13'25181'0'0,"10"15"-25142"0"0,0-1-37 0 0,1 1 0 0 0,-1-1 0 0 0,1 0 0 0 0,0 1 0 0 0,0 0 0 0 0,-1-1 0 0 0,1 1 0 0 0,0 0 0 0 0,0-1 0 0 0,0 1 0 0 0,1 0 0 0 0,-1 0 0 0 0,0 0 0 0 0,1 0 0 0 0,-1 0 0 0 0,0 2 0 0 0,-1 7-2 0 0,0 0 0 0 0,1 1 0 0 0,0-1 0 0 0,1 0 0 0 0,1 15 0 0 0,1 51 0 0 0,-2-73 0 0 0,1 0 0 0 0,-2 0 0 0 0,1-1 0 0 0,0 1 0 0 0,-1 0 0 0 0,0 0 0 0 0,0 0 0 0 0,0-1 0 0 0,0 1 0 0 0,0-1 0 0 0,-1 1 0 0 0,0-1 0 0 0,1 1 0 0 0,-1-1 0 0 0,-1 0 0 0 0,1 0 0 0 0,0 0 1 0 0,-5 4-1 0 0,1-3-1 0 0,1 0 1 0 0,-1 0-1 0 0,0-1 1 0 0,-1 0 0 0 0,1 0-1 0 0,0-1 1 0 0,-9 3 0 0 0,-3 1-4 0 0,15-5-27 0 0,1-1 0 0 0,0 1 0 0 0,0-1 0 0 0,-1 0-1 0 0,1 0 1 0 0,0 0 0 0 0,-1 0 0 0 0,1 0-1 0 0,0 0 1 0 0,-1 0 0 0 0,1-1 0 0 0,0 1-1 0 0,0-1 1 0 0,0 0 0 0 0,-1 0 0 0 0,1 0 0 0 0,0 0-1 0 0,0 0 1 0 0,0 0 0 0 0,0 0 0 0 0,0-1-1 0 0,-1-1 1 0 0,-4-2-1351 0 0,1-2-1 0 0,0 1 0 0 0,-10-14 1 0 0,15 19 1086 0 0,-1-2-661 0 0,1-1-1 0 0,0 1 0 0 0,0 0 0 0 0,0-1 0 0 0,0 0 1 0 0,1 1-1 0 0,0-1 0 0 0,-1-4 0 0 0,0-4 1154 0 0,-1 16 4064 0 0,-2 9 3907 0 0,0 2-7605 0 0,0 0-1 0 0,-1 0 0 0 0,-1-1 0 0 0,-12 22 0 0 0,8-19-1063 0 0,-2 0 0 0 0,-24 30 0 0 0,-3-8-4315 0 0,-74 58 0 0 0,69-62 935 0 0,-53 56 0 0 0,95-89 2974 0 0,5 10 2102 0 0,1-1-1912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8:54.10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59 1 1060 0 0,'-7'6'21608'0'0,"-8"4"-18081"0"0,13-9-3544 0 0,-1 0 0 0 0,1-1 1 0 0,-1 1-1 0 0,1 0 0 0 0,-1-1 0 0 0,1 1 0 0 0,-1-1 1 0 0,0 0-1 0 0,1 0 0 0 0,-4 0 0 0 0,3 0 218 0 0,1 0-210 0 0,13-13-193 0 0,-6 10-2428 0 0,15-1 3770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8:54.62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105 1 626 0 0,'-1'2'13673'0'0,"-3"8"-5310"0"0,-4 26-4643 0 0,4 22-3265 0 0,1-14-1078 0 0,-3 24 623 0 0,-4 0 0 0 0,-26 97 0 0 0,29-145-300 0 0,2 0 0 0 0,0 1 1 0 0,2-1-1 0 0,-3 36 1 0 0,0-34 481 0 0,5-20-1745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8:55.112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129 0 1003 0 0,'0'3'13705'0'0,"1"8"-5630"0"0,7 19-4862 0 0,19 16-2946 0 0,-1-3-349 0 0,-25-39 19 0 0,-1-1-1 0 0,1 1 1 0 0,-1-1-1 0 0,0 1 1 0 0,0-1 0 0 0,0 1-1 0 0,0-1 1 0 0,0 1-1 0 0,-1-1 1 0 0,0 1 0 0 0,1-1-1 0 0,-1 1 1 0 0,-1-1-1 0 0,1 0 1 0 0,0 1-1 0 0,-1-1 1 0 0,0 0 0 0 0,0 0-1 0 0,0 0 1 0 0,0 0-1 0 0,-4 4 1 0 0,-3 4-711 0 0,-1 0 0 0 0,0-1 0 0 0,-23 18 0 0 0,9-9-6275 0 0,-39 22 0 0 0,62-40 6454 0 0,-9-8-5077 0 0,0-2 4351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8:55.45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606 1 1002 0 0,'-12'10'4149'0'0,"-27"19"9261"0"0,1 1-5757 0 0,-48 38-13026 0 0,-3-3 0 0 0,-147 82 0 0 0,156-105 4472 0 0,78-41 219 0 0,-8 0-696 0 0,9-1 1283 0 0,1 0 0 0 0,0 1 1 0 0,-1-1-1 0 0,1 0 0 0 0,0 0 0 0 0,-1 0 0 0 0,1 0 0 0 0,0 0 0 0 0,-1 0 0 0 0,1 0 0 0 0,0 0 0 0 0,-1 0 0 0 0,1 0 0 0 0,0 0 0 0 0,-1 0 0 0 0,1 0 0 0 0,0 0 0 0 0,-1 0 0 0 0,1 0 0 0 0,0 0 1 0 0,-1 0-1 0 0,1 0 0 0 0,0-1 0 0 0,-1 1 0 0 0,1 0 0 0 0,0 0 0 0 0,-1 0 0 0 0,1-1 0 0 0,0 1 0 0 0,0 0 0 0 0,-1 0 0 0 0,1-1 0 0 0,0 1 0 0 0,0 0 0 0 0,0 0 0 0 0,-1-1 0 0 0,1 1 0 0 0,0 0 1 0 0,0-1-1 0 0,0 1 0 0 0,0 0 0 0 0,0-1 0 0 0,0 1 0 0 0,0 0 0 0 0,-1-1 0 0 0,1 1 0 0 0,0 0 0 0 0,0-1 0 0 0,0 1 0 0 0,0 0 0 0 0,0-1 0 0 0,1 1 0 0 0,-1 0 0 0 0,0-1 0 0 0,-1-11-1812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8:56.05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642 121 816 0 0,'-20'15'1438'0'0,"9"-7"3232"0"0,9-7-3520 0 0,-32 10 7505 0 0,28-11-7925 0 0,-1 0-1 0 0,0 0 1 0 0,0-1 0 0 0,0-1-1 0 0,1 1 1 0 0,-1-1-1 0 0,1 0 1 0 0,-1 0-1 0 0,1-1 1 0 0,0 1-1 0 0,0-2 1 0 0,-11-6 0 0 0,15 8-734 0 0,0 0 0 0 0,-1-1 0 0 0,1 1 0 0 0,0-1 0 0 0,1 0 0 0 0,-1 1 0 0 0,0-1 0 0 0,1 0 1 0 0,-1 0-1 0 0,1 0 0 0 0,-2-6 0 0 0,3 6-242 0 0,0 0 0 0 0,0 0 0 0 0,0 0 0 0 0,1 0 0 0 0,-1 1 0 0 0,1-1 0 0 0,-1 0 1 0 0,1 0-1 0 0,0 0 0 0 0,0 1 0 0 0,1-1 0 0 0,-1 0 0 0 0,0 1 0 0 0,1-1 0 0 0,0 1 0 0 0,-1-1 0 0 0,1 1 0 0 0,2-2 0 0 0,1-1-680 0 0,0 1 0 0 0,0-1 0 0 0,0 1-1 0 0,1 1 1 0 0,-1-1 0 0 0,10-4 0 0 0,-13 7-254 0 0,8 0 518 0 0,19 8-6359 0 0,-25-5 7032 0 0,-1 0 1 0 0,0 0-1 0 0,0 0 1 0 0,0 0-1 0 0,-1 1 1 0 0,1-1-1 0 0,0 1 1 0 0,-1 0-1 0 0,0-1 1 0 0,0 1-1 0 0,0 0 1 0 0,0 1-1 0 0,0-1 0 0 0,0 0 1 0 0,-1 0-1 0 0,3 7 1 0 0,-3-5 5 0 0,0 1 1 0 0,-1-1-1 0 0,1 1 1 0 0,-1-1-1 0 0,0 1 1 0 0,0 0-1 0 0,-1-1 1 0 0,1 1-1 0 0,-1-1 1 0 0,-2 6-1 0 0,-1 2 45 0 0,0-1-1 0 0,-1 0 0 0 0,-1-1 1 0 0,0 0-1 0 0,0 1 1 0 0,-1-2-1 0 0,0 1 1 0 0,-17 17-1 0 0,8-13-53 0 0,0-1-1 0 0,-2 0 0 0 0,1-2 0 0 0,-2 0 1 0 0,-22 11-1 0 0,-103 41-516 0 0,118-53-179 0 0,-1-2 1 0 0,0-1-1 0 0,0-1 0 0 0,0-1 0 0 0,-1-1 0 0 0,-44 2 0 0 0,41-7-265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8:56.56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137 0 1150 0 0,'0'0'186'0'0,"0"0"0"0"0,-1 0 1 0 0,1 1-1 0 0,0-1 0 0 0,0 0 0 0 0,-1 0 1 0 0,1 0-1 0 0,0 0 0 0 0,0 0 0 0 0,-1 0 1 0 0,1 1-1 0 0,0-1 0 0 0,0 0 0 0 0,0 0 0 0 0,-1 0 1 0 0,1 1-1 0 0,0-1 0 0 0,0 0 0 0 0,0 0 1 0 0,0 1-1 0 0,0-1 0 0 0,-1 0 0 0 0,1 0 1 0 0,0 1-1 0 0,0-1 0 0 0,0 0 0 0 0,0 0 0 0 0,0 1 1 0 0,0-1-1 0 0,0 0 0 0 0,0 0 0 0 0,0 1 1 0 0,0-1-1 0 0,0 0 0 0 0,0 1 0 0 0,0-1 0 0 0,0 0 1 0 0,0 0-1 0 0,0 1 0 0 0,0-1 0 0 0,1 0 1 0 0,-1 0-1 0 0,0 1 0 0 0,0-1 0 0 0,13 7 13057 0 0,-2-2-9802 0 0,11 8-3441 0 0,0 2 0 0 0,0 1 0 0 0,36 35 0 0 0,-52-46-4 0 0,0 1 1 0 0,-1 0 0 0 0,0 0-1 0 0,0 1 1 0 0,3 7 0 0 0,-6-12 3 0 0,-1 0 0 0 0,0 1 0 0 0,0-1 1 0 0,0 1-1 0 0,0-1 0 0 0,-1 1 0 0 0,1-1 0 0 0,-1 1 1 0 0,1-1-1 0 0,-1 1 0 0 0,0 0 0 0 0,0-1 0 0 0,0 1 0 0 0,0 0 1 0 0,0-1-1 0 0,-1 1 0 0 0,1 0 0 0 0,-1-1 0 0 0,0 1 1 0 0,-1 3-1 0 0,-2 0-36 0 0,0 0 0 0 0,-1 0 0 0 0,1 0 0 0 0,-1-1 0 0 0,0 1 0 0 0,0-1 0 0 0,-1-1 0 0 0,0 1 0 0 0,0-1 0 0 0,0 0 0 0 0,0 0 1 0 0,0 0-1 0 0,-12 4 0 0 0,-11 3-1816 0 0,-58 14-1 0 0,56-17-2441 0 0,9-2-381 0 0,16-5 4072 0 0,0 0-1 0 0,0 0 1 0 0,0-1-1 0 0,-1 1 1 0 0,1-1-1 0 0,-10-2 1 0 0,5 0-993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8:57.12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979 218 868 0 0,'0'0'1392'0'0,"-3"-2"-539"0"0,-14-11 11885 0 0,13 9-12918 0 0,-6-8 1869 0 0,6 7-424 0 0,-1 0-1 0 0,1-1 1 0 0,0 1 0 0 0,1-1 0 0 0,-1 0 0 0 0,-2-7 0 0 0,5 10-1266 0 0,0-1 0 0 0,0 0 0 0 0,0 1 0 0 0,0-1 0 0 0,1 0 0 0 0,-1 0 1 0 0,1 0-1 0 0,0 0 0 0 0,0 0 0 0 0,1-5 0 0 0,-1 9 4 0 0,0-3-5 0 0,0 0 1 0 0,0 0-1 0 0,0 0 0 0 0,1 1 1 0 0,-1-1-1 0 0,1 0 1 0 0,0 0-1 0 0,0 0 1 0 0,0 1-1 0 0,0-1 1 0 0,0 1-1 0 0,0-1 1 0 0,1 1-1 0 0,-1-1 1 0 0,1 1-1 0 0,0 0 1 0 0,-1-1-1 0 0,1 1 1 0 0,0 0-1 0 0,4-3 1 0 0,3-2 16 0 0,-4 2-528 0 0,1 2-1 0 0,1-1 1 0 0,-1 0 0 0 0,0 1 0 0 0,1 0-1 0 0,10-3 1 0 0,-8 5-9 0 0,11 0-10807 0 0,-16 1 11514 0 0,-2 0-418 0 0,-1 1 169 0 0,1 1 1 0 0,-1-1-1 0 0,1 0 1 0 0,-1 1 0 0 0,1-1-1 0 0,-1 1 1 0 0,0-1-1 0 0,0 1 1 0 0,1 2 0 0 0,-5 9-285 0 0,0-1 0 0 0,-1 1 0 0 0,-1-1 1 0 0,0 0-1 0 0,0 0 0 0 0,-1-1 0 0 0,-1 1 0 0 0,0-2 1 0 0,-11 14-1 0 0,4-8 287 0 0,0-1 0 0 0,-2 0 1 0 0,0-1-1 0 0,0-1 0 0 0,-21 12 0 0 0,-18 7 183 0 0,-3-3 0 0 0,-104 39-1 0 0,160-68-142 0 0,-101 37-368 0 0,-120 26 1 0 0,-2-20-3785 0 0,181-37 2563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8:58.727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625 155 888 0 0,'0'0'2767'0'0,"-13"-8"-2263"0"0,8 4 3563 0 0,2-16 9230 0 0,2 10-8606 0 0,0 5-4694 0 0,0 0 0 0 0,1 0 0 0 0,0-1 0 0 0,1 1 0 0 0,-1 0 0 0 0,1 0 0 0 0,0 0 0 0 0,0 0 0 0 0,0 0 0 0 0,1 0 0 0 0,0 0 0 0 0,0 0 0 0 0,0 0 1 0 0,5-7-1 0 0,-6 10 16 0 0,-1 0-12 0 0,1 1-1 0 0,-1-1 1 0 0,1 1-1 0 0,0-1 1 0 0,0 1-1 0 0,-1-1 1 0 0,1 1-1 0 0,0 0 0 0 0,0-1 1 0 0,0 1-1 0 0,0 0 1 0 0,0-1-1 0 0,1 1 1 0 0,-1 0-1 0 0,0 0 1 0 0,1 0-1 0 0,-1 0 1 0 0,0 1-1 0 0,1-1 1 0 0,-1 0-1 0 0,4-1 1 0 0,-2 2-10 0 0,0 0 0 0 0,0 0 0 0 0,0 0 0 0 0,-1 1 0 0 0,1-1 0 0 0,0 1 0 0 0,0-1 0 0 0,0 1 0 0 0,-1 0 0 0 0,1 0 0 0 0,0 0 0 0 0,-1 1 0 0 0,1-1 0 0 0,-1 1 1 0 0,4 2-1 0 0,0-1 133 0 0,53 28-2729 0 0,-37-21-1 0 0,1-1 0 0 0,0 0 1 0 0,0-2-1 0 0,31 6 0 0 0,4-3-2088 0 0,30 4 7768 0 0,-86-14-2930 0 0,-1 0-219 0 0,0 0 0 0 0,-1 0-1 0 0,1 0 1 0 0,-1-1 0 0 0,1 1 0 0 0,0 0-1 0 0,-1 0 1 0 0,1 1 0 0 0,-1-1-1 0 0,1 0 1 0 0,0 0 0 0 0,-1 0 0 0 0,1 0-1 0 0,-1 0 1 0 0,1 1 0 0 0,-1-1-1 0 0,1 0 1 0 0,0 1 0 0 0,-1-1 0 0 0,1 0-1 0 0,0 1 1 0 0,-4 9 5828 0 0,2-7-4311 0 0,-1-1 0 0 0,0 0-1 0 0,-1 0 1 0 0,1 0 0 0 0,0 0-1 0 0,0 0 1 0 0,-1 0 0 0 0,-4 1-1 0 0,-112 43-6215 0 0,-69 10-7484 0 0,125-41 10923 0 0,-78 10-1 0 0,110-22 1399 0 0,-1-1 0 0 0,1-2 0 0 0,0 0-1 0 0,-50-9 1 0 0,79 9-1 0 0,-7-6-106 0 0,6-1 6088 0 0,23-7 4697 0 0,14-2-8033 0 0,-24 12-2722 0 0,1 0-1 0 0,-1 1 1 0 0,1 0 0 0 0,0 1 0 0 0,-1 1-1 0 0,16-2 1 0 0,-13 7 35 0 0,-12-4-20 0 0,1 1 0 0 0,-1-1 0 0 0,0 1-1 0 0,0-1 1 0 0,0 1 0 0 0,1 0 0 0 0,-1-1 0 0 0,0 1-1 0 0,0 0 1 0 0,0 0 0 0 0,0 0 0 0 0,0 0 0 0 0,0 0-1 0 0,0 0 1 0 0,0 0 0 0 0,-1 0 0 0 0,1 0-1 0 0,0 0 1 0 0,-1 1 0 0 0,1-1 0 0 0,-1 0 0 0 0,1 0-1 0 0,-1 1 1 0 0,1-1 0 0 0,-1 0 0 0 0,0 1 0 0 0,0-1-1 0 0,0 0 1 0 0,0 1 0 0 0,0-1 0 0 0,0 0-1 0 0,0 1 1 0 0,0-1 0 0 0,0 0 0 0 0,0 1 0 0 0,-1-1-1 0 0,1 0 1 0 0,-1 1 0 0 0,1-1 0 0 0,-1 0 0 0 0,1 0-1 0 0,-2 2 1 0 0,1-1-1 0 0,-4 8-474 0 0,1 0 0 0 0,-2 0 0 0 0,0-1 0 0 0,0 1 0 0 0,0-1 0 0 0,-1-1 0 0 0,0 1 0 0 0,-1-1 1 0 0,-16 13-1 0 0,-9 4-2350 0 0,-41 26 0 0 0,-21 5-4690 0 0,-50 16 4441 0 0,139-70 2520 0 0,4-1 287 0 0,-1 0 1 0 0,1 1-1 0 0,-1-1 0 0 0,0 0 0 0 0,1-1 1 0 0,-1 1-1 0 0,0 0 0 0 0,0-1 0 0 0,1 0 1 0 0,-1 0-1 0 0,-5 0 0 0 0,-5-2-1227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8:59.257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63 12 953 0 0,'0'0'2979'0'0,"-8"17"13330"0"0,6-11-10306 0 0,1-1-4558 0 0,1-1-3981 0 0,-1 0 3595 0 0,1-2-1063 0 0,-13 10 7 0 0,13-12-4 0 0,-1 1 1 0 0,0-1 0 0 0,0 0-1 0 0,1 0 1 0 0,-1 0 0 0 0,0 0-1 0 0,0 0 1 0 0,1 0 0 0 0,-1 0-1 0 0,0 0 1 0 0,0 0 0 0 0,0 0-1 0 0,1 0 1 0 0,-1 0 0 0 0,0 0-1 0 0,0-1 1 0 0,1 1 0 0 0,-1 0-1 0 0,0-1 1 0 0,1 1-1 0 0,-1 0 1 0 0,0-1 0 0 0,1 1-1 0 0,-1-1 1 0 0,0 1 0 0 0,1-1-1 0 0,-1 1 1 0 0,1-1 0 0 0,-1 0-1 0 0,1 1 1 0 0,-1-1 0 0 0,1 0-1 0 0,0 1 1 0 0,-1-1 0 0 0,1 0-1 0 0,-1-1 1 0 0,-12-25-29 0 0,12 25-162 0 0,6-14-496 0 0,-4 11-3829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8:59.807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35 28 827 0 0,'0'0'374'0'0,"-15"-23"5459"0"0,8 18-3779 0 0,0 12 5540 0 0,3 9-42 0 0,3-7-5572 0 0,11 343-1980 0 0,-9-341-151 0 0,0 0 0 0 0,0-1 0 0 0,1 1 0 0 0,6 15 0 0 0,-8-24-693 0 0,-1-1-359 0 0,-5 6 4005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9:01.037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992 19 1166 0 0,'-3'-5'-1168'0'0,"-4"-2"7236"0"0,0 4 2052 0 0,-7 0 3903 0 0,13 3-12028 0 0,10 25 9 0 0,0-8-4 0 0,2 0-1 0 0,-1 0 0 0 0,2-1 1 0 0,0 0-1 0 0,23 21 0 0 0,-10-10-3 0 0,21 32 0 0 0,-45-58-50 0 0,-5 26 108 0 0,2-23-54 0 0,0 0 0 0 0,-1 0-1 0 0,1-1 1 0 0,-1 1 0 0 0,1-1 0 0 0,-1 0 0 0 0,0 1-1 0 0,-1-1 1 0 0,1 0 0 0 0,0-1 0 0 0,-1 1 0 0 0,0-1 0 0 0,-5 3-1 0 0,-53 25 7 0 0,9-13-1499 0 0,37-12-704 0 0,0-1 1 0 0,-1-1-1 0 0,-23 1 1 0 0,33-3 1322 0 0,0-1 1 0 0,0 0 0 0 0,-1-1 0 0 0,1 0 0 0 0,0 0 0 0 0,0 0-1 0 0,0-1 1 0 0,0 0 0 0 0,-11-6 0 0 0,13 6 733 0 0,0-1 0 0 0,1 0 1 0 0,0 0-1 0 0,0 0 0 0 0,0 0 1 0 0,0-1-1 0 0,0 0 0 0 0,1 1 1 0 0,-4-6-1 0 0,4 5 137 0 0,1-1 0 0 0,0 1 1 0 0,0-1-1 0 0,0 1 0 0 0,0-1 0 0 0,1 0 0 0 0,0 1 1 0 0,0-1-1 0 0,0 0 0 0 0,1 0 0 0 0,-1 0 1 0 0,1 0-1 0 0,0 0 0 0 0,1 1 0 0 0,-1-1 1 0 0,1 0-1 0 0,0 0 0 0 0,0 0 0 0 0,0 0 0 0 0,5-8 1 0 0,-3 6-1 0 0,0-1 0 0 0,1 1 0 0 0,0-1 0 0 0,0 1 0 0 0,1 0 0 0 0,0 1 0 0 0,0-1 0 0 0,1 1 0 0 0,0 0 0 0 0,0 1 0 0 0,10-8 0 0 0,-9 8 12 0 0,1 1 0 0 0,-1 0 1 0 0,1 0-1 0 0,0 1 1 0 0,12-3-1 0 0,-18 5-56 0 0,27 2 47 0 0,-11 7 3339 0 0,0 3 4424 0 0,-17-10-6518 0 0,4 3-1825 0 0,0 10 4210 0 0,-2 6 1539 0 0,-3-20-5243 0 0,1 2 29 0 0,-5 27 87 0 0,2-22-204 0 0,-1 1 0 0 0,0-1 0 0 0,-1 0-1 0 0,1 0 1 0 0,-1-1 0 0 0,-1 1 0 0 0,1-1 0 0 0,-1 0-1 0 0,0 0 1 0 0,-1 0 0 0 0,0-1 0 0 0,1 1 0 0 0,-2-2-1 0 0,1 1 1 0 0,-13 7 0 0 0,-48 21-4298 0 0,4-11-3555 0 0,-13-4 2959 0 0,61-16 5049 0 0,0-1-1 0 0,0 0 1 0 0,-19-1-1 0 0,27 0 353 0 0,1-1 0 0 0,-1 0 0 0 0,0 0 0 0 0,1 0 0 0 0,-1-1 0 0 0,1 0 0 0 0,-1 0 0 0 0,1-1 0 0 0,0 1 0 0 0,0-1 0 0 0,0-1 0 0 0,1 1 0 0 0,-1-1 0 0 0,1 0 0 0 0,-1 0 0 0 0,1-1 0 0 0,1 0 0 0 0,-1 1 0 0 0,1-2 0 0 0,-7-8 0 0 0,8 9 215 0 0,-5-12 3481 0 0,2-7 3090 0 0,6 22-5970 0 0,-3-18-1145 0 0,-1 38-126 0 0,-1-1 0 0 0,-1 0-1 0 0,-14 30 1 0 0,7-24-1303 0 0,0 0-1 0 0,-18 21 1 0 0,-112 116-10742 0 0,108-123 9808 0 0,-35 26 2101 0 0,-4 6 1507 0 0,73-68-1298 0 0,-5 10 2302 0 0,2-6-5695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9:02.26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131 17 802 0 0,'0'0'717'0'0,"-16"0"1316"0"0,5 0 2919 0 0,-4-6 3072 0 0,-17-5 1537 0 0,24 12-7927 0 0,12 8-3197 0 0,15 13 1565 0 0,1-1-1 0 0,0-1 1 0 0,2-1 0 0 0,0-1 0 0 0,2 0-1 0 0,0-2 1 0 0,0-1 0 0 0,29 12 0 0 0,-52-26-1 0 0,0-1 1 0 0,-1 0-1 0 0,1 1 1 0 0,0-1-1 0 0,0 0 0 0 0,-1 1 1 0 0,1-1-1 0 0,0 1 1 0 0,-1-1-1 0 0,1 1 1 0 0,0-1-1 0 0,-1 1 0 0 0,1-1 1 0 0,-1 1-1 0 0,1 0 1 0 0,-1-1-1 0 0,0 1 1 0 0,1 0-1 0 0,-1-1 0 0 0,1 1 1 0 0,-1 0-1 0 0,0 0 1 0 0,0 0-1 0 0,1-1 1 0 0,-1 1-1 0 0,0 0 0 0 0,0 0 1 0 0,0 0-1 0 0,0 0 1 0 0,0 1-3 0 0,-1 0 0 0 0,0-1 0 0 0,1 1 1 0 0,-1-1-1 0 0,0 1 0 0 0,0-1 0 0 0,0 1 0 0 0,0-1 1 0 0,0 1-1 0 0,0-1 0 0 0,0 0 0 0 0,-3 3 0 0 0,-6 3-9 0 0,1 1-1 0 0,-23 11 0 0 0,28-17 19 0 0,-91 55-3713 0 0,50-27-2702 0 0,-40 38 12931 0 0,95-72-4360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9:02.86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101 36 834 0 0,'0'0'679'0'0,"-11"-29"7802"0"0,11 29-8357 0 0,0 0 0 0 0,-1-1 0 0 0,1 1 0 0 0,0-1 0 0 0,0 1 0 0 0,-1 0 0 0 0,1-1 0 0 0,0 1 0 0 0,0 0 0 0 0,-1-1 0 0 0,1 1 0 0 0,0 0 0 0 0,-1 0 0 0 0,1-1 0 0 0,-1 1 0 0 0,1 0 0 0 0,0 0 0 0 0,-1 0 0 0 0,1-1 0 0 0,-1 1 0 0 0,1 0 0 0 0,0 0 0 0 0,-1 0-1 0 0,1 0 1 0 0,-1 0 0 0 0,1 0 0 0 0,-1 0 0 0 0,1 0 0 0 0,0 0 0 0 0,-1 0 0 0 0,1 0 0 0 0,-1 0 0 0 0,0 0 0 0 0,-12 13 5265 0 0,-4 24 1227 0 0,7 6-6616 0 0,2 1 0 0 0,2-1 0 0 0,-1 76 0 0 0,3-37 0 0 0,-1-30-2530 0 0,-1 51-7687 0 0,8-60 8313 0 0,10-27 5545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9:03.261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342 1 1024 0 0,'0'0'3755'0'0,"-5"1"-1119"0"0,-9 6 12672 0 0,-3 11-11835 0 0,-6 17-2709 0 0,0-1-1510 0 0,-32 40 746 0 0,11-15 0 0 0,-88 92 0 0 0,112-134-956 0 0,12-13 544 0 0,10-10 741 0 0,3-2-661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9:04.04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190 1 951 0 0,'1'2'8497'0'0,"20"28"2988"0"0,5-2-5964 0 0,-7-11-5564 0 0,0-1 0 0 0,1 0 0 0 0,1-2 0 0 0,1 0 0 0 0,24 12 0 0 0,-44-26-8 0 0,8 16 67 0 0,-12-12-21 0 0,0-1 0 0 0,0 0 0 0 0,0 0 0 0 0,0 0 0 0 0,0 0 0 0 0,-1 0 0 0 0,0 0 0 0 0,1-1 0 0 0,-1 1 1 0 0,0-1-1 0 0,0 0 0 0 0,0 0 0 0 0,-1 0 0 0 0,1 0 0 0 0,0 0 0 0 0,-1-1 0 0 0,-4 2 0 0 0,-66 31-2917 0 0,-106 41-12279 0 0,157-66 14766 0 0,-18 7 522 0 0,39-15-79 0 0,-13 11-911 0 0,10-6 3247 0 0,3 4 7799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29:04.58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47 21 847 0 0,'-1'0'90'0'0,"1"0"0"0"0,0 0 0 0 0,-1 0 0 0 0,1 0 0 0 0,-1-1 0 0 0,1 1 0 0 0,0 0 0 0 0,-1 0 0 0 0,1 0 0 0 0,0 0 0 0 0,-1-1 0 0 0,1 1 0 0 0,0 0 0 0 0,-1 0 0 0 0,1-1 0 0 0,0 1 0 0 0,-1 0 0 0 0,1-1 0 0 0,0 1 0 0 0,0 0 0 0 0,0-1 0 0 0,-1 1 0 0 0,1 0-1 0 0,0-1 1 0 0,0 1 0 0 0,0 0 0 0 0,0-1 0 0 0,0 1 0 0 0,-1-1 0 0 0,1 1 0 0 0,0 0 0 0 0,0-1 0 0 0,0 1 0 0 0,0-1 0 0 0,0 1 0 0 0,0 0 0 0 0,0-1 0 0 0,0 1 0 0 0,1-1 0 0 0,-1 1 0 0 0,0 0 0 0 0,0-1 0 0 0,0 1 0 0 0,0 0 0 0 0,0-1 0 0 0,1 1 0 0 0,-1 0 0 0 0,0-1 0 0 0,0 1 0 0 0,1 0 0 0 0,-1-1 0 0 0,1 1 0 0 0,0-3-608 0 0,0 1 1070 0 0,0 6 2446 0 0,3 15 12413 0 0,-3-15-13279 0 0,-1 34-2149 0 0,0-38 18 0 0,0 0-1 0 0,0 1 0 0 0,0-1 0 0 0,0 1 1 0 0,0-1-1 0 0,0 1 0 0 0,-1-1 0 0 0,1 1 1 0 0,0-1-1 0 0,0 1 0 0 0,0-1 1 0 0,0 0-1 0 0,0 1 0 0 0,-1-1 0 0 0,1 1 1 0 0,0-1-1 0 0,0 0 0 0 0,-1 1 0 0 0,1-1 1 0 0,0 0-1 0 0,-1 1 0 0 0,1-1 0 0 0,0 0 1 0 0,-1 1-1 0 0,1-1 0 0 0,0 0 1 0 0,-1 0-1 0 0,1 1 0 0 0,-1-1 0 0 0,1 0 1 0 0,-1 0-1 0 0,1 0 0 0 0,0 0 0 0 0,-1 0 1 0 0,1 0-1 0 0,-1 1 0 0 0,1-1 1 0 0,-1 0-1 0 0,1 0 0 0 0,-1 0 0 0 0,1 0 1 0 0,-1-1-1 0 0,1 1 0 0 0,0 0 0 0 0,-1 0 1 0 0,1 0-1 0 0,-1 0 0 0 0,1 0 0 0 0,-1-1 1 0 0,1 1-1 0 0,0 0 0 0 0,-1 0 1 0 0,1 0-1 0 0,0-1 0 0 0,-1 1 0 0 0,1 0 1 0 0,0-1-1 0 0,-1 1 0 0 0,1 0 0 0 0,0-1 1 0 0,-1 1-1 0 0,1-1 0 0 0,0 1 1 0 0,-26-27-6 0 0,23 23-36 0 0,2 3-238 0 0,27 1-1205 0 0,-18 8 3315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2:14.64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754 3 906 0 0,'0'0'1546'0'0,"-11"9"-864"0"0,8-4 4695 0 0,-2 19 8933 0 0,3-16-10917 0 0,-37 120-6686 0 0,39-126 3330 0 0,1 13 2707 0 0,4 8-2232 0 0,-5-22-512 0 0,1-1 0 0 0,-1 1 0 0 0,0-1 0 0 0,0 1 0 0 0,1-1 0 0 0,-1 1 0 0 0,0-1 0 0 0,0 0 0 0 0,1 1 0 0 0,-1-1 0 0 0,0 1 0 0 0,1-1 0 0 0,-1 0 0 0 0,1 1 0 0 0,-1-1 0 0 0,0 0 0 0 0,1 0 0 0 0,-1 1 0 0 0,1-1 0 0 0,-1 0 0 0 0,1 0 0 0 0,-1 0 0 0 0,1 1 0 0 0,-1-1 0 0 0,1 0 0 0 0,-1 0 0 0 0,1 0 0 0 0,-1 0 0 0 0,1 0 0 0 0,-1 0 0 0 0,1 0 0 0 0,-1 0 0 0 0,1 0 0 0 0,-1 0 0 0 0,1-1 0 0 0,-1 1 0 0 0,1 0 0 0 0,-1 0 0 0 0,1 0 0 0 0,-1 0 0 0 0,0-1 0 0 0,1 1 0 0 0,0-1 0 0 0,13-11 0 0 0,-14 12 0 0 0,7-13-95 0 0,-1 0 0 0 0,0 0 1 0 0,-2 0-1 0 0,1 0 1 0 0,-1-1-1 0 0,-1 1 1 0 0,-1-1-1 0 0,0 0 0 0 0,1-24 1 0 0,-3 35 258 0 0,-3-6-5987 0 0,4 0 3306 0 0,-1 8 2506 0 0,0 0 1 0 0,0-1-1 0 0,0 1 1 0 0,0 0-1 0 0,0 0 1 0 0,0 0 0 0 0,0-1-1 0 0,0 1 1 0 0,0 0-1 0 0,0 0 1 0 0,-1 0-1 0 0,1 0 1 0 0,-1 0-1 0 0,1 0 1 0 0,-2-2-1 0 0,2 2-304 0 0,-1 0 0 0 0,0 0 0 0 0,0 0-1 0 0,0 0 1 0 0,0 0 0 0 0,0 1-1 0 0,0-1 1 0 0,0 0 0 0 0,0 1-1 0 0,0-1 1 0 0,0 1 0 0 0,0-1-1 0 0,0 1 1 0 0,0-1 0 0 0,-3 1 0 0 0,-19 2 143 0 0,-25 19 4226 0 0,30-11-4826 0 0,-139 48-1934 0 0,11-6 2895 0 0,144-51-178 0 0,2 0 68 0 0,0-1 0 0 0,0 0 0 0 0,0 1 0 0 0,0-1 0 0 0,-1 0 0 0 0,1 1 0 0 0,0-1 0 0 0,0 0 0 0 0,-1 0 0 0 0,1 1 0 0 0,0-1 0 0 0,-1 0 1 0 0,1 0-1 0 0,0 1 0 0 0,0-1 0 0 0,-1 0 0 0 0,1 0 0 0 0,0 0 0 0 0,-1 0 0 0 0,1 1 0 0 0,-1-1 0 0 0,1 0 0 0 0,0 0 0 0 0,-1 0 1 0 0,1 0-1 0 0,0 0 0 0 0,-1 0 0 0 0,1 0 0 0 0,0 0 0 0 0,-1 0 0 0 0,1 0 0 0 0,-1 0 0 0 0,0-1 0 0 0,-4 3 572 0 0,21 12 8020 0 0,5 0-7145 0 0,-17-12-1514 0 0,0 0-1 0 0,-1 0 1 0 0,1 1-1 0 0,0 0 1 0 0,-1 0-1 0 0,0 0 1 0 0,0 0-1 0 0,1 0 1 0 0,-2 1-1 0 0,1-1 1 0 0,0 1-1 0 0,-1 0 1 0 0,0 0-1 0 0,0 0 1 0 0,3 8-1 0 0,-4-9-14 0 0,0-1 1 0 0,0 0-1 0 0,-1 0 0 0 0,1 1 0 0 0,-1-1 1 0 0,1 0-1 0 0,-1 1 0 0 0,0-1 0 0 0,0 0 1 0 0,0 1-1 0 0,-1-1 0 0 0,1 0 0 0 0,0 1 1 0 0,-1-1-1 0 0,1 0 0 0 0,-1 0 0 0 0,0 1 1 0 0,-2 2-1 0 0,1-1 20 0 0,-1 0-1 0 0,1 0 1 0 0,-1-1-1 0 0,0 1 1 0 0,0-1 0 0 0,-1 0-1 0 0,1 0 1 0 0,-8 5 0 0 0,-1-1-250 0 0,1 0 1 0 0,-2-1-1 0 0,1-1 1 0 0,0 0-1 0 0,-16 4 1 0 0,-11 1-3474 0 0,0-3 1 0 0,-53 5 0 0 0,22-11 4088 0 0,67-1-315 0 0,0 0 0 0 0,0-1-1 0 0,1 1 1 0 0,-1-1-1 0 0,0 1 1 0 0,0-1-1 0 0,1 0 1 0 0,-1 0 0 0 0,1 0-1 0 0,-1 0 1 0 0,1 0-1 0 0,-1-1 1 0 0,1 1 0 0 0,-1-1-1 0 0,1 1 1 0 0,0-1-1 0 0,0 0 1 0 0,0 0-1 0 0,0 0 1 0 0,-2-3 0 0 0,2 1 0 0 0,1 1 0 0 0,-1-1 1 0 0,1 0-1 0 0,0 1 1 0 0,0-1-1 0 0,0 0 1 0 0,0 0-1 0 0,1 1 1 0 0,-1-1-1 0 0,1 0 1 0 0,0 0-1 0 0,1 0 1 0 0,-1-4-1 0 0,3-8 670 0 0,1 0 0 0 0,0 0 1 0 0,1 1-1 0 0,1-1 0 0 0,12-24 0 0 0,1 8 392 0 0,12-15-4654 0 0,-12 18-116 0 0,-6 16 2527 0 0,-5 3-4947 0 0,-18 15 2434 0 0,-8 8 1759 0 0,-2 2-407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2:15.081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476 0 1240 0 0,'-2'2'13897'0'0,"-6"3"-6126"0"0,-8 8-6892 0 0,0-1 0 0 0,0 2 0 0 0,-13 16 0 0 0,19-20-962 0 0,0 0 0 0 0,-19 14 1 0 0,-36 20-1615 0 0,24-21-4075 0 0,-87 35 0 0 0,68-37 4985 0 0,59-20 540 0 0,-1-1 0 0 0,1 1 0 0 0,-1-1 0 0 0,1 1 0 0 0,-1-1 0 0 0,0 0 0 0 0,1 0 0 0 0,-1 0 0 0 0,1 0 0 0 0,-1 0 0 0 0,0 0 0 0 0,1 0 0 0 0,-1 0 0 0 0,1-1 0 0 0,-1 1 0 0 0,1-1 0 0 0,-1 1 0 0 0,1-1 0 0 0,-1 1 0 0 0,1-1 0 0 0,-3-1 0 0 0,-5-9 3579 0 0,8 9-3685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2:15.751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641 136 951 0 0,'-21'5'552'0'0,"16"-4"-70"0"0,-21 14 9214 0 0,19-12-7880 0 0,-1-1 0 0 0,0 0 0 0 0,0-1 0 0 0,0 0 0 0 0,0 0 0 0 0,-1-1 0 0 0,-15-1 0 0 0,-30 3-1811 0 0,46-2-5 0 0,6 0 0 0 0,0 0 0 0 0,1-1 0 0 0,-1 1 0 0 0,0 0 0 0 0,0 0 0 0 0,0-1 0 0 0,1 1 0 0 0,-1-1 0 0 0,0 1 0 0 0,0-1 0 0 0,1 0 0 0 0,-3-1 0 0 0,3 0 0 0 0,0 1 0 0 0,0 0 0 0 0,0-1 0 0 0,0 1 0 0 0,0-1 0 0 0,1 1 0 0 0,-1-1 0 0 0,1 0 0 0 0,-1 1 0 0 0,1-1 0 0 0,-1 1 0 0 0,1-1 0 0 0,0 0 0 0 0,0 1 0 0 0,0-1 0 0 0,0 0 0 0 0,0 1 0 0 0,0-1 0 0 0,1 0 0 0 0,-1 1 0 0 0,0-1 0 0 0,2-2 0 0 0,0-3-2 0 0,1 0 1 0 0,1 0-1 0 0,-1 0 1 0 0,1 0-1 0 0,0 1 1 0 0,1-1 0 0 0,0 1-1 0 0,0 0 1 0 0,0 1-1 0 0,0-1 1 0 0,1 1-1 0 0,9-7 1 0 0,16-17-2 0 0,-21 25 25 0 0,-9 4-22 0 0,0 0 0 0 0,0 0 0 0 0,0-1 0 0 0,0 1 0 0 0,0 0 0 0 0,0 0 0 0 0,0 0 0 0 0,0 1 0 0 0,0-1 0 0 0,0 0 0 0 0,-1 0 0 0 0,1 0 0 0 0,0 1 0 0 0,0-1 0 0 0,0 0 0 0 0,0 1 0 0 0,0-1 0 0 0,-1 1 0 0 0,1-1 0 0 0,0 1 0 0 0,0-1 0 0 0,-1 1 0 0 0,1 0 0 0 0,0-1 0 0 0,-1 1 0 0 0,1 0 0 0 0,-1 0 0 0 0,1-1 0 0 0,0 3 0 0 0,6 10 0 0 0,-6-9-88 0 0,0-1 0 0 0,0 1 0 0 0,-1 0 0 0 0,1-1 0 0 0,-1 1 0 0 0,1 0 0 0 0,-1 0 0 0 0,-1 0 0 0 0,1-1 1 0 0,0 1-1 0 0,-1 0 0 0 0,0 0 0 0 0,0-1 0 0 0,0 1 0 0 0,0-1 0 0 0,0 1 0 0 0,-1-1 0 0 0,0 1 0 0 0,0-1 1 0 0,0 0-1 0 0,-2 4 0 0 0,-7 12-328 0 0,6-9-770 0 0,0 1 1 0 0,-1-1 0 0 0,0 0 0 0 0,-1-1 0 0 0,0 0 0 0 0,-1 0 0 0 0,-11 11 0 0 0,5-8 712 0 0,0-1 0 0 0,0 0-1 0 0,-1-1 1 0 0,-21 10 0 0 0,6-6 497 0 0,0-2 0 0 0,0-1-1 0 0,-1-1 1 0 0,-63 10 0 0 0,83-18-917 0 0,-1-1 0 0 0,0-1 0 0 0,0 0 0 0 0,1-1 0 0 0,-1 0 0 0 0,0-1 0 0 0,1 0 0 0 0,-1-1 0 0 0,1 0 0 0 0,-16-7 0 0 0,12 4-1413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2:16.80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695 1 1247 0 0,'-1'2'14174'0'0,"-2"8"-6602"0"0,-14 54-4362 0 0,6-8-3319 0 0,2-3 205 0 0,8-48-908 0 0,0 1 1 0 0,-1-1-1 0 0,1 0 1 0 0,-1 0-1 0 0,0 0 0 0 0,-1 0 1 0 0,1 0-1 0 0,-1 0 1 0 0,0-1-1 0 0,0 1 0 0 0,0-1 1 0 0,-1 0-1 0 0,1 1 1 0 0,-9 5-1 0 0,6-6 612 0 0,1 0 1 0 0,-1-1-1 0 0,0 1 0 0 0,-1-2 0 0 0,1 1 1 0 0,0-1-1 0 0,-1 0 0 0 0,1 0 1 0 0,-1 0-1 0 0,-10 0 0 0 0,-1-1 316 0 0,-1-1 1 0 0,1 0-1 0 0,-1-2 0 0 0,1 0 0 0 0,-1-1 0 0 0,1-1 0 0 0,-24-8 1 0 0,30 7-94 0 0,-1 0 1 0 0,1-1-1 0 0,1 0 1 0 0,-1-1-1 0 0,1 0 1 0 0,0-1-1 0 0,1 0 1 0 0,0-1-1 0 0,0 0 1 0 0,1 0-1 0 0,0-1 1 0 0,0-1-1 0 0,1 1 1 0 0,1-1-1 0 0,0 0 1 0 0,-11-24-1 0 0,-12-33 2221 0 0,29 67-2114 0 0,-8-16 10560 0 0,9 16-10692 0 0,0 4-35 0 0,0 8 25 0 0,1 1-1 0 0,0 0 1 0 0,1-1 0 0 0,0 1 0 0 0,1-1 0 0 0,8 23-1 0 0,-5-20-778 0 0,1-1-1 0 0,1 0 1 0 0,0 0-1 0 0,0 0 1 0 0,1-1-1 0 0,1-1 1 0 0,0 1-1 0 0,19 15 1 0 0,-27-26 912 0 0,0 1 1 0 0,-1-1 0 0 0,1 0-1 0 0,-1 1 1 0 0,1-1 0 0 0,-1 1-1 0 0,1 0 1 0 0,-1-1 0 0 0,0 1-1 0 0,0 0 1 0 0,0 0 0 0 0,0 0-1 0 0,1 2 1 0 0,-2-2 100 0 0,-1-1-1 0 0,1 0 1 0 0,0 1 0 0 0,-1-1-1 0 0,1 0 1 0 0,-1 0 0 0 0,1 1 0 0 0,-1-1-1 0 0,0 0 1 0 0,0 0 0 0 0,1 0-1 0 0,-1 0 1 0 0,0 0 0 0 0,0 0 0 0 0,0 0-1 0 0,0 0 1 0 0,0 0 0 0 0,0-1-1 0 0,0 1 1 0 0,0 0 0 0 0,-1-1 0 0 0,1 1-1 0 0,0 0 1 0 0,-1 0 0 0 0,-53 30-1417 0 0,-79 36-8594 0 0,86-49 10804 0 0,47-17-897 0 0,-1-3-1075 0 0,-6-5 4056 0 0,3-1 3756 0 0,5 3-6825 0 0,1 1 0 0 0,0-1 1 0 0,0 1-1 0 0,1-1 0 0 0,-1 1 1 0 0,1 0-1 0 0,0-1 0 0 0,0 1 0 0 0,0 0 1 0 0,1 0-1 0 0,5-6 0 0 0,21-24-2624 0 0,-9 14-1807 0 0,-9 9 1036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2:17.305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48 16 1224 0 0,'1'-3'5768'0'0,"7"-9"3486"0"0,-4 21-1276 0 0,-4-8-7920 0 0,0-1 0 0 0,1 1 0 0 0,-1-1 0 0 0,0 1-1 0 0,0-1 1 0 0,1 1 0 0 0,-1 0 0 0 0,0-1 0 0 0,0 1 0 0 0,0 0-1 0 0,0-1 1 0 0,0 1 0 0 0,0-1 0 0 0,0 1 0 0 0,0 0 0 0 0,0-1-1 0 0,0 1 1 0 0,0 0 0 0 0,0-1 0 0 0,-1 1 0 0 0,1-1 0 0 0,0 1-1 0 0,0-1 1 0 0,-1 1 0 0 0,1 0 0 0 0,0-1 0 0 0,-1 1-1 0 0,1-1 1 0 0,-1 1 0 0 0,1-1 0 0 0,0 0 0 0 0,-1 1 0 0 0,1-1-1 0 0,-1 1 1 0 0,1-1 0 0 0,-1 0 0 0 0,1 1 0 0 0,-1-1 0 0 0,0 0-1 0 0,1 0 1 0 0,-1 1 0 0 0,0-1 0 0 0,-12 1-555 0 0,11-1 487 0 0,0 0 0 0 0,0-1 0 0 0,0 1 1 0 0,0-1-1 0 0,0 0 0 0 0,1 1 1 0 0,-1-1-1 0 0,0 0 0 0 0,0 0 0 0 0,1 0 1 0 0,-1-1-1 0 0,0 1 0 0 0,1 0 0 0 0,-1 0 1 0 0,1-1-1 0 0,0 1 0 0 0,-1-1 1 0 0,1 0-1 0 0,0 1 0 0 0,0-1 0 0 0,0 0 1 0 0,0 1-1 0 0,0-1 0 0 0,0-3 0 0 0,50 6-1257 0 0,-50 1-1191 0 0,-3 8-1744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2:17.84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23 26 971 0 0,'6'-6'24226'0'0,"-7"7"-24155"0"0,0 1 0 0 0,0-1 0 0 0,1 0 0 0 0,-1 1 1 0 0,0-1-1 0 0,1 0 0 0 0,-1 1 0 0 0,1-1 0 0 0,-1 1 0 0 0,1-1 0 0 0,0 1 0 0 0,0-1 0 0 0,-1 3 0 0 0,2-3-70 0 0,-1-1 0 0 0,0 1 0 0 0,1 0 0 0 0,-1-1 0 0 0,0 1 0 0 0,0 0 0 0 0,0 0 0 0 0,0-1 0 0 0,1 1 0 0 0,-1 0 0 0 0,0-1 0 0 0,0 1 0 0 0,0 0 0 0 0,0 0 0 0 0,-1-1 0 0 0,1 1 0 0 0,0 0 1 0 0,0 0-1 0 0,0-1 0 0 0,-1 1 0 0 0,1 0 0 0 0,0-1 0 0 0,-1 2 0 0 0,-1 0-4 0 0,2-2 3 0 0,0 0 0 0 0,0 0 0 0 0,0 0 0 0 0,0 0 0 0 0,0 0 0 0 0,-1 0 0 0 0,1 0 0 0 0,0 0 0 0 0,0-1 0 0 0,0 1 0 0 0,0 0 0 0 0,0 0 0 0 0,0 0 0 0 0,0 0 0 0 0,0 0 0 0 0,0 0 0 0 0,-1 0 0 0 0,1 0 0 0 0,0 0 0 0 0,0 0 0 0 0,0 0 0 0 0,0 0 0 0 0,0 0 0 0 0,0 0 0 0 0,0 0 0 0 0,-1 0 0 0 0,1 0 0 0 0,0 0 0 0 0,0 0 0 0 0,0 0 0 0 0,0 0 0 0 0,0 0 0 0 0,0 0 0 0 0,0 0 0 0 0,0 0 0 0 0,-1 0 0 0 0,1 0 0 0 0,0 0 0 0 0,0 1 0 0 0,0-1 0 0 0,0 0 0 0 0,0 0 0 0 0,0 0 0 0 0,0 0 0 0 0,0 0 0 0 0,0 0 0 0 0,0 0 0 0 0,0 0 0 0 0,0 0 0 0 0,-1 1 0 0 0,1-1 0 0 0,0 0 0 0 0,0 0 0 0 0,0 0 0 0 0,0 0 0 0 0,0 0 0 0 0,0 0 1 0 0,0 0-1 0 0,0 0 0 0 0,0 1 0 0 0,0-1 0 0 0,0 0 0 0 0,0 0 0 0 0,0 0 0 0 0,0 0 0 0 0,0 0 0 0 0,0 0 0 0 0,-4-13 0 0 0,-3-12-7 0 0,6 24 5 0 0,1 1 0 0 0,0-1 1 0 0,-1 1-1 0 0,1-1 0 0 0,0 0 1 0 0,0 1-1 0 0,-1-1 0 0 0,1 0 1 0 0,0 1-1 0 0,0-1 0 0 0,0 0 1 0 0,0 1-1 0 0,0-1 0 0 0,0 0 1 0 0,0 1-1 0 0,0-1 0 0 0,0 0 1 0 0,1 1-1 0 0,-1-1 0 0 0,0 1 1 0 0,0-1-1 0 0,0 0 0 0 0,1 1 1 0 0,-1-1-1 0 0,0 1 0 0 0,1-1 1 0 0,-1 1-1 0 0,0-1 0 0 0,1 1 1 0 0,-1-1-1 0 0,1 0 0 0 0,1 0-11 0 0,-1 0-1 0 0,1 1 0 0 0,0-1 1 0 0,-1 0-1 0 0,1 1 0 0 0,0-1 1 0 0,-1 1-1 0 0,1 0 1 0 0,0-1-1 0 0,0 1 0 0 0,2 0 1 0 0,2 0-289 0 0,-1 0 1 0 0,1 1-1 0 0,-1 0 0 0 0,1-1 1 0 0,-1 2-1 0 0,9 2 1 0 0,-6 0-2353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2:29.533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46 967 0 0,'2'0'8682'0'0,"51"-7"1248"0"0,14-1-3295 0 0,103-9-17367 0 0,-134 12 9799 0 0,-79-4-4025 0 0,9 10 5045 0 0,-53 8 1 0 0,-29 1-39 0 0,100-10 2398 0 0,24-1 2959 0 0,28-2 2718 0 0,-11-3-8071 0 0,-18 4-64 0 0,0 0 0 0 0,1 1-1 0 0,-1 0 1 0 0,13-1 0 0 0,-4 2-1193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2:31.54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5 1 531 0 0,'0'0'509'0'0,"-4"12"10839"0"0,12-8-1120 0 0,9-2-5853 0 0,6-1-5152 0 0,268 14 708 0 0,-250-12 96 0 0,-2-2 4 0 0,-37-1-34 0 0,1 0 13 0 0,100-7-11 0 0,-101 7-14 0 0,94-1 35 0 0,-12 2-29 0 0,-82-1-17 0 0,34 1 56 0 0,51 1-37 0 0,-84-2-17 0 0,25 2 31 0 0,-3-2-18 0 0,67-8 48 0 0,-90 7-40 0 0,28 1-4 0 0,8 5-466 0 0,-14 3-5844 0 0,-23-7 4872 0 0,-1 2-82 0 0,1 9-2140 0 0,0 2-6373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2:59.098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138 5 1013 0 0,'-2'-1'13577'0'0,"-6"-1"-5420"0"0,7 2-8033 0 0,1 0 0 0 0,0 0 0 0 0,0 0 0 0 0,-1-1-1 0 0,1 1 1 0 0,0 0 0 0 0,0 0 0 0 0,-1 0 0 0 0,1 0-1 0 0,0 0 1 0 0,0 0 0 0 0,-1 0 0 0 0,1 0-1 0 0,0 0 1 0 0,-1 0 0 0 0,1 0 0 0 0,0 0 0 0 0,0 0-1 0 0,-1 0 1 0 0,1 0 0 0 0,0 0 0 0 0,-1 0 0 0 0,1 0-1 0 0,0 1 1 0 0,0-1 0 0 0,-1 0 0 0 0,1 0 0 0 0,0 0-1 0 0,0 0 1 0 0,0 0 0 0 0,-1 1 0 0 0,1-1 0 0 0,0 0-1 0 0,0 1 1 0 0,11 13-990 0 0,-5-9 866 0 0,-1-1 0 0 0,1 0 0 0 0,0-1 0 0 0,14 6 0 0 0,13 9 0 0 0,-4-1 0 0 0,45 20 0 0 0,-11-6 0 0 0,-51-25 0 0 0,1-1 0 0 0,-1 1 0 0 0,1-2 0 0 0,21 5 0 0 0,9 4-9 0 0,-43-13 9 0 0,0 0-1 0 0,1 0 1 0 0,-1 0-1 0 0,0 0 1 0 0,0 0-1 0 0,0 0 1 0 0,1 0-1 0 0,-1 0 0 0 0,0 1 1 0 0,0-1-1 0 0,1 0 1 0 0,-1 0-1 0 0,0 0 1 0 0,0 0-1 0 0,0 0 1 0 0,0 1-1 0 0,1-1 1 0 0,-1 0-1 0 0,0 0 1 0 0,0 0-1 0 0,0 1 1 0 0,0-1-1 0 0,0 0 1 0 0,1 0-1 0 0,-1 0 1 0 0,0 1-1 0 0,0-1 1 0 0,0 0-1 0 0,0 0 1 0 0,0 1-1 0 0,0-1 1 0 0,0 0-1 0 0,0 0 1 0 0,0 1-1 0 0,0-1 1 0 0,0 0-1 0 0,0 0 1 0 0,0 1-1 0 0,0-1 1 0 0,0 0-1 0 0,0 0 1 0 0,0 0-1 0 0,0 1 1 0 0,-1-1-1 0 0,1 0 1 0 0,0 0-1 0 0,0 1 1 0 0,-13 14 82 0 0,-25 12-939 0 0,-255 95-13335 0 0,166-73 14048 0 0,121-47 1262 0 0,-15 6-2876 0 0,17-9 4499 0 0,10-6 6964 0 0,-3 4-8503 0 0,8-7-127 0 0,11-3-4598 0 0,-14 10 1952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2:59.923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55 41 771 0 0,'-16'-7'804'0'0,"11"3"4993"0"0,0-13 8475 0 0,2 4-9702 0 0,-11 69-4570 0 0,11 101 0 0 0,0 5 0 0 0,2-149 0 0 0,1 0 0 0 0,1 0 0 0 0,0 0 0 0 0,3 13 0 0 0,-2-12 0 0 0,0-1 0 0 0,-1 1 0 0 0,-1 14 0 0 0,-9 16-3 0 0,8-42-6 0 0,-2 11-620 0 0,2-13 628 0 0,1 1 0 0 0,0-1 0 0 0,0 0 0 0 0,-1 1 0 0 0,1-1 0 0 0,0 0 0 0 0,0 1 0 0 0,0-1 0 0 0,0 0 0 0 0,-1 1 0 0 0,1-1 0 0 0,0 1 0 0 0,0-1 0 0 0,0 1 0 0 0,0-1 0 0 0,0 0 0 0 0,0 1 0 0 0,0-1 0 0 0,0 1 0 0 0,0-1 0 0 0,0 0 0 0 0,0 1 0 0 0,1-1 0 0 0,-1 1 0 0 0,0-1 0 0 0,0 0 0 0 0,0 1 0 0 0,0-1 0 0 0,1 1 0 0 0,-1-1 0 0 0,0 0 0 0 0,0 1 0 0 0,1-1 0 0 0,-1 0 0 0 0,0 0 0 0 0,0 1 0 0 0,1-1 0 0 0,-1 0 0 0 0,0 1 0 0 0,1-1 0 0 0,-1 0 0 0 0,1 0 0 0 0,0 1 211 0 0,4 2 251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3:00.57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488 6 612 0 0,'4'-2'10913'0'0,"8"-2"-1617"0"0,-98 84-5117 0 0,28-28-2965 0 0,-236 207-5862 0 0,246-220-3065 0 0,47-38 7073 0 0,1 0 769 0 0,0-1-1 0 0,-1 1 1 0 0,1-1-1 0 0,0 1 0 0 0,0-1 1 0 0,-1 1-1 0 0,1-1 1 0 0,0 1-1 0 0,-1-1 0 0 0,1 1 1 0 0,0-1-1 0 0,-1 0 1 0 0,1 1-1 0 0,0-1 0 0 0,-1 1 1 0 0,1-1-1 0 0,-1 0 1 0 0,1 1-1 0 0,-1-1 0 0 0,1 0 1 0 0,-1 0-1 0 0,0 1 1 0 0,0-1-6 0 0,1 0 0 0 0,0 0 0 0 0,-1 0 0 0 0,1 0 0 0 0,0 0 0 0 0,0 0 0 0 0,-1 0 1 0 0,1 0-1 0 0,0 0 0 0 0,-1 1 0 0 0,1-1 0 0 0,0 0 0 0 0,0 0 0 0 0,-1 0 0 0 0,1 0 1 0 0,0 1-1 0 0,0-1 0 0 0,0 0 0 0 0,-1 0 0 0 0,1 0 0 0 0,0 1 0 0 0,0-1 0 0 0,0 0 1 0 0,0 0-1 0 0,-1 1 0 0 0,1-1 0 0 0,0 0 0 0 0,0 0 0 0 0,0 1 0 0 0,0-1 0 0 0,0 0 1 0 0,0 1-1 0 0,0-1 0 0 0,0 0 0 0 0,0 1 0 0 0,0-1 0 0 0,0 0 0 0 0,0 0 0 0 0,0 1 1 0 0,0-1-1 0 0,0 0 0 0 0,0 1 0 0 0,0-1 0 0 0,0 0 0 0 0,0 0 0 0 0,0 1 0 0 0,1-1 1 0 0,-1 0-1 0 0,0 0 0 0 0,0 1 0 0 0,0-1 0 0 0,0 0 0 0 0,1 0 0 0 0,-1 1 0 0 0,0-1 1 0 0,0 0-1 0 0,1 0 0 0 0,-1 0 0 0 0,0 0 0 0 0,0 1 0 0 0,1-1 0 0 0,-1 0 0 0 0,0 0 1 0 0,1 0-1 0 0,-1 0 128 0 0,4 3 1550 0 0,-3-2-1891 0 0,-1-1 1 0 0,0 0-1 0 0,1 0 1 0 0,-1 0-1 0 0,1 0 1 0 0,-1 0-1 0 0,0 0 1 0 0,1 0-1 0 0,-1 0 1 0 0,1 0-1 0 0,-1 0 1 0 0,0 0-1 0 0,1 0 1 0 0,-1 0-1 0 0,1 0 1 0 0,-1 0-1 0 0,0 0 1 0 0,1-1-1 0 0,-1 1 1 0 0,1 0-1 0 0,-1 0 1 0 0,0 0-1 0 0,1-1 1 0 0,-1 1-1 0 0,0 0 1 0 0,1 0-1 0 0,-1-1 1 0 0,9-5 2587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3:03.89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1 475 0 0,'1'0'563'0'0,"13"7"-1391"0"0,4 3 22983 0 0,-5-6-17475 0 0,4-1-5511 0 0,-13-3 831 0 0,1-1 0 0 0,-1 2 0 0 0,0-1 0 0 0,0 0 0 0 0,0 1 0 0 0,0 0 0 0 0,0 0 0 0 0,0 0 0 0 0,-1 0 0 0 0,5 2 0 0 0,-8-3 0 0 0,7 1 0 0 0,0 0 0 0 0,0 0 0 0 0,0 0 0 0 0,0 1 0 0 0,0 0 0 0 0,0 1 0 0 0,-1-1 0 0 0,11 7 0 0 0,-4-2 0 0 0,-7-3-1 0 0,1 1 0 0 0,-1 0 1 0 0,0 0-1 0 0,0 0 1 0 0,0 1-1 0 0,-1 0 1 0 0,0 0-1 0 0,8 14 0 0 0,-1-1-1 0 0,0 1 0 0 0,20 23-1 0 0,-10-1 16 0 0,-21-40-13 0 0,0 1 0 0 0,-1-1 0 0 0,1 1 0 0 0,-1-1 0 0 0,1 1 0 0 0,-1-1 0 0 0,0 1 0 0 0,0-1 0 0 0,0 1 0 0 0,-1-1 0 0 0,0 5 0 0 0,1-6 0 0 0,-1 1 0 0 0,1-1 0 0 0,-1 0 0 0 0,1 1 0 0 0,-1-1 0 0 0,0 1 0 0 0,0-1 0 0 0,1 0 0 0 0,-1 0 0 0 0,0 0 0 0 0,0 1 0 0 0,0-1 0 0 0,0 0 0 0 0,-1 0 0 0 0,1 0 0 0 0,0 0 0 0 0,0-1 0 0 0,-1 1 0 0 0,1 0 0 0 0,0 0 0 0 0,-1-1 0 0 0,1 1 0 0 0,0-1 0 0 0,-1 1 0 0 0,-1-1 0 0 0,-3 2 0 0 0,-53 22-2476 0 0,26-12-1791 0 0,0-2 0 0 0,-45 8 0 0 0,26-11 2500 0 0,50-7 1791 0 0,0-1-39 0 0,-1 1 0 0 0,1-1 0 0 0,0 1 0 0 0,0-1 0 0 0,-1 0 0 0 0,1 0 0 0 0,0 0 0 0 0,0 0 0 0 0,-4-4 0 0 0,5 3 773 0 0,0-2 1 0 0,-1 1 0 0 0,2 0 0 0 0,-1 0-1 0 0,0 0 1 0 0,1 0 0 0 0,-1 0 0 0 0,1-1-1 0 0,0 1 1 0 0,0 0 0 0 0,1 0 0 0 0,-1 0-1 0 0,0-1 1 0 0,1 1 0 0 0,0 0 0 0 0,0 0-1 0 0,0 0 1 0 0,2-4 0 0 0,12-26 2609 0 0,1 5-5460 0 0,-8 17-131 0 0,0 1 0 0 0,1 0-1 0 0,0 0 1 0 0,1 0 0 0 0,0 1-1 0 0,21-14 1 0 0,12-1 1951 0 0,18 7-1154 0 0,-53 15 743 0 0,0 0 1 0 0,0 0-1 0 0,1 1 0 0 0,14 0 0 0 0,-11 0-370 0 0,-10 4-289 0 0,-2 10-319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3:04.95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285 3 829 0 0,'-2'-2'18291'0'0,"5"9"-15405"0"0,-5-6-2091 0 0,-26 6-128 0 0,-1 1 0 0 0,2 1-1 0 0,-53 25 1 0 0,-21 8 64 0 0,83-37-774 0 0,29-10-67 0 0,20-12-130 0 0,-23 11-876 0 0,-1 0-504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3T14:33:05.89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17 0 25497,'-17'22'0,"28"4"0,16-23 0,-10-24 0,-28-5 0,-16 22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4:04.68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7 67 547 0 0,'0'0'781'0'0,"-6"17"12481"0"0,58-32-2257 0 0,33 3-10214 0 0,-5 0-1473 0 0,-28 3-1466 0 0,27-3-5296 0 0,-4 0 1431 0 0,-26 3 5967 0 0,-46 9 63 0 0,9-1 878 0 0,2 0 3294 0 0,0 1-7717 0 0,15 2 16483 0 0,-27-1-15015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2:33.51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852 49 789 0 0,'0'0'3002'0'0,"-25"3"18916"0"0,22 3-21493 0 0,-1 10-348 0 0,2-13-78 0 0,0 2 1 0 0,0-1 1 0 0,0 0-1 0 0,0 1 0 0 0,0-1 0 0 0,1 1 1 0 0,0-1-1 0 0,0 1 0 0 0,0 0 1 0 0,0-1-1 0 0,1 1 0 0 0,0 0 0 0 0,1 8 1 0 0,-1-12-2 0 0,0 0 0 0 0,1 0 0 0 0,-1 0 0 0 0,1 0 0 0 0,0 0 0 0 0,-1 0 0 0 0,1 0 1 0 0,0-1-1 0 0,0 1 0 0 0,-1 0 0 0 0,1 0 0 0 0,0-1 0 0 0,0 1 0 0 0,0 0 0 0 0,0-1 0 0 0,0 1 1 0 0,0-1-1 0 0,0 1 0 0 0,0-1 0 0 0,0 0 0 0 0,0 1 0 0 0,0-1 0 0 0,0 0 0 0 0,0 0 0 0 0,0 0 1 0 0,1 0-1 0 0,-1 0 0 0 0,0 0 0 0 0,0 0 0 0 0,0 0 0 0 0,0 0 0 0 0,0 0 0 0 0,0-1 0 0 0,0 1 1 0 0,0 0-1 0 0,0-1 0 0 0,2 0 0 0 0,3-2-3 0 0,0 1 0 0 0,-1-1-1 0 0,0-1 1 0 0,1 1 0 0 0,-1-1 0 0 0,0 0-1 0 0,8-8 1 0 0,12-34 42 0 0,-24 44-36 0 0,-2-24 22 0 0,-1 24-27 0 0,1 0 1 0 0,0 0-1 0 0,1 0 1 0 0,-1 0-1 0 0,0 0 1 0 0,1 0 0 0 0,-1 0-1 0 0,1-1 1 0 0,-1 1-1 0 0,1 0 1 0 0,0 0-1 0 0,0 0 1 0 0,0-5 0 0 0,0 0-35 0 0,0 6 39 0 0,-1 0 0 0 0,0 1 0 0 0,0-1 0 0 0,0 0-1 0 0,0 1 1 0 0,0-1 0 0 0,-1 1 0 0 0,1-1 0 0 0,0 1 0 0 0,0-1-1 0 0,0 1 1 0 0,0 0 0 0 0,0 0 0 0 0,-1 0 0 0 0,1-1 0 0 0,0 1 0 0 0,0 0-1 0 0,0 1 1 0 0,-1-1 0 0 0,1 0 0 0 0,0 0 0 0 0,0 0 0 0 0,0 1 0 0 0,-1-1-1 0 0,1 0 1 0 0,0 1 0 0 0,0-1 0 0 0,0 1 0 0 0,0 0 0 0 0,0-1 0 0 0,-1 2-1 0 0,-72 41-3585 0 0,28-15-4275 0 0,-24 8 196 0 0,42-24 7724 0 0,0-1-1 0 0,0-2 0 0 0,-1 0 0 0 0,-35 4 1 0 0,56-12-47 0 0,0-1 1 0 0,0 0-1 0 0,0-1 1 0 0,0 1 0 0 0,0-1-1 0 0,1-1 1 0 0,-1 0-1 0 0,-13-4 1 0 0,20 5 12 0 0,0 1-71 0 0,0-1 44 0 0,0 1 0 0 0,1-1 0 0 0,-1 1 0 0 0,0-1-1 0 0,0 1 1 0 0,1-1 0 0 0,-1 0 0 0 0,1 1 0 0 0,-1-1 0 0 0,1 0 0 0 0,-1 1 0 0 0,1-1-1 0 0,-1 0 1 0 0,1 0 0 0 0,-1 1 0 0 0,1-1 0 0 0,0 0 0 0 0,0 0 0 0 0,-1 0 0 0 0,1 0 0 0 0,0 0-1 0 0,0 1 1 0 0,0-2 0 0 0,-2-12 1788 0 0,1 5 5966 0 0,0 7-5421 0 0,-13 22 4501 0 0,-29 48-6953 0 0,17-28-172 0 0,-29 38-1 0 0,44-66-45 0 0,-9 14-2559 0 0,-42 38 1 0 0,29-32-3229 0 0,26-24 5174 0 0,0 0-1 0 0,-1 0 1 0 0,0-1-1 0 0,-1 0 0 0 0,1-1 1 0 0,-1 1-1 0 0,-1-2 0 0 0,1 1 1 0 0,-1-1-1 0 0,0-1 1 0 0,-21 7-1 0 0,17-8-897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2:35.25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778 1 1050 0 0,'-9'3'20484'0'0,"-1"3"-15812"0"0,-3 25-4664 0 0,7 32-8 0 0,1-42 72 0 0,2-18-7 0 0,-1 0-212 0 0,-3 14-394 0 0,3 15-3146 0 0,5 3-3285 0 0,0-16 1137 0 0,-1-17 5884 0 0,-9 30-30 0 0,7-30-18 0 0,1 1-1 0 0,-2-1 0 0 0,1 1 0 0 0,0-1 1 0 0,0 0-1 0 0,-1 0 0 0 0,1 0 0 0 0,-1 0 1 0 0,0 0-1 0 0,1-1 0 0 0,-1 1 1 0 0,0-1-1 0 0,0 0 0 0 0,0 1 0 0 0,0-2 1 0 0,-4 2-1 0 0,5-1 10 0 0,-25 11-15 0 0,-3-6-62 0 0,-48 2 1 0 0,74-8 37 0 0,0 0-1 0 0,0-1 1 0 0,0 0-1 0 0,0 0 1 0 0,0 0-1 0 0,0 0 1 0 0,0-1-1 0 0,0 1 1 0 0,1-1-1 0 0,-1 0 1 0 0,0 0 0 0 0,1-1-1 0 0,0 1 1 0 0,-1-1-1 0 0,-2-3 1 0 0,4 5-2 0 0,-12-40-126 0 0,10 24 441 0 0,1-7 1380 0 0,4 7 5995 0 0,0 15-6026 0 0,-13-2-1664 0 0,12 3 218 0 0,-1 1 1 0 0,1 0-1 0 0,-1-1 0 0 0,1 1 0 0 0,0 0 1 0 0,-1 0-1 0 0,0-1 0 0 0,1 1 0 0 0,-1 0 1 0 0,1 0-1 0 0,-1-1 0 0 0,1 1 0 0 0,-1 0 1 0 0,1 0-1 0 0,-1 0 0 0 0,0 0 0 0 0,1 0 1 0 0,-1 0-1 0 0,1 0 0 0 0,-1 0 0 0 0,1 0 1 0 0,-1 0-1 0 0,0 1 0 0 0,1-1 0 0 0,-1 0 1 0 0,1 0-1 0 0,-1 0 0 0 0,0 1 0 0 0,-10 4 164 0 0,0 1-1 0 0,0 0 0 0 0,-14 11 1 0 0,-6 13-5998 0 0,30-29 5502 0 0,-5 7-1239 0 0,0 4-6692 0 0,14 32 5344 0 0,-7-42 2784 0 0,31 7-63 0 0,-26-10 157 0 0,0 0 0 0 0,0-1-1 0 0,0 0 1 0 0,-1 0-1 0 0,1 0 1 0 0,-1-1-1 0 0,0 1 1 0 0,0-1-1 0 0,9-7 1 0 0,-7 6 1628 0 0,-6 2-1129 0 0,14-18 3284 0 0,-11 15-5020 0 0,0-1 0 0 0,0 1 0 0 0,0-1 1 0 0,-1 0-1 0 0,0 0 0 0 0,5-12 0 0 0,-8 16 1034 0 0,0 2 57 0 0,0-1 0 0 0,-1 0 0 0 0,1 1 0 0 0,0-1 1 0 0,-1 1-1 0 0,1-1 0 0 0,0 0 0 0 0,0 1 0 0 0,0-1 0 0 0,-1 0 1 0 0,1 1-1 0 0,0-1 0 0 0,0 0 0 0 0,0 1 0 0 0,0-1 1 0 0,0 0-1 0 0,0 1 0 0 0,0-1 0 0 0,1 0 0 0 0,-1 0 0 0 0,0 1 0 0 0,0-1 0 0 0,0 0 0 0 0,0 1 0 0 0,0-1-1 0 0,0 1 1 0 0,0-1 0 0 0,0 0 0 0 0,0 1 0 0 0,0-1 0 0 0,0 1-1 0 0,0-1 1 0 0,0 0 0 0 0,0 1 0 0 0,-1-1 0 0 0,1 1-1 0 0,0-1 1 0 0,0 1 0 0 0,-1-1 0 0 0,1 1 0 0 0,0-1 0 0 0,-1 1-1 0 0,1-1 1 0 0,-1 1 0 0 0,1-1 0 0 0,0 1 0 0 0,-2-1 0 0 0,-1 0 653 0 0,1 0 1 0 0,-1 0 0 0 0,0 0-1 0 0,1 1 1 0 0,-1-1 0 0 0,0 1-1 0 0,0 0 1 0 0,0 0-1 0 0,0 0 1 0 0,1 0 0 0 0,-1 0-1 0 0,0 1 1 0 0,0-1 0 0 0,1 1-1 0 0,-1 0 1 0 0,-3 1 0 0 0,-53 23 3061 0 0,26-10-3642 0 0,-12-1-6063 0 0,-54 9 0 0 0,64-16 3075 0 0,-30 5 3000 0 0,63-12-39 0 0,1 0-36 0 0,0-1 0 0 0,0 1 0 0 0,1 0 0 0 0,-1 0 0 0 0,0-1 0 0 0,0 1 0 0 0,0 0 0 0 0,0 0 0 0 0,0 0-1 0 0,0 0 1 0 0,0 0 0 0 0,1 0 0 0 0,-1 0 0 0 0,0 0 0 0 0,0 1 0 0 0,0-1 0 0 0,0 0 0 0 0,0 0 0 0 0,1 1 0 0 0,-1-1 0 0 0,0 0 0 0 0,0 1 0 0 0,0-1 0 0 0,1 1 0 0 0,-1-1 0 0 0,0 1 0 0 0,1 0 0 0 0,-1-1 0 0 0,0 1 0 0 0,1 0 0 0 0,-1-1 0 0 0,1 1 0 0 0,-1 0 0 0 0,1 0 0 0 0,-1-1 0 0 0,1 1 0 0 0,0 0 0 0 0,-1 0 0 0 0,1 0 0 0 0,0-1 0 0 0,0 1 0 0 0,-1 0 0 0 0,1 1 0 0 0,-7 41 1221 0 0,6-40-1037 0 0,-10 250-290 0 0,3-40 555 0 0,2-148-265 0 0,0-3 704 0 0,4-22 3960 0 0,2-38-4200 0 0,-1 11 5427 0 0,0 2-5126 0 0,1-14-976 0 0,0-1 0 0 0,0 1 0 0 0,0-1 0 0 0,0 0 1 0 0,0 1-1 0 0,0-1 0 0 0,0 1 0 0 0,0-1 0 0 0,0 1 0 0 0,0-1 0 0 0,0 1 0 0 0,0-1 0 0 0,0 0 0 0 0,0 1 1 0 0,1-1-1 0 0,-1 1 0 0 0,0-1 0 0 0,0 0 0 0 0,1 1 0 0 0,-1-1 0 0 0,0 1 0 0 0,0-1 0 0 0,1 0 0 0 0,-1 0 1 0 0,0 1-1 0 0,1-1 0 0 0,-1 0 0 0 0,0 1 0 0 0,1-1 0 0 0,-1 0 0 0 0,1 0 0 0 0,-1 0 0 0 0,0 1 0 0 0,1-1 1 0 0,-1 0-1 0 0,1 0 0 0 0,-1 0 0 0 0,1 0 0 0 0,-1 0 0 0 0,1 0 0 0 0,-1 0 0 0 0,0 0 0 0 0,1 0 0 0 0,-1 0 1 0 0,1 0-1 0 0,-1 0 0 0 0,1 0 0 0 0,16-19 286 0 0,-14 15 656 0 0,-1 1-1709 0 0,0-6 2721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2:35.748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27 0 1183 0 0,'-6'4'3835'0'0,"4"-3"-2282"0"0,0 1 0 0 0,1-1 1 0 0,-1 1-1 0 0,1 0 0 0 0,0 0 0 0 0,0 0 1 0 0,-1-1-1 0 0,1 1 0 0 0,0 0 0 0 0,0 0 1 0 0,0 4-1 0 0,-3 9 1004 0 0,4-15-2557 0 0,-1 4 0 0 0,1 0 0 0 0,0-1 0 0 0,0 1 0 0 0,0 0 0 0 0,1-1 0 0 0,-1 1 0 0 0,1-1 0 0 0,0 1 0 0 0,0 0 0 0 0,0-1 0 0 0,3 6 0 0 0,5 10-4 0 0,-8-17-7 0 0,12 1-163 0 0,-11-3 173 0 0,-1 1 1 0 0,1-1-1 0 0,-1 0 1 0 0,1 1-1 0 0,-1-1 1 0 0,1 0-1 0 0,-1 0 1 0 0,1 0-1 0 0,0 0 1 0 0,-1 0-1 0 0,1-1 1 0 0,1 1-1 0 0,3-3-49 0 0,1 0-1 0 0,-1 0 0 0 0,0-1 1 0 0,0 1-1 0 0,0-1 0 0 0,0-1 1 0 0,8-7-1 0 0,7-6-138 0 0,-11 11 979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2:35.96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20 0 877 0 0,'-6'10'23299'0'0,"0"7"-21261"0"0,-2 22-2076 0 0,8-38 30 0 0,1-1 1 0 0,-1 1 0 0 0,0 0 0 0 0,1 0-1 0 0,-1 0 1 0 0,1 0 0 0 0,-1-1 0 0 0,1 1-1 0 0,-1 0 1 0 0,1 0 0 0 0,-1-1 0 0 0,1 1-1 0 0,0 0 1 0 0,-1-1 0 0 0,1 1-1 0 0,0-1 1 0 0,0 1 0 0 0,-1-1 0 0 0,1 1-1 0 0,0-1 1 0 0,0 0 0 0 0,0 1 0 0 0,0-1-1 0 0,0 0 1 0 0,-1 0 0 0 0,2 1-1 0 0,1 0-24 0 0,-1-1-1455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2:37.62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712 10 829 0 0,'0'0'5703'0'0,"-15"-9"1587"0"0,10 26 2295 0 0,5 11-6778 0 0,1 0-2807 0 0,7 45 0 0 0,-5-60 0 0 0,2 1 0 0 0,0-1 0 0 0,0 0 0 0 0,1 0 0 0 0,8 13 0 0 0,-9-17-1 0 0,17 28 0 0 0,-21-36-4 0 0,7 15 2 0 0,-7-15-16 0 0,-11 5 48 0 0,7-4-29 0 0,0-1 0 0 0,0 0 0 0 0,1 1 0 0 0,-1-1 0 0 0,0 0 0 0 0,0 0 0 0 0,0-1 0 0 0,0 1 0 0 0,0-1 0 0 0,0 1 0 0 0,0-1 0 0 0,-5 0 0 0 0,-5 0-3 0 0,-49 6-3476 0 0,25-5 3842 0 0,1-3 1 0 0,-41-6-1 0 0,32 1-3256 0 0,2-2-4041 0 0,33 7 6168 0 0,-4 0 502 0 0,0-1 0 0 0,-1 0 0 0 0,1-1 0 0 0,1 0 0 0 0,-1-2 0 0 0,1 1 1 0 0,0-2-1 0 0,-17-10 0 0 0,29 16 171 0 0,-9-29 3072 0 0,17-34 8335 0 0,10-1-10158 0 0,-7 21-3717 0 0,-7 31-2987 0 0,-3 10 4240 0 0,-5-6 40 0 0,-2-1-4466 0 0,3 9 5799 0 0,1 1 0 0 0,-1 0 0 0 0,1-1 0 0 0,-1 1 0 0 0,1 1 0 0 0,-1-1 1 0 0,0 0-1 0 0,1 1 0 0 0,-1 0 0 0 0,1 0 0 0 0,0 0 0 0 0,-1 0 0 0 0,-3 2 0 0 0,-1 0 493 0 0,-13 6-904 0 0,1 1 0 0 0,0 0-1 0 0,-36 26 1 0 0,-17 10 413 0 0,71-45-66 0 0,1 0 0 0 0,-1 1 0 0 0,0-1 0 0 0,1 0 0 0 0,-1 1 0 0 0,1 0 1 0 0,0-1-1 0 0,0 1 0 0 0,-1 0 0 0 0,1-1 0 0 0,0 1 0 0 0,0 0 0 0 0,0 0 0 0 0,1 0 0 0 0,-1 0 0 0 0,0 0 0 0 0,0 3 0 0 0,1-4 32 0 0,32 4 4482 0 0,9-1-2600 0 0,93-23-8625 0 0,-118 29 2373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2:38.18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5 4 955 0 0,'5'-4'4682'0'0,"-6"6"-3132"0"0,0 1 1 0 0,-1-1-1 0 0,1 0 1 0 0,0 1 0 0 0,0-1-1 0 0,1 1 1 0 0,-1-1 0 0 0,0 0-1 0 0,1 1 1 0 0,0 0 0 0 0,-1 4-1 0 0,3-2-1268 0 0,0 1-1 0 0,0-1 0 0 0,0 0 0 0 0,0 0 0 0 0,1 0 1 0 0,5 8-1 0 0,-7-11-283 0 0,0-2-2 0 0,-1 1-1 0 0,0-1 1 0 0,0 1 0 0 0,1-1-1 0 0,-1 1 1 0 0,0 0 0 0 0,1-1-1 0 0,-1 0 1 0 0,0 1 0 0 0,1-1 0 0 0,-1 1-1 0 0,1-1 1 0 0,-1 1 0 0 0,0-1-1 0 0,1 0 1 0 0,-1 1 0 0 0,1-1-1 0 0,-1 0 1 0 0,1 1 0 0 0,0-1-1 0 0,-1 0 1 0 0,1 0 0 0 0,-1 0-1 0 0,1 1 1 0 0,-1-1 0 0 0,1 0 0 0 0,0 0-1 0 0,-1 0 1 0 0,1 0 0 0 0,-1 0-1 0 0,1 0 1 0 0,1 0 0 0 0,18-2-418 0 0,-20 2 383 0 0,2 0-558 0 0,26-11 1553 0 0,-9 2-817 0 0,-9 5-31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2:38.468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0 1023 0 0,'1'2'15561'0'0,"4"7"-8805"0"0,-1-1-3893 0 0,-1-6-2946 0 0,0-1 1 0 0,0-1 0 0 0,0 1-1 0 0,0 0 1 0 0,0-1-1 0 0,0 0 1 0 0,0 1-1 0 0,0-1 1 0 0,0 0-1 0 0,0-1 1 0 0,0 1-1 0 0,0 0 1 0 0,0-1-1 0 0,3-1 1 0 0,8-6-2819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2:39.72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215 0 779 0 0,'-2'3'-117'0'0,"-13"15"19954"0"0,-7 2-15558 0 0,-21 17-2843 0 0,-70 26-1529 0 0,112-62 53 0 0,-13 7 225 0 0,9-6-2540 0 0,10-8 4658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2:41.073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552 10 697 0 0,'0'0'4126'0'0,"-5"-6"-121"0"0,5 6-3819 0 0,-1 0 0 0 0,1-1-1 0 0,0 1 1 0 0,0 0 0 0 0,-1 0 0 0 0,1-1-1 0 0,0 1 1 0 0,0 0 0 0 0,-1 0 0 0 0,1 0-1 0 0,0 0 1 0 0,0 0 0 0 0,-1-1 0 0 0,1 1-1 0 0,0 0 1 0 0,0 0 0 0 0,-1 0 0 0 0,1 0-1 0 0,0 0 1 0 0,-1 0 0 0 0,1 0-1 0 0,0 0 1 0 0,-1 0 0 0 0,1 0 0 0 0,0 0-1 0 0,-1 0 1 0 0,1 0 0 0 0,0 0 0 0 0,0 0-1 0 0,-1 0 1 0 0,1 1 0 0 0,0-1 0 0 0,-1 0-1 0 0,1 0 1 0 0,0 0 0 0 0,0 0 0 0 0,-1 1-1 0 0,1-1 1 0 0,0 0 0 0 0,0 0-1 0 0,0 0 1 0 0,-1 1 0 0 0,1-1 0 0 0,0 0-1 0 0,0 0 1 0 0,0 1 0 0 0,0-1 0 0 0,-1 0-1 0 0,1 1 1 0 0,0-1 0 0 0,0 0 0 0 0,0 0-1 0 0,0 1 1 0 0,0-1 0 0 0,0 0 0 0 0,0 1-1 0 0,0-1 1 0 0,0 0 0 0 0,0 1 0 0 0,0-1-1 0 0,-2 19 5871 0 0,8-8-6056 0 0,-4-8 0 0 0,2 17 0 0 0,3 40 0 0 0,-7-56 0 0 0,1 1 0 0 0,-1 0 0 0 0,0 0 0 0 0,-1-1 0 0 0,1 1 0 0 0,-1 0 0 0 0,0-1 0 0 0,0 1 0 0 0,0 0 0 0 0,-3 6 0 0 0,-3 1 0 0 0,0 3 0 0 0,5-12-1 0 0,-1 0 0 0 0,0 0 0 0 0,1-1 0 0 0,-1 1 1 0 0,0 0-1 0 0,-1-1 0 0 0,1 0 0 0 0,0 0 0 0 0,-1 0 1 0 0,1 0-1 0 0,-1 0 0 0 0,1-1 0 0 0,-1 1 0 0 0,0-1 1 0 0,0 0-1 0 0,1 0 0 0 0,-1-1 0 0 0,-8 1 0 0 0,-6 2 5 0 0,9-4 6 0 0,-6-3-8 0 0,14 3-2 0 0,-1 1 0 0 0,0-1 0 0 0,1 1 0 0 0,-1-1 0 0 0,1 0 0 0 0,-1 0 0 0 0,1 0 0 0 0,-1 0 0 0 0,1 0 0 0 0,0 0 0 0 0,0 0 0 0 0,-1 0 0 0 0,1 0 0 0 0,-1-2 0 0 0,1 1 0 0 0,-1-1 0 0 0,1 0-1 0 0,0 1 1 0 0,0-1 0 0 0,0 0-1 0 0,1 0 1 0 0,-1 0 0 0 0,1 0-1 0 0,0 0 1 0 0,-1 1 0 0 0,2-6-1 0 0,-1 6-8 0 0,-4 7 11 0 0,1 0 0 0 0,-1 0 0 0 0,1 0 0 0 0,1 0 0 0 0,-4 10 0 0 0,-5 9-18 0 0,-17 27-2945 0 0,-3-2-1 0 0,-37 48 1 0 0,11-17-2081 0 0,-13 16 2299 0 0,62-87 2558 0 0,0 0 1 0 0,0-1 0 0 0,0-1-1 0 0,-1 1 1 0 0,-1-1 0 0 0,1-1-1 0 0,-20 11 1 0 0,29-17 271 0 0,-1 1 1 0 0,1-1 0 0 0,-1 1-1 0 0,1-1 1 0 0,-1 1-1 0 0,1-1 1 0 0,0 1-1 0 0,-1-1 1 0 0,1 1-1 0 0,0 0 1 0 0,-1-1 0 0 0,1 1-1 0 0,0 0 1 0 0,0-1-1 0 0,-1 1 1 0 0,1 0-1 0 0,0 0 1 0 0,0-1-1 0 0,0 1 1 0 0,0 1-1 0 0,-3 8-5094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2:41.59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24 17 1190 0 0,'1'0'225'0'0,"0"1"0"0"0,1 0-1 0 0,-1-1 1 0 0,0 1 0 0 0,1-1-1 0 0,-1 1 1 0 0,1-1 0 0 0,-1 0 0 0 0,1 1-1 0 0,-1-1 1 0 0,1 0 0 0 0,-1 0 0 0 0,1 0-1 0 0,2-1 1 0 0,12-5 15757 0 0,-28 38-10311 0 0,11-31-5671 0 0,1-1 0 0 0,0 1 0 0 0,0 0 0 0 0,0 0 0 0 0,-1 0 0 0 0,1-1 0 0 0,0 1 0 0 0,0 0 0 0 0,-1 0 0 0 0,1-1 0 0 0,-1 1 0 0 0,1 0 0 0 0,-1-1 0 0 0,1 1 0 0 0,-1 0 0 0 0,1-1 0 0 0,-1 1 0 0 0,0-1 0 0 0,1 1 0 0 0,-1-1 0 0 0,0 1 0 0 0,0-1 0 0 0,1 0 0 0 0,-1 1 0 0 0,-1-1 0 0 0,-1 1 0 0 0,3 0 0 0 0,-1-1 0 0 0,0 1 0 0 0,1-1 0 0 0,-1 1 0 0 0,0-1 0 0 0,1 0 0 0 0,-1 1 0 0 0,0-1 0 0 0,1 0 0 0 0,-1 0 0 0 0,0 0 0 0 0,1 1 0 0 0,-1-1 0 0 0,0 0 0 0 0,0 0 0 0 0,1 0 0 0 0,-1 0 0 0 0,0 0 0 0 0,0 0 0 0 0,1 0 0 0 0,-1-1 0 0 0,0 1 0 0 0,1 0 0 0 0,-1 0 0 0 0,0-1 0 0 0,1 1 0 0 0,-1 0 0 0 0,0-1 0 0 0,1 1 0 0 0,-1 0 0 0 0,0-1 0 0 0,1 1 0 0 0,-1-1 0 0 0,1 1 0 0 0,-1-1 0 0 0,1 1 0 0 0,-1-1 0 0 0,1 1 0 0 0,-1-1 0 0 0,1 0 0 0 0,0 1 0 0 0,-1-1 0 0 0,1 0 0 0 0,-1 0 0 0 0,-6-26 0 0 0,7 26 0 0 0,0-1-362 0 0,1 0 1 0 0,-1 0-1 0 0,0 0 1 0 0,1 0 0 0 0,0 0-1 0 0,-1 0 1 0 0,1 0-1 0 0,0 1 1 0 0,0-1-1 0 0,0 0 1 0 0,0 0 0 0 0,0 1-1 0 0,3-4 1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2:42.45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82 1 900 0 0,'0'0'7355'0'0,"-8"12"-3987"0"0,5-7-2580 0 0,1-1 0 0 0,-1 1 0 0 0,1 0 0 0 0,0 0 0 0 0,1 0 0 0 0,-1 0 0 0 0,1 0 0 0 0,-1 10 0 0 0,-1 49 5123 0 0,2-23-4323 0 0,-4 15-1622 0 0,-37 299-576 0 0,39-324 1323 0 0,3-21-3086 0 0,-1 1-4080 0 0,6-5 5275 0 0,1-1-168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2:43.14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87 20 1173 0 0,'2'-3'1360'0'0,"-3"-4"-952"0"0,-5 4 3023 0 0,-7-1 6875 0 0,4 2-825 0 0,-3 13-9436 0 0,12-10-40 0 0,0 0 1 0 0,1-1-6 0 0,-1 0 0 0 0,1 0 0 0 0,-1 0 0 0 0,1 0 0 0 0,0 0 0 0 0,-1 0 0 0 0,1 0 0 0 0,-1 1 0 0 0,1-1 0 0 0,-1 0 0 0 0,1 0 0 0 0,-1 1-1 0 0,1-1 1 0 0,-1 0 0 0 0,1 1 0 0 0,-1-1 0 0 0,1 0 0 0 0,-1 1 0 0 0,1-1 0 0 0,-1 1 0 0 0,0-1 0 0 0,1 0 0 0 0,-1 1 0 0 0,0-1 0 0 0,1 1 0 0 0,-1 0 0 0 0,16 31 0 0 0,-12-27-1 0 0,0 0 1 0 0,0 0-1 0 0,1 0 1 0 0,0 0-1 0 0,0-1 1 0 0,0 0-1 0 0,0 0 1 0 0,0-1-1 0 0,1 1 1 0 0,-1-1-1 0 0,10 4 1 0 0,18 13 3 0 0,-31-19-16 0 0,10 15 25 0 0,-11-14-24 0 0,5 6 14 0 0,-1 0 7 0 0,-12 13-4 0 0,1-13-986 0 0,0-1 1 0 0,0 0 0 0 0,-13 11 0 0 0,-68 26-11960 0 0,32-17 12234 0 0,54-26 674 0 0,-2 0 929 0 0,-9 4-4604 0 0,10-5 1458 0 0,7-6 1186 0 0,0 1-54 0 0,-4 4-255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2:43.60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526 12 866 0 0,'3'-2'996'0'0,"0"-7"3901"0"0,-19 14 10957 0 0,-21 15-11870 0 0,-15 21-3952 0 0,26-20-447 0 0,-267 192-6501 0 0,244-171 869 0 0,14-10 7053 0 0,33-31-731 0 0,-19 13 3382 0 0,25-22 2665 0 0,2-9-5714 0 0,-3 11-145 0 0,2-7-1601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2:44.31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286 42 551 0 0,'-8'6'-331'0'0,"-4"9"12581"0"0,9-6-10619 0 0,1-5-300 0 0,-1-1 0 0 0,0 0 0 0 0,1 0 0 0 0,-1-1 0 0 0,-1 1 0 0 0,1 0 0 0 0,0-1 0 0 0,-1 0 0 0 0,-6 3 0 0 0,-18 8-2529 0 0,28-13 1197 0 0,-1 0 1 0 0,1 0 0 0 0,0 0-1 0 0,-1 0 1 0 0,1 0 0 0 0,-1 0-1 0 0,1 0 1 0 0,-1 0 0 0 0,1 0-1 0 0,-1 0 1 0 0,1-1 0 0 0,0 1-1 0 0,-1 0 1 0 0,1 0 0 0 0,-1 0-1 0 0,1-1 1 0 0,0 1 0 0 0,-1 0-1 0 0,1-1 1 0 0,0 1 0 0 0,-1 0 0 0 0,1-1-1 0 0,0 1 1 0 0,-1 0 0 0 0,1-1-1 0 0,0 1 1 0 0,0 0 0 0 0,0-1-1 0 0,-1 1 1 0 0,1-1 0 0 0,0 1-1 0 0,0-1 1 0 0,0 1 0 0 0,0 0-1 0 0,0-1 1 0 0,0 0 0 0 0,-3-15-11 0 0,3 15 11 0 0,1-4 1 0 0,0 1 0 0 0,0 0 0 0 0,0 0 0 0 0,0 0 1 0 0,0 0-1 0 0,1 1 0 0 0,0-1 0 0 0,0 0 0 0 0,0 1 1 0 0,0-1-1 0 0,0 1 0 0 0,1-1 0 0 0,0 1 0 0 0,0 0 1 0 0,-1 0-1 0 0,2 0 0 0 0,-1 1 0 0 0,0-1 0 0 0,5-2 1 0 0,-6 3-2 0 0,-1 1 0 0 0,0 0-1 0 0,0 0 1 0 0,0 0 0 0 0,1 0 0 0 0,-1 0-1 0 0,0 0 1 0 0,0 0 0 0 0,1 0 0 0 0,-1 1 0 0 0,1-1-1 0 0,-1 0 1 0 0,1 1 0 0 0,-1-1 0 0 0,1 1 0 0 0,-1 0-1 0 0,1-1 1 0 0,-1 1 0 0 0,1 0 0 0 0,-1 0-1 0 0,1 0 1 0 0,-1 0 0 0 0,1 0 0 0 0,-1 0 0 0 0,1 1-1 0 0,0-1 1 0 0,-1 0 0 0 0,1 1 0 0 0,-1-1 0 0 0,0 1-1 0 0,4 1 1 0 0,-4-1-10 0 0,0 0 1 0 0,0 1-1 0 0,0-1 0 0 0,0 0 0 0 0,0 1 1 0 0,0-1-1 0 0,0 0 0 0 0,0 1 0 0 0,-1-1 1 0 0,1 1-1 0 0,-1-1 0 0 0,1 1 1 0 0,-1 0-1 0 0,1-1 0 0 0,-1 1 0 0 0,0-1 1 0 0,0 1-1 0 0,0 0 0 0 0,0-1 0 0 0,0 1 1 0 0,0 0-1 0 0,0-1 0 0 0,0 1 0 0 0,-1 0 1 0 0,1-1-1 0 0,0 1 0 0 0,-1-1 1 0 0,-1 3-1 0 0,-13 26-2014 0 0,5-17-1366 0 0,-1 0-1 0 0,-20 19 1 0 0,-33 19-2669 0 0,-73 32-196 0 0,118-71 4843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2:45.54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211 21 768 0 0,'0'-4'888'0'0,"-3"-6"-1384"0"0,-4 6 6548 0 0,-7 2 10619 0 0,-31 7-14348 0 0,44-4-2345 0 0,5 11 41 0 0,-3-9-18 0 0,1 1-1 0 0,0 0 1 0 0,0-1-1 0 0,0 1 1 0 0,0-1-1 0 0,0 0 1 0 0,1 1 0 0 0,0-1-1 0 0,-1 0 1 0 0,1-1-1 0 0,0 1 1 0 0,7 4 0 0 0,10 10 2 0 0,-1 2-1786 0 0,-7-11-1436 0 0,0 0 0 0 0,0-1 0 0 0,24 10 0 0 0,-7-5 728 0 0,-27-12 2481 0 0,29 23 227 0 0,-43-1-76 0 0,5-17 344 0 0,1-1 0 0 0,0-1 1 0 0,-1 1-1 0 0,0-1 0 0 0,0-1 0 0 0,-11 4 1 0 0,1 0-972 0 0,-159 72-2512 0 0,120-49 2895 0 0,26-7 14336 0 0,25-17-12180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2:46.26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354 39 920 0 0,'0'0'2096'0'0,"-15"27"17364"0"0,11-24-19019 0 0,1 0 1 0 0,-1 0-1 0 0,1-1 1 0 0,-1 1-1 0 0,0-1 1 0 0,0 0-1 0 0,0 0 0 0 0,-5 2 1 0 0,5-3-499 0 0,1 0 1 0 0,-1 0-1 0 0,0 0 1 0 0,0-1-1 0 0,1 0 0 0 0,-1 0 1 0 0,0 0-1 0 0,0 0 1 0 0,-4-1-1 0 0,1 0 384 0 0,-19 0-323 0 0,23 1-5 0 0,1 0 1 0 0,-1 0 0 0 0,0 0 0 0 0,1-1 0 0 0,-1 1 0 0 0,1-1 0 0 0,-1 0 0 0 0,1 0-1 0 0,-5-2 1 0 0,2 1 0 0 0,4 2-4 0 0,1 0 4 0 0,0 0 0 0 0,0-1 0 0 0,0 1 0 0 0,0 0 0 0 0,0 0 0 0 0,0 0 0 0 0,0 0 0 0 0,0 0 0 0 0,0 0 0 0 0,0 0 0 0 0,0 0 0 0 0,0 0 0 0 0,0 0 0 0 0,0-1 0 0 0,0 1 0 0 0,0 0 0 0 0,0 0 0 0 0,0 0 0 0 0,0 0 0 0 0,0 0 0 0 0,0 0 0 0 0,0 0 0 0 0,0 0 0 0 0,0 0 0 0 0,0 0 0 0 0,0-1 0 0 0,0 1 0 0 0,0 0 0 0 0,0 0 0 0 0,-1 0 1 0 0,1 0-1 0 0,0 0 0 0 0,0 0 0 0 0,0 0 0 0 0,0 0 0 0 0,0 0 0 0 0,0 0 0 0 0,0 0 0 0 0,0 0 0 0 0,0 0 0 0 0,0 0 0 0 0,0 0 0 0 0,0 0 0 0 0,-1 0 0 0 0,1 0 0 0 0,0 0 0 0 0,0 0 0 0 0,0 0 0 0 0,0 0 0 0 0,0 0 0 0 0,0 0 0 0 0,0 0 0 0 0,0 0 0 0 0,0 0 0 0 0,0 0 0 0 0,-1 0 0 0 0,1 0 0 0 0,0 0 0 0 0,0 0 0 0 0,0 0 0 0 0,0 0 0 0 0,0 0 0 0 0,0 0 1 0 0,-1 0-1 0 0,1 0 0 0 0,-1 0 0 0 0,1 0 0 0 0,-1 0 0 0 0,0 0 0 0 0,1 0 0 0 0,-1 0 0 0 0,1 0 1 0 0,-1 0-1 0 0,1 0 0 0 0,-1 0 0 0 0,1 0 0 0 0,-1 0 0 0 0,1 0 0 0 0,-1-1 0 0 0,1 1 0 0 0,-1 0 0 0 0,1 0 1 0 0,-1-1-1 0 0,1 1 0 0 0,-1 0 0 0 0,1-1 0 0 0,-1 1 0 0 0,1-1 0 0 0,0 1 0 0 0,-1 0 0 0 0,1-1 1 0 0,0 1-1 0 0,-1-1 0 0 0,1 1 0 0 0,0-1 0 0 0,0 1 0 0 0,-1-1 0 0 0,1 1 0 0 0,0-1 0 0 0,0 0 1 0 0,0 1-1 0 0,-1-2 0 0 0,1 1 0 0 0,0-1 0 0 0,-1 0-1 0 0,1 1 1 0 0,0-1 0 0 0,0 0 0 0 0,0 1 0 0 0,0-1 0 0 0,0 1 0 0 0,1-1 0 0 0,-1 0 0 0 0,0 1 0 0 0,1-1 0 0 0,-1 1 0 0 0,1-1 0 0 0,0 1 0 0 0,-1-1 0 0 0,1 1 0 0 0,0-1 0 0 0,0 1 0 0 0,0 0 0 0 0,0-1 0 0 0,0 1 0 0 0,0 0 0 0 0,0 0 0 0 0,1 0 0 0 0,-1 0 0 0 0,2-1 0 0 0,32-21-12 0 0,-33 22-46 0 0,5 0 39 0 0,-1 1 42 0 0,1 0 0 0 0,0 0 0 0 0,10 2 0 0 0,-16-2-39 0 0,1 0 7 0 0,4 3 12 0 0,0 0 0 0 0,-1 1 0 0 0,1-1 0 0 0,-1 1 0 0 0,0 0-1 0 0,6 6 1 0 0,-8-8 0 0 0,47 51-31 0 0,-49-52-54 0 0,2 11 92 0 0,-3-10-167 0 0,1-1-1 0 0,-1 1 1 0 0,0-1 0 0 0,1 1-1 0 0,-1-1 1 0 0,0 1-1 0 0,0 0 1 0 0,0-1 0 0 0,0 1-1 0 0,0 0 1 0 0,0-1-1 0 0,-1 1 1 0 0,1-1-1 0 0,0 1 1 0 0,-1-1 0 0 0,1 1-1 0 0,-1-1 1 0 0,0 1-1 0 0,0-1 1 0 0,1 1 0 0 0,-1-1-1 0 0,0 0 1 0 0,-2 3-1 0 0,0 0-459 0 0,-1 1-157 0 0,1 0 0 0 0,-1-1 0 0 0,0 0 0 0 0,0 0 0 0 0,0 0 0 0 0,-1-1 0 0 0,1 1 0 0 0,-10 4 0 0 0,-43 21-6960 0 0,-106 30 6218 0 0,155-56 1001 0 0,0-1 0 0 0,0 0-1 0 0,0-1 1 0 0,-16 1 0 0 0,6 0-864 0 0,-1 0-34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2:47.28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267 550 960 0 0,'-8'4'17699'0'0,"7"-1"-16478"0"0,0-1 0 0 0,0 1 0 0 0,0 0 0 0 0,0 0 0 0 0,0 0 0 0 0,0 0 0 0 0,1 0-1 0 0,-1 4 1 0 0,5 23-4672 0 0,12 9 3367 0 0,-31-26 183 0 0,14-12-106 0 0,-11 10-14 0 0,11-9-75 0 0,-6 3 187 0 0,5-2-91 0 0,0-1-1 0 0,-1 1 0 0 0,1-1 1 0 0,-1 0-1 0 0,1 0 1 0 0,-1 0-1 0 0,-6 3 1 0 0,-33 8 13 0 0,40-13-94 0 0,-28 2 169 0 0,-2-5-68 0 0,31 3-20 0 0,-2 0 0 0 0,0 0 0 0 0,0-1 0 0 0,0 1 0 0 0,0 0 0 0 0,1-1 0 0 0,-1 0 0 0 0,0 0 0 0 0,1 0 0 0 0,-1 0 0 0 0,0 0 0 0 0,1 0 0 0 0,-1-1 0 0 0,-3-2 0 0 0,1 0 0 0 0,1 0 0 0 0,-1 0 0 0 0,1-1 0 0 0,0 0 0 0 0,0 0 0 0 0,0 0 0 0 0,1 0 0 0 0,-1-1 0 0 0,-3-8 0 0 0,-2-3 0 0 0,6 12 0 0 0,3 5 0 0 0,0 0 0 0 0,-1-1 0 0 0,1 1 0 0 0,0-1 0 0 0,-1 1 0 0 0,1 0 0 0 0,0-1 0 0 0,-1 1 0 0 0,1-1 0 0 0,0 1 0 0 0,0-1 0 0 0,0 1 0 0 0,-1-1 0 0 0,1 1 0 0 0,0-1 0 0 0,0 1 0 0 0,0-1 0 0 0,0 1 0 0 0,0-1 0 0 0,0 0 0 0 0,0 1 0 0 0,0-1 0 0 0,0 1 0 0 0,0-1 0 0 0,1 0 0 0 0,3-20 0 0 0,-4-10 0 0 0,0-8-4389 0 0,7-44 1 0 0,-5 66 3353 0 0,-1-12-4348 0 0,-2-13 4319 0 0,1-16 1521 0 0,-5 27-418 0 0,4 27-32 0 0,0 1 0 0 0,0 0 0 0 0,1-1 0 0 0,-1 1-1 0 0,1 0 1 0 0,0-1 0 0 0,0 1 0 0 0,0-1 0 0 0,1-4 0 0 0,1-6 27 0 0,-1 0-1 0 0,0 0 1 0 0,-1 0 0 0 0,0 0-1 0 0,-1 1 1 0 0,-5-24 0 0 0,5 31 1115 0 0,1 0-1 0 0,0 0 1 0 0,0 0 0 0 0,0 0 0 0 0,3-11 0 0 0,-1-13 7074 0 0,-2 28-8151 0 0,-2-17 244 0 0,3 15-3644 0 0,3 7 1833 0 0,-2-2 1722 0 0,0 0 0 0 0,0 0 0 0 0,0 0 0 0 0,0 0 0 0 0,-1 0 0 0 0,1 0 0 0 0,-1 1 0 0 0,1-1 0 0 0,-1 1-1 0 0,1-1 1 0 0,-1 1 0 0 0,0 0 0 0 0,2 3 0 0 0,0 7-2095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2:47.843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52 1 802 0 0,'10'1'-24'0'0,"-13"3"4424"0"0,-19 6 8549 0 0,17-8-10043 0 0,3-2-2526 0 0,-1 3-305 0 0,-7 5 3889 0 0,9-7-3213 0 0,-2 19-756 0 0,2-18-10 0 0,-9 28 2 0 0,9-15-149 0 0,2-14 164 0 0,-1-1-1 0 0,1 0 1 0 0,0 0-1 0 0,-1 0 1 0 0,1 0-1 0 0,0 0 1 0 0,0 0-1 0 0,-1 0 1 0 0,1 0-1 0 0,0 0 1 0 0,0 0-1 0 0,-1 0 1 0 0,1 0-1 0 0,0 0 1 0 0,-1-1 0 0 0,1 1-1 0 0,0 0 1 0 0,-1 0-1 0 0,2-2 1 0 0,0 2-204 0 0,31 2-443 0 0,-27-2 328 0 0,-4 1 421 0 0,1-1-1 0 0,-1 0 1 0 0,0 0-1 0 0,1 0 0 0 0,-1 0 1 0 0,0 0-1 0 0,0-1 1 0 0,1 1-1 0 0,-1 0 0 0 0,0-1 1 0 0,4-1-1 0 0,2-2-5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2:48.10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21 4 1001 0 0,'3'-2'498'0'0,"0"0"31"0"0,-5 3 258 0 0,-8 8 5081 0 0,-5 4 11628 0 0,42 3-18909 0 0,-27-16 1429 0 0,0 0 0 0 0,1-1 0 0 0,-1 1 0 0 0,0 0 1 0 0,0 0-1 0 0,1 0 0 0 0,-1 0 0 0 0,0 0 0 0 0,0 0 0 0 0,1 0 1 0 0,-1 0-1 0 0,0 0 0 0 0,0 0 0 0 0,0 0 0 0 0,1 0 0 0 0,-1 0 0 0 0,0 0 1 0 0,0 1-1 0 0,1-1 0 0 0,-1 0 0 0 0,0 0 0 0 0,0 0 0 0 0,0 0 0 0 0,1 0 1 0 0,-1 0-1 0 0,0 1 0 0 0,0-1 0 0 0,0 0 0 0 0,1 0 0 0 0,-1 0 1 0 0,0 0-1 0 0,0 1 0 0 0,0-1 0 0 0,0 0 0 0 0,0 0 0 0 0,0 0 0 0 0,1 1 1 0 0,-1-1-1 0 0,0 0 0 0 0,0 0 0 0 0,0 1 0 0 0,0-1 0 0 0,0 0 0 0 0,0 0 1 0 0,0 1-1 0 0,0-1 0 0 0,0 0 0 0 0,0 0 0 0 0,0 0 0 0 0,0 1 1 0 0,0-1-1 0 0,0 0 0 0 0,0 0 0 0 0,0 1 0 0 0,-1-1 0 0 0,1 0 0 0 0,0 0 1 0 0,0 1-1 0 0,0-1 0 0 0,0 0 0 0 0,0 0 0 0 0,0 0 0 0 0,-1 0 0 0 0,1 1 1 0 0,0-1-1 0 0,0 0 0 0 0,0 0 0 0 0,-1 0 0 0 0,-4 8-1682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2:50.11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399 147 1225 0 0,'-6'-4'-31'0'0,"-2"-11"18148"0"0,7 8-16212 0 0,1 5-2704 0 0,0 0 995 0 0,1-1 130 0 0,1 0-1 0 0,0-1 1 0 0,-1 1 0 0 0,1 0-1 0 0,-1-1 1 0 0,0 0-1 0 0,0 1 1 0 0,-1-1 0 0 0,1-6-1 0 0,12-38 2020 0 0,-10 41-2345 0 0,-3 7 0 0 0,0-1 0 0 0,0 1 0 0 0,0-1 0 0 0,0 0 0 0 0,1 1 0 0 0,-1-1 0 0 0,0 1 0 0 0,0-1 0 0 0,1 0 0 0 0,-1 1 0 0 0,0-1 0 0 0,1 1 0 0 0,-1-1 0 0 0,1 1 0 0 0,-1 0 0 0 0,1-1 0 0 0,-1 1 0 0 0,1-1 0 0 0,-1 1 0 0 0,1 0-1 0 0,-1-1 1 0 0,1 1 0 0 0,-1 0 0 0 0,1 0 0 0 0,0-1 0 0 0,-1 1 0 0 0,1 0 0 0 0,0 0 0 0 0,12-5-3 0 0,-12 5 2 0 0,1-1 1 0 0,1 1 0 0 0,-1-1 0 0 0,1 1 0 0 0,0-1 0 0 0,0 1 0 0 0,-1 0-1 0 0,1 0 1 0 0,0 0 0 0 0,0 0 0 0 0,-1 0 0 0 0,1 1 0 0 0,0-1 0 0 0,-1 1-1 0 0,1 0 1 0 0,5 2 0 0 0,91 42-44 0 0,-61-27-4764 0 0,0-1 0 0 0,1-2 0 0 0,71 18 0 0 0,-91-30 4884 0 0,0-1 0 0 0,34-1 0 0 0,-42-1-62 0 0,-9 0 26 0 0,14-3 1247 0 0,-10 3 6201 0 0,-43 11 2044 0 0,-23 2-8890 0 0,-8 2-2203 0 0,47-10 2105 0 0,-93 26-2668 0 0,-155 31-12926 0 0,173-46 15659 0 0,7-12-793 0 0,87-4 188 0 0,-8-4 5301 0 0,-2-1-1626 0 0,0-5 4628 0 0,11 9-7872 0 0,1 1-435 0 0,-1 0 0 0 0,1-1 1 0 0,-1 1-1 0 0,1 0 1 0 0,-1 0-1 0 0,1-1 0 0 0,-1 1 1 0 0,1 0-1 0 0,-1-1 0 0 0,1 1 1 0 0,-1 0-1 0 0,1-1 0 0 0,-1 1 1 0 0,1-1-1 0 0,0 1 0 0 0,-1-1 1 0 0,1 1-1 0 0,0-1 0 0 0,0 1 1 0 0,-1-1-1 0 0,1 1 0 0 0,0-1 1 0 0,0 1-1 0 0,0-1 1 0 0,-1 1-1 0 0,1-1 0 0 0,0 0 1 0 0,0 1-1 0 0,0-1 0 0 0,0 1 1 0 0,0-1-1 0 0,0 0 0 0 0,0 1 1 0 0,0-1-1 0 0,1 0 0 0 0,2-22-6 0 0,-3 22-12 0 0,1-1 42 0 0,26-18-24 0 0,-19 17 2 0 0,-5 1 1 0 0,1 0 1 0 0,0 1-1 0 0,0 0 0 0 0,-1 0 1 0 0,1 0-1 0 0,0 0 0 0 0,0 0 1 0 0,0 1-1 0 0,0 0 0 0 0,0-1 1 0 0,0 2-1 0 0,0-1 0 0 0,0 0 1 0 0,0 1-1 0 0,0 0 1 0 0,0 0-1 0 0,0 0 0 0 0,0 0 1 0 0,0 1-1 0 0,-1-1 0 0 0,6 4 1 0 0,-6-4-231 0 0,0 1-1 0 0,0 0 1 0 0,0 0 0 0 0,0 0 0 0 0,-1 0 0 0 0,1 0 0 0 0,3 5 0 0 0,-3-4-464 0 0,-1 0-1 0 0,0 0 1 0 0,0 0-1 0 0,0 1 1 0 0,0-1-1 0 0,-1 1 1 0 0,1-1 0 0 0,-1 1-1 0 0,1 6 1 0 0,-1-5-296 0 0,0 0 0 0 0,-1 0 1 0 0,1 0-1 0 0,-1 0 1 0 0,-1 0-1 0 0,0 8 0 0 0,-7 12-815 0 0,-3-8 1864 0 0,-2-1 0 0 0,0 0 0 0 0,-1-1-1 0 0,0 0 1 0 0,-17 12 0 0 0,16-15-75 0 0,0-2-1 0 0,-1 0 1 0 0,-1-1 0 0 0,-26 12 0 0 0,-3 0-1030 0 0,42-19 926 0 0,1 0 0 0 0,-1 0 0 0 0,0-1 0 0 0,0 1 0 0 0,0-1 0 0 0,0 0 0 0 0,0 0 0 0 0,0 0 0 0 0,0-1 0 0 0,0 1 0 0 0,-5-1 0 0 0,6 0-1492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2:50.74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34 45 670 0 0,'14'-7'13644'0'0,"-12"16"-5291"0"0,-1-9-8291 0 0,-1 0 0 0 0,0 0 0 0 0,0 1 0 0 0,0-1 0 0 0,0 0 0 0 0,0 1 0 0 0,0-1 0 0 0,0 0 0 0 0,0 1 0 0 0,0-1 0 0 0,0 0 0 0 0,0 1 0 0 0,-1-1 1 0 0,1 0-1 0 0,0 1 0 0 0,0-1 0 0 0,0 0 0 0 0,0 1 0 0 0,0-1 0 0 0,-1 0 0 0 0,1 0 0 0 0,0 1 0 0 0,0-1 0 0 0,0 0 0 0 0,-1 0 0 0 0,1 0 0 0 0,0 1 0 0 0,0-1 0 0 0,-1 0 0 0 0,1 0 0 0 0,0 0 1 0 0,-1 1-1 0 0,1-1 0 0 0,0 0 0 0 0,-1 0 0 0 0,1 0 0 0 0,0 0 0 0 0,0 0 0 0 0,-1 0 0 0 0,1 0 0 0 0,0 0 0 0 0,-1 0 0 0 0,1 0 0 0 0,0 0 0 0 0,-1 0 0 0 0,1 0 0 0 0,0 0 0 0 0,-1 0 1 0 0,1 0-1 0 0,0 0 0 0 0,-1 0 0 0 0,1-1 0 0 0,0 1 0 0 0,0 0 0 0 0,-1 0 0 0 0,1 0 0 0 0,0 0 0 0 0,-1-1 0 0 0,1 1 0 0 0,0 0 0 0 0,-1-1 0 0 0,-16-7-370 0 0,9 2 303 0 0,6 4-12 0 0,-7-15 25 0 0,9 15-32 0 0,4-5-35 0 0,-4 6 54 0 0,0 1-1 0 0,1-1 1 0 0,-1 1-1 0 0,0-1 1 0 0,0 1-1 0 0,0-1 1 0 0,0 1-1 0 0,1-1 1 0 0,-1 1-1 0 0,0 0 1 0 0,0-1-1 0 0,1 1 1 0 0,-1-1-1 0 0,0 1 1 0 0,1-1-1 0 0,-1 1 1 0 0,1 0-1 0 0,-1-1 1 0 0,0 1-1 0 0,1 0 1 0 0,-1 0 0 0 0,1-1-1 0 0,-1 1 1 0 0,1 0-1 0 0,0-1 1 0 0,43 10-800 0 0,-43-6 110 0 0,-8 8 2442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2:51.57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116 48 421 0 0,'-5'-8'21868'0'0,"-2"-5"-18358"0"0,-3 3-2874 0 0,-3-5-862 0 0,12 13 217 0 0,-18 17 5 0 0,10 51-51 0 0,-23 263 123 0 0,32-299-301 0 0,0-18 252 0 0,0 0 0 0 0,-1 0 1 0 0,0 0-1 0 0,-1 0 1 0 0,0 0-1 0 0,-7 22 0 0 0,4-22 84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2:53.39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850 1 656 0 0,'-13'-1'21931'0'0,"13"36"-18200"0"0,11 3-4111 0 0,-5-23 647 0 0,22 49-1128 0 0,-13-33-2878 0 0,-14-29 3566 0 0,1 3-413 0 0,6 11-6546 0 0,-4-7 4361 0 0,0 3-2384 0 0,-1 5 4643 0 0,-2-15 552 0 0,-26 19 767 0 0,-7-5 4879 0 0,-4-2-4829 0 0,18-9-2638 0 0,-1 0-1 0 0,0-2 1 0 0,0 0-1 0 0,-31 1 1 0 0,0-8 3545 0 0,45 4-1740 0 0,-1-1 0 0 0,1 0 1 0 0,0 0-1 0 0,0-1 0 0 0,0 0 1 0 0,0 0-1 0 0,0 0 0 0 0,0 0 0 0 0,0-1 1 0 0,1 0-1 0 0,-1 0 0 0 0,-4-4 0 0 0,7 5-35 0 0,1 0-1 0 0,-1 1 1 0 0,1-1-1 0 0,0 0 0 0 0,0 0 1 0 0,-1 0-1 0 0,1-1 1 0 0,0 1-1 0 0,1 0 0 0 0,-1 0 1 0 0,0 0-1 0 0,1-1 1 0 0,-1 1-1 0 0,1 0 0 0 0,0-1 1 0 0,0 1-1 0 0,0 0 1 0 0,0-1-1 0 0,0 1 0 0 0,0-1 1 0 0,1 1-1 0 0,-1 0 1 0 0,1 0-1 0 0,-1-1 0 0 0,1 1 1 0 0,0 0-1 0 0,0 0 1 0 0,0 0-1 0 0,2-3 1 0 0,5-8 2 0 0,1 0 0 0 0,0 0 1 0 0,19-19-1 0 0,-6 7 844 0 0,-19 22-593 0 0,0 0-1 0 0,1 1 1 0 0,-1 0-1 0 0,1 0 0 0 0,0 0 1 0 0,0 0-1 0 0,0 0 1 0 0,0 1-1 0 0,0-1 1 0 0,0 1-1 0 0,0 0 0 0 0,0 1 1 0 0,9-2-1 0 0,4 5-3759 0 0,12 4 6554 0 0,-27-6-3044 0 0,6 1 6342 0 0,9 3-2661 0 0,2 7 3357 0 0,-11-6-7047 0 0,-6-6 13 0 0,-5 12-3 0 0,3-9 8 0 0,-1-1 0 0 0,1 0 1 0 0,-1 1-1 0 0,1-1 1 0 0,-1 0-1 0 0,0 1 1 0 0,0-1-1 0 0,0 0 1 0 0,0 0-1 0 0,0 0 0 0 0,0 0 1 0 0,-1 0-1 0 0,1 0 1 0 0,-1 0-1 0 0,-2 2 1 0 0,3-3-1 0 0,-41 40-1846 0 0,21-24-930 0 0,0-1 1 0 0,-1-1-1 0 0,0 0 1 0 0,-27 12-1 0 0,-16 0-616 0 0,57-24 3331 0 0,0-1 0 0 0,0 1 0 0 0,0-1 0 0 0,-1-1 0 0 0,1 1 0 0 0,0-2 0 0 0,-1 1 0 0 0,1-1 0 0 0,-1 0 0 0 0,1-1 1 0 0,-13-2-1 0 0,19 2-355 0 0,-25-14 5512 0 0,21 7-4077 0 0,5 7-46 0 0,-1-1-1 0 0,1 1 1 0 0,0-1-1 0 0,0 1 1 0 0,0 0-1 0 0,-1 0 1 0 0,1-1-1 0 0,-1 1 1 0 0,1 0-1 0 0,-1 0 1 0 0,-1 0-1 0 0,-10-3 1428 0 0,12 4-2402 0 0,1 0 0 0 0,-1 0 0 0 0,1 0 0 0 0,-1 0 0 0 0,1 0 0 0 0,-1 0 1 0 0,1 0-1 0 0,-1 0 0 0 0,1 0 0 0 0,-1 0 0 0 0,1 0 0 0 0,-1 0 0 0 0,1 0 0 0 0,-1 1 0 0 0,1-1 0 0 0,-1 0 0 0 0,1 0 1 0 0,-1 1-1 0 0,1-1 0 0 0,-1 0 0 0 0,1 1 0 0 0,0-1 0 0 0,-1 0 0 0 0,1 1 0 0 0,0-1 0 0 0,-1 1 0 0 0,1-1 0 0 0,0 1 1 0 0,-1-1-1 0 0,1 1 0 0 0,0-1 0 0 0,0 1 0 0 0,-6 19-49 0 0,4-11 35 0 0,-23 29-11 0 0,15-19-371 0 0,0 0 1 0 0,-2 0 0 0 0,-15 21 0 0 0,-17 24-1644 0 0,11-5-1249 0 0,-38 64-5691 0 0,26-39 7580 0 0,4-10 2617 0 0,31-58 765 0 0,4-3 5685 0 0,4-1-6643 0 0,1-5 2859 0 0,-6 5-3505 0 0,1-1-1299 0 0,4-2 2444 0 0,2-8-2222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4:08.83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3 100 979 0 0,'12'-12'24346'0'0,"-12"10"-22599"0"0,-6 0-3625 0 0,-2-1 2893 0 0,34-4-1021 0 0,78-34-489 0 0,-70 32-2224 0 0,15-2-5498 0 0,-21 5 3576 0 0,-26 6 3955 0 0,22-4 4497 0 0,-23 4-4349 0 0,17-2 10888 0 0,-27 7-7204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4:10.05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56 80 753 0 0,'0'0'1005'0'0,"-2"0"-634"0"0,-7 0 545 0 0,-7 0 4782 0 0,14 0-3268 0 0,-11 0 494 0 0,2 0 6771 0 0,9 0-7289 0 0,16 11-2390 0 0,3-8-16 0 0,-1-1 0 0 0,1-1 0 0 0,0 0 0 0 0,18-2 0 0 0,-7 1 0 0 0,180-10-5332 0 0,253-43 0 0 0,-262 25 4116 0 0,-148 24 6920 0 0,-46 5-1209 0 0,2-3-3703 0 0,3 1-3524 0 0,-19 7 1365 0 0,-13 12 6355 0 0,11-8-4988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4:20.55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932 86 1058 0 0,'-16'-11'25153'0'0,"13"12"-25153"0"0,-1 0 0 0 0,1-1 1 0 0,0 2-1 0 0,0-1 0 0 0,0 0 0 0 0,0 0 1 0 0,0 1-1 0 0,0 0 0 0 0,-5 3 0 0 0,4 2 0 0 0,0 0 0 0 0,1 0 0 0 0,0 0 0 0 0,0 1 0 0 0,1-1 0 0 0,0 1 0 0 0,0-1 0 0 0,1 1 0 0 0,0 0 0 0 0,0 12-1 0 0,0-16-1 0 0,1-2 2 0 0,0-1-1 0 0,0 1 1 0 0,0 0 0 0 0,0 0-1 0 0,0 0 1 0 0,0-1 0 0 0,0 1-1 0 0,1 0 1 0 0,-1 0 0 0 0,1 0-1 0 0,-1-1 1 0 0,1 1 0 0 0,0 0-1 0 0,0-1 1 0 0,-1 1 0 0 0,1-1-1 0 0,0 1 1 0 0,0-1-1 0 0,1 1 1 0 0,-1-1 0 0 0,0 0-1 0 0,0 1 1 0 0,3 1 0 0 0,-3-2-18 0 0,4-1 20 0 0,-1 0 0 0 0,0 0-1 0 0,1 0 1 0 0,-1-1-1 0 0,0 1 1 0 0,0-1-1 0 0,5-1 1 0 0,-7 1-1 0 0,2 0 0 0 0,0 0 0 0 0,0 0 1 0 0,0-1-1 0 0,0 0 0 0 0,-1 0 0 0 0,1 0 0 0 0,0 0 1 0 0,-1-1-1 0 0,0 1 0 0 0,1-1 0 0 0,-1 0 0 0 0,3-4 1 0 0,-4 5-413 0 0,0 0 1 0 0,0-1 0 0 0,-1 1 0 0 0,1-1-1 0 0,-1 1 1 0 0,1-1 0 0 0,-1 0 0 0 0,0 1-1 0 0,0-1 1 0 0,0 0 0 0 0,-1 0 0 0 0,1 0-1 0 0,0 0 1 0 0,-1 1 0 0 0,0-1-1 0 0,0 0 1 0 0,0-5 0 0 0,-2 1-1019 0 0,1 0 1 0 0,-2 0-1 0 0,1 1 1 0 0,-1-1-1 0 0,-4-9 1 0 0,4 10 1287 0 0,2 4 133 0 0,-13-14 1702 0 0,10 12 3031 0 0,-8-11-424 0 0,7 2 93 0 0,4 11-3413 0 0,-8-1-978 0 0,8 2-3 0 0,0 1 0 0 0,1 0 1 0 0,-1-1-1 0 0,0 1 0 0 0,0 0 0 0 0,0-1 0 0 0,0 1 1 0 0,0 0-1 0 0,0 0 0 0 0,1 0 0 0 0,-1 0 1 0 0,0 0-1 0 0,0 0 0 0 0,0 0 0 0 0,0 0 0 0 0,0 0 1 0 0,0 0-1 0 0,0 0 0 0 0,0 0 0 0 0,1 1 1 0 0,-1-1-1 0 0,0 0 0 0 0,0 1 0 0 0,0-1 0 0 0,1 1 1 0 0,-1-1-1 0 0,0 1 0 0 0,0-1 0 0 0,0 2 1 0 0,-27 15-1 0 0,23-14-293 0 0,1-1 0 0 0,0 0 0 0 0,0 1 0 0 0,0 0 1 0 0,0 0-1 0 0,1 0 0 0 0,-1 1 0 0 0,1-1 0 0 0,-5 7 1 0 0,-3 3-1132 0 0,-15 14-5601 0 0,-1-3 3762 0 0,18-17 3307 0 0,0-1 0 0 0,-1 0 1 0 0,0 0-1 0 0,0-1 0 0 0,0 0 0 0 0,0-1 0 0 0,-1 0 0 0 0,0 0 0 0 0,0-1 1 0 0,0-1-1 0 0,0 0 0 0 0,0-1 0 0 0,-13 1 0 0 0,6-2-30 0 0,-1-1 0 0 0,0-1 0 0 0,1-1 0 0 0,-1 0 0 0 0,1-1 0 0 0,-33-12 1 0 0,-98-55-33 0 0,132 62 41 0 0,-38-17 17 0 0,29 14 10 0 0,-39-23 0 0 0,64 34-28 0 0,-4-5 604 0 0,-13-6 7229 0 0,8 6-4137 0 0,13 11-3629 0 0,0 0 1 0 0,0 0 0 0 0,0 0 0 0 0,1 0 0 0 0,0-1 0 0 0,0 1 0 0 0,0-1 0 0 0,0 0 0 0 0,1 0 0 0 0,-1-1 0 0 0,1 1 0 0 0,0-1 0 0 0,7 3 0 0 0,13 7-1373 0 0,41 14 1 0 0,-44-18-131 0 0,2 0-4732 0 0,2-2 3700 0 0,-10-3 3849 0 0,0 0 0 0 0,27 1 0 0 0,-41-5-669 0 0,-9 6 5558 0 0,-4 2-4703 0 0,-33 9-1124 0 0,10 2-4811 0 0,-34 24-1 0 0,51-32 4181 0 0,-18 14-2693 0 0,-24 14 1457 0 0,17-20 7827 0 0,40-18-6179 0 0,-33 0 5765 0 0,33-1-6022 0 0,0 0 0 0 0,1 0 1 0 0,-1 0-1 0 0,1-1 1 0 0,-1 1-1 0 0,1-1 0 0 0,-1 1 1 0 0,1-1-1 0 0,-1 0 0 0 0,1 0 1 0 0,-1 0-1 0 0,1 1 1 0 0,0-1-1 0 0,-1 0 0 0 0,1-1 1 0 0,0 1-1 0 0,0 0 0 0 0,0 0 1 0 0,0 0-1 0 0,0-1 1 0 0,0 1-1 0 0,0 0 0 0 0,0-2 1 0 0,0-1-75 0 0,0 1 0 0 0,1-1 0 0 0,-1 1 0 0 0,1-1 0 0 0,0 1 0 0 0,0-1 0 0 0,1 1 0 0 0,0-5 0 0 0,1-17-658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4:21.73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169 1 862 0 0,'0'0'4644'0'0,"-3"1"-1597"0"0,-12 4 12441 0 0,12-3-13348 0 0,-128 78-2149 0 0,130-80-34 0 0,-5 4 219 0 0,5-4-254 0 0,1 0 0 0 0,-1 0 0 0 0,1 1 0 0 0,0-1 0 0 0,-1 0 0 0 0,1 0 0 0 0,-1 0 0 0 0,1 0 0 0 0,0 1-1 0 0,-1-1 1 0 0,1 0 0 0 0,-1 0 0 0 0,1 1 0 0 0,0-1 0 0 0,-1 0 0 0 0,1 1 0 0 0,0-1 0 0 0,0 0 0 0 0,-1 1 0 0 0,1-1 0 0 0,0 0 0 0 0,0 1 0 0 0,-1-1 0 0 0,1 1 0 0 0,0 0 0 0 0,5 17-3398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4:22.84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465 1 891 0 0,'0'0'4734'0'0,"-11"6"-1090"0"0,-38 24 3620 0 0,-77 60 0 0 0,59-39-4847 0 0,-7 13-2858 0 0,13-14-4880 0 0,18-18-2268 0 0,42-31 7607 0 0,-9 8-3734 0 0,3-3 4062 0 0,2-3 651 0 0,-5 5 6492 0 0,10-7-7222 0 0,0-1 0 0 0,0 1 0 0 0,1-1 0 0 0,-1 1 0 0 0,0-1-1 0 0,1 1 1 0 0,-1-1 0 0 0,1 0 0 0 0,-1 1 0 0 0,1-1 0 0 0,-1 1-1 0 0,1-1 1 0 0,-1 0 0 0 0,1 0 0 0 0,-1 1 0 0 0,1-1 0 0 0,-1 0 0 0 0,1 0-1 0 0,-1 0 1 0 0,1 0 0 0 0,-1 1 0 0 0,1-1 0 0 0,-1 0 0 0 0,1 0-1 0 0,0 0 1 0 0,1 0-1225 0 0,-1 1-274 0 0,6 2-292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4:23.793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228 0 875 0 0,'-2'5'-822'0'0,"-19"-5"26981"0"0,12-2-26159 0 0,-15 7 2 0 0,19-3-2 0 0,1 0 0 0 0,-1 0 0 0 0,0 1 0 0 0,1 0 0 0 0,0 0 0 0 0,0 0 0 0 0,0 0 0 0 0,0 1 0 0 0,0 0 0 0 0,-3 4 0 0 0,-19 16 0 0 0,24-22 0 0 0,-18 13-9 0 0,-1 0 1 0 0,-30 15-1 0 0,50-29-126 0 0,16-13-1163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4:26.233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2208 1 865 0 0,'-9'4'12929'0'0,"23"-5"-512"0"0,-12 0-12420 0 0,-2 2-4 0 0,0-1 7 0 0,-1 1 0 0 0,1-1 0 0 0,0 1-1 0 0,0-1 1 0 0,-1 1 0 0 0,1-1 0 0 0,0 1-1 0 0,0-1 1 0 0,-1 1 0 0 0,1-1 0 0 0,0 1 0 0 0,-1-1-1 0 0,1 0 1 0 0,-1 1 0 0 0,1-1 0 0 0,-1 0-1 0 0,1 1 1 0 0,-1-1 0 0 0,1 0 0 0 0,-1 1-1 0 0,1-1 1 0 0,-1 0 0 0 0,1 0 0 0 0,-1 0-1 0 0,0 0 2 0 0,1 0-1 0 0,0 0 0 0 0,-1 1 0 0 0,1-1 0 0 0,-1 0 0 0 0,1 0 0 0 0,0 0 0 0 0,-1 0 1 0 0,1 0-1 0 0,0 0 0 0 0,-1 1 0 0 0,1-1 0 0 0,0 0 0 0 0,0 0 0 0 0,-1 0 1 0 0,1 1-1 0 0,0-1 0 0 0,-1 0 0 0 0,1 0 0 0 0,0 1 0 0 0,0-1 0 0 0,0 0 0 0 0,-1 1 1 0 0,1-1-1 0 0,0 0 0 0 0,0 1 0 0 0,0-1 0 0 0,0 0 0 0 0,-1 1 0 0 0,1-1 0 0 0,0 0 1 0 0,0 1-1 0 0,0-1 0 0 0,0 0 0 0 0,0 1 0 0 0,0-1 0 0 0,0 0 0 0 0,0 1 1 0 0,0-1-1 0 0,0 1 0 0 0,0-1 0 0 0,1 0 0 0 0,-1 1 0 0 0,0-1 0 0 0,0 0 0 0 0,0 1 1 0 0,0-1-1 0 0,0 0 0 0 0,1 1 0 0 0,-1-1 0 0 0,0 0 0 0 0,0 0 0 0 0,1 1 0 0 0,-1-1 1 0 0,0 0-1 0 0,1 1 0 0 0,0 0 1 0 0,-1 0-1 0 0,1 1 1 0 0,-1-1 0 0 0,0 0 0 0 0,1 0 0 0 0,-1 1-1 0 0,0-1 1 0 0,1 0 0 0 0,-1 1 0 0 0,0-1-1 0 0,0 1 1 0 0,0-1 0 0 0,-1 0 0 0 0,1 1 0 0 0,0-1-1 0 0,-1 2 1 0 0,2 13-3 0 0,8 27 2 0 0,-8-41-2 0 0,0-1 1 0 0,1 1-1 0 0,-1 0 0 0 0,-1 0 1 0 0,1-1-1 0 0,0 1 1 0 0,0 0-1 0 0,-1 0 1 0 0,1 0-1 0 0,-1 0 1 0 0,1 0-1 0 0,-1 0 1 0 0,0 0-1 0 0,0 0 0 0 0,0 0 1 0 0,0 0-1 0 0,0 0 1 0 0,-1 0-1 0 0,1 0 1 0 0,0 0-1 0 0,-1 0 1 0 0,0 0-1 0 0,1 0 1 0 0,-1 0-1 0 0,0 0 1 0 0,0 0-1 0 0,0-1 0 0 0,0 1 1 0 0,0 0-1 0 0,-1-1 1 0 0,-1 4-1 0 0,0-3-5 0 0,0 1 0 0 0,1-1 0 0 0,-1 0 0 0 0,0 1 1 0 0,0-1-1 0 0,0-1 0 0 0,-1 1 0 0 0,1 0 0 0 0,0-1 0 0 0,-1 1 0 0 0,-3 0 0 0 0,-5-1 30 0 0,-1 0 0 0 0,1 0 1 0 0,-23-3-1 0 0,33 2-21 0 0,-11-19-34 0 0,8 14-230 0 0,1-1 1 0 0,-1 0 0 0 0,1 0 0 0 0,-4-8 0 0 0,4-30-15067 0 0,3 42 15563 0 0,1 28-1688 0 0,-1-21 1481 0 0,0-1 0 0 0,-1 1 0 0 0,0 0 0 0 0,0-1 0 0 0,0 0 0 0 0,-4 7 0 0 0,2-6 547 0 0,0 0-1 0 0,-1-1 0 0 0,0 1 0 0 0,0-1 1 0 0,0 0-1 0 0,0 0 0 0 0,-9 4 1 0 0,5-3-735 0 0,-1 0 0 0 0,1-1 1 0 0,-1-1-1 0 0,-11 3 0 0 0,16-4 104 0 0,3-2 152 0 0,-22-9-3707 0 0,21 7 3617 0 0,-1-1 0 0 0,1 0 0 0 0,0 1 1 0 0,0-2-1 0 0,0 1 0 0 0,0 0 0 0 0,1-1 0 0 0,-4-5 0 0 0,5 7-10 0 0,0 1 5 0 0,-1 0-1 0 0,1 0 1 0 0,0-1-1 0 0,0 1 0 0 0,0-1 1 0 0,0 1-1 0 0,0-1 1 0 0,0 1-1 0 0,1-1 0 0 0,-1 0 1 0 0,0 1-1 0 0,1-1 1 0 0,0 0-1 0 0,-1 1 0 0 0,1-3 1 0 0,-7-12 52 0 0,7 12 1095 0 0,6-6-3563 0 0,-4 9 4551 0 0,-3 7 2783 0 0,-4 6 3771 0 0,-8 16-5753 0 0,10-22-3421 0 0,-1 0 0 0 0,0 0-1 0 0,0-1 1 0 0,-1 0 0 0 0,-6 7 0 0 0,6-7 183 0 0,0-1-1 0 0,-1 0 0 0 0,1 0 1 0 0,-12 6-1 0 0,11-7-547 0 0,1-1-1 0 0,-1 0 1 0 0,0 0-1 0 0,0 0 1 0 0,0-1-1 0 0,0 0 1 0 0,0 0-1 0 0,0 0 1 0 0,-1-1-1 0 0,1 0 1 0 0,0 0-1 0 0,0-1 1 0 0,0 1-1 0 0,-9-3 0 0 0,10 1 822 0 0,-1 0 0 0 0,1 0-1 0 0,-1 0 1 0 0,1-1 0 0 0,0 1-1 0 0,0-1 1 0 0,0-1-1 0 0,-7-5 1 0 0,8 5 31 0 0,0-1-1 0 0,0 0 1 0 0,1 0 0 0 0,0 0-1 0 0,0 0 1 0 0,0-1 0 0 0,0 1-1 0 0,1-1 1 0 0,0 0 0 0 0,-2-7-1 0 0,4 11 2 0 0,-1 2-24 0 0,1-1 1 0 0,0 1 0 0 0,0-1 0 0 0,-1 1-1 0 0,1 0 1 0 0,0-1 0 0 0,0 1 0 0 0,-1-1-1 0 0,1 1 1 0 0,0-1 0 0 0,0 1-1 0 0,0-1 1 0 0,0 0 0 0 0,0 1 0 0 0,0-1-1 0 0,0 1 1 0 0,0-1 0 0 0,0 1 0 0 0,0-1-1 0 0,0 1 1 0 0,0-1 0 0 0,0 1 0 0 0,1-1-1 0 0,-1 1 1 0 0,0-1 0 0 0,0-8 309 0 0,-4 12 4317 0 0,-4 9 4979 0 0,3-7-10565 0 0,1 1 0 0 0,-1-1 1 0 0,0 1-1 0 0,0-1 1 0 0,0-1-1 0 0,-1 1 0 0 0,1-1 1 0 0,-1 0-1 0 0,0 0 1 0 0,-1-1-1 0 0,1 0 1 0 0,0 0-1 0 0,-1 0 0 0 0,-11 2 1 0 0,-31 4 1841 0 0,44-9-861 0 0,1-1 0 0 0,-1 0-1 0 0,1 0 1 0 0,-1 0 0 0 0,1 0 0 0 0,-1-1-1 0 0,1 1 1 0 0,0-1 0 0 0,0 0 0 0 0,-4-3-1 0 0,-10-4 20 0 0,15 7-20 0 0,1 0 0 0 0,-1 0 0 0 0,0 0 0 0 0,1 0 0 0 0,-1 0 0 0 0,1-1 0 0 0,-1 1 0 0 0,1-1 0 0 0,0 0 0 0 0,0 1 0 0 0,1-1 0 0 0,-1 0 0 0 0,0 0 0 0 0,-1-5 0 0 0,-3-6-679 0 0,-5-22 8480 0 0,11 34-7778 0 0,0 2 196 0 0,1 0 16 0 0,-1 0 1 0 0,1 1 0 0 0,-1-1-1 0 0,1 0 1 0 0,-1 1 0 0 0,1-1-1 0 0,-1 1 1 0 0,1-1 0 0 0,-1 0-1 0 0,0 1 1 0 0,1-1 0 0 0,-1 1-1 0 0,0-1 1 0 0,1 1 0 0 0,-1-1-1 0 0,0 1 1 0 0,0-1 0 0 0,1 1-1 0 0,-1 0 1 0 0,0-1 0 0 0,0 1-1 0 0,0-1 1 0 0,0 1 0 0 0,0 0-1 0 0,0-1 1 0 0,0 1 0 0 0,0-1-1 0 0,0 1 1 0 0,0-1 0 0 0,0 1-1 0 0,0 0 1 0 0,-1 0 0 0 0,0 11 2639 0 0,-1-4-3291 0 0,-14 32-2016 0 0,-5-18 4263 0 0,17-18-2755 0 0,1-2 0 0 0,-1 1 1 0 0,0 0-1 0 0,0-1 0 0 0,0 1 1 0 0,0-1-1 0 0,-1 0 0 0 0,1-1 1 0 0,0 1-1 0 0,-10 1 0 0 0,-8 0 3822 0 0,19-3-2886 0 0,0-1-503 0 0,1 1 57 0 0,-1-1-1 0 0,0 1 0 0 0,1-1 1 0 0,-1 0-1 0 0,1 0 0 0 0,-1 0 1 0 0,1 0-1 0 0,-1 0 0 0 0,1 0 1 0 0,0-1-1 0 0,0 1 0 0 0,-1-1 1 0 0,1 0-1 0 0,0 0 0 0 0,0 0 1 0 0,1 0-1 0 0,-1 0 0 0 0,0 0 1 0 0,1 0-1 0 0,-3-4 0 0 0,-3-22 307 0 0,-1-19 110 0 0,8 45 26 0 0,2-9 5216 0 0,-4 2 5078 0 0,-31 83-8808 0 0,28-68-1479 0 0,1 1 0 0 0,-2-1 0 0 0,1 0 0 0 0,-1 0 0 0 0,1-1 0 0 0,-8 6 1 0 0,3-4-967 0 0,-1 0 1 0 0,1-1 0 0 0,-19 8 0 0 0,15-8-678 0 0,0-1 0 0 0,0-1-1 0 0,-1 0 1 0 0,0-1 0 0 0,0 0 0 0 0,1-1-1 0 0,-17-1 1 0 0,25-1 1667 0 0,0 0 0 0 0,0-1 0 0 0,0 0 0 0 0,0 0 0 0 0,0 0 0 0 0,0-1-1 0 0,0 0 1 0 0,0 0 0 0 0,0-1 0 0 0,1 0 0 0 0,-1 0 0 0 0,1 0 0 0 0,0 0 0 0 0,0-1 0 0 0,0 0-1 0 0,1 0 1 0 0,-1 0 0 0 0,1 0 0 0 0,0-1 0 0 0,0 0 0 0 0,0 0 0 0 0,1 0 0 0 0,0 0 0 0 0,0-1-1 0 0,0 1 1 0 0,-2-7 0 0 0,4 10-233 0 0,1 1 195 0 0,-1 1-1 0 0,1-1 0 0 0,-1 1 0 0 0,1 0 0 0 0,0-1 0 0 0,-1 0 0 0 0,1 1 0 0 0,0-1 0 0 0,-1 1 0 0 0,1-1 0 0 0,0 1 0 0 0,-1-1 0 0 0,1 0 0 0 0,0 1 0 0 0,0-1 0 0 0,0 1 0 0 0,0-1 0 0 0,0 0 0 0 0,0 1 0 0 0,0-1 0 0 0,0 0 0 0 0,0 1 0 0 0,0-1 0 0 0,0 1 0 0 0,0-1 0 0 0,0 0 0 0 0,1 0 0 0 0,2-17 26 0 0,1 15-31 0 0,0 0 0 0 0,0 0 0 0 0,0 0 1 0 0,0 0-1 0 0,0 1 0 0 0,0 0 0 0 0,1 0 0 0 0,-1 0 0 0 0,1 0 0 0 0,0 1 0 0 0,5-2 0 0 0,11-4 739 0 0,10-1-2605 0 0,-29 8 2073 0 0,-1 0 0 0 0,1 0 0 0 0,-1 0 0 0 0,1 1 0 0 0,-1-1 0 0 0,1 0-1 0 0,-1 1 1 0 0,0-1 0 0 0,1 1 0 0 0,-1-1 0 0 0,1 1 0 0 0,-1 0 0 0 0,2 1 0 0 0,-1 0 368 0 0,0 0 0 0 0,0 1 0 0 0,0-1 1 0 0,-1 1-1 0 0,1-1 0 0 0,-1 1 0 0 0,1 0 0 0 0,-1 0 1 0 0,0-1-1 0 0,0 1 0 0 0,0 0 0 0 0,-1 0 1 0 0,1 0-1 0 0,0 0 0 0 0,-1 0 0 0 0,0 4 0 0 0,1 2 1 0 0,-1 0 0 0 0,0 0-1 0 0,-1 0 1 0 0,0 0-1 0 0,0 1 1 0 0,-3 8 0 0 0,0-6-1299 0 0,0 1 1 0 0,-1-1 0 0 0,-11 22 0 0 0,7-19-892 0 0,-1 0 1 0 0,0-1-1 0 0,-1 0 1 0 0,-1 0-1 0 0,0-1 1 0 0,-22 18-1 0 0,6-10 1344 0 0,-2-1 0 0 0,0-1 0 0 0,-39 18 0 0 0,-103 35-87 0 0,-5 4-1867 0 0,3-1-2698 0 0,163-71 4415 0 0,-30 13-1916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4:26.98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14 0 1236 0 0,'0'0'5466'0'0,"-14"1"3312"0"0,18 6-3603 0 0,4 2 384 0 0,-4-1-5562 0 0,-3-7-4 0 0,20 33-1009 0 0,-20-33 1012 0 0,-1 0 0 0 0,1 0 0 0 0,0 1 0 0 0,-1-1 0 0 0,1 0 0 0 0,0 0 0 0 0,0 0 0 0 0,0 0 0 0 0,0 0 0 0 0,0 0 0 0 0,0 0 0 0 0,0 0 0 0 0,0-1 0 0 0,0 1 0 0 0,0 0 0 0 0,1-1 0 0 0,-1 1 0 0 0,0-1 0 0 0,0 1 0 0 0,1-1 0 0 0,-1 1 0 0 0,0-1 0 0 0,0 0 0 0 0,1 0 0 0 0,-1 0 0 0 0,1 1 0 0 0,1-2 0 0 0,-1 2-1268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4:27.28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39 0 1013 0 0,'-1'5'688'0'0,"-17"23"20493"0"0,8-12-17697 0 0,0 6-3751 0 0,13-21 50 0 0,0 0-1 0 0,0 0 1 0 0,0 0 0 0 0,0-1 0 0 0,0 1-1 0 0,0-1 1 0 0,0 0 0 0 0,4 0 0 0 0,1-5-1525 0 0,-11-4 5554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4:27.58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30 1 1108 0 0,'-1'1'13238'0'0,"-6"3"-4908"0"0,0 0-4798 0 0,7 6-3539 0 0,3 4 15 0 0,-2-12-13 0 0,-16-13-2 0 0,12-6 375 0 0,3 10-3612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4:28.54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617 0 954 0 0,'-2'1'13954'0'0,"-9"3"-6021"0"0,10-3-7765 0 0,0 0 1 0 0,0-1 0 0 0,0 1-1 0 0,1 0 1 0 0,-1 0 0 0 0,0 0-1 0 0,0 0 1 0 0,0 0-1 0 0,1 0 1 0 0,-1 0 0 0 0,0 0-1 0 0,1 0 1 0 0,-1 0 0 0 0,1 0-1 0 0,-1 0 1 0 0,1 1 0 0 0,0-1-1 0 0,-1 0 1 0 0,1 0 0 0 0,0 0-1 0 0,0 1 1 0 0,0-1 0 0 0,0 0-1 0 0,0 2 1 0 0,2 13-1012 0 0,-1-2 843 0 0,4 43-1 0 0,-8 108 0 0 0,2-149-141 0 0,-2 0 1 0 0,-8 30-1 0 0,7-35-1146 0 0,-1 0-1 0 0,0 0 1 0 0,0-1 0 0 0,-1 0-1 0 0,0 1 1 0 0,0-2 0 0 0,-1 1 0 0 0,-13 12-1 0 0,-23 16-348 0 0,26-27 1650 0 0,0 0-1 0 0,0-1 1 0 0,-1 0-1 0 0,-1-2 0 0 0,1 0 1 0 0,-1-1-1 0 0,-35 7 1 0 0,43-11-13 0 0,0-2 1 0 0,0 1-1 0 0,0-1 1 0 0,0-1-1 0 0,0 0 0 0 0,-1 0 1 0 0,1-1-1 0 0,0-1 1 0 0,0 0-1 0 0,0 0 1 0 0,0-1-1 0 0,0 0 1 0 0,1-1-1 0 0,-1-1 1 0 0,-15-8-1 0 0,18 8 134 0 0,1-1-1 0 0,-1 1 1 0 0,1-2 0 0 0,0 1 0 0 0,0-1-1 0 0,1 0 1 0 0,0 0 0 0 0,0-1 0 0 0,1 1-1 0 0,0-1 1 0 0,0-1 0 0 0,1 1-1 0 0,0-1 1 0 0,0 1 0 0 0,1-1 0 0 0,0 0-1 0 0,1-1 1 0 0,0 1 0 0 0,0 0 0 0 0,1-1-1 0 0,0 1 1 0 0,1-1 0 0 0,0 1-1 0 0,0-1 1 0 0,1 1 0 0 0,1 0 0 0 0,-1-1-1 0 0,1 1 1 0 0,1 0 0 0 0,0 0-1 0 0,0 0 1 0 0,1 0 0 0 0,0 1 0 0 0,0-1-1 0 0,1 1 1 0 0,0 0 0 0 0,8-9-1 0 0,-4 7-1282 0 0,0 1 0 0 0,1-1-1 0 0,1 2 1 0 0,-1-1 0 0 0,1 1-1 0 0,1 1 1 0 0,-1 0 0 0 0,24-10-1 0 0,25-1 249 0 0,-58 17 503 0 0,0 1 0 0 0,1 0-1 0 0,-1 0 1 0 0,0 0 0 0 0,1 0 0 0 0,-1 0 0 0 0,0 0 0 0 0,1 1 0 0 0,-1-1 0 0 0,0 1 0 0 0,4 1 0 0 0,1 3 944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4:28.96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55 51 1053 0 0,'0'0'4008'0'0,"-24"8"17141"0"0,13-6-21145 0 0,11-2-4 0 0,0 1-1 0 0,-1-1 1 0 0,1 0 0 0 0,-1 0 0 0 0,1 0 0 0 0,-1 1 0 0 0,1-1 0 0 0,0 0 0 0 0,-1 0 0 0 0,1 0 0 0 0,-1 0 0 0 0,1 0-1 0 0,-1 0 1 0 0,1 0 0 0 0,-1 0 0 0 0,1 0 0 0 0,-1 0 0 0 0,1 0 0 0 0,-1 0 0 0 0,1 0 0 0 0,-1 0 0 0 0,1-1 0 0 0,0 1-1 0 0,-1 0 1 0 0,1 0 0 0 0,-1 0 0 0 0,1-1 0 0 0,0 1 0 0 0,-1 0 0 0 0,1 0 0 0 0,-1-1 0 0 0,1 1 0 0 0,0 0 0 0 0,-1-1 0 0 0,1 1-1 0 0,0-1 1 0 0,0 1 0 0 0,-1 0 0 0 0,1-1 0 0 0,0 1 0 0 0,0-1 0 0 0,0 1 0 0 0,-1-1 0 0 0,1 1 0 0 0,0 0 0 0 0,0-1-1 0 0,0 1 1 0 0,0-1 0 0 0,0 1 0 0 0,0-2 0 0 0,-3-8-59 0 0,3 9 48 0 0,0-1-1 0 0,0 0 1 0 0,0 0-1 0 0,1 1 1 0 0,-1-1-1 0 0,0 0 1 0 0,1 0-1 0 0,-1 1 1 0 0,1-1-1 0 0,-1 0 1 0 0,1 1 0 0 0,0-1-1 0 0,0 1 1 0 0,0-1-1 0 0,0 1 1 0 0,0-1-1 0 0,0 1 1 0 0,0 0-1 0 0,0-1 1 0 0,0 1-1 0 0,1 0 1 0 0,-1 0-1 0 0,3-1 1 0 0,-3 0 44 0 0,1 0-787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4:30.57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762 16 1383 0 0,'0'0'493'0'0,"-22"-15"20425"0"0,11 17-17016 0 0,10 4-3727 0 0,3 10-832 0 0,-8 16 657 0 0,4-26 0 0 0,0 24 0 0 0,2-2 0 0 0,1-21 0 0 0,-1 0 0 0 0,-1 0 0 0 0,0 0 0 0 0,0-1 0 0 0,0 1 0 0 0,-4 10 0 0 0,4-13-1 0 0,0-1 1 0 0,0 1 0 0 0,-1-1-1 0 0,1 0 1 0 0,-1 0 0 0 0,0 0-1 0 0,0 0 1 0 0,0 0 0 0 0,0 0-1 0 0,0 0 1 0 0,-1-1 0 0 0,1 1-1 0 0,-1-1 1 0 0,0 0-1 0 0,0 0 1 0 0,1 0 0 0 0,-2 0-1 0 0,1 0 1 0 0,0 0 0 0 0,0-1-1 0 0,0 0 1 0 0,-1 1 0 0 0,1-1-1 0 0,-1-1 1 0 0,1 1 0 0 0,-1 0-1 0 0,-3-1 1 0 0,-12 5-1 0 0,15-4-5 0 0,0 0-1 0 0,0 0 1 0 0,0-1-1 0 0,0 0 1 0 0,0 0-1 0 0,-6 0 1 0 0,-15 0 0 0 0,0 0 1140 0 0,22-1-1781 0 0,1 0 0 0 0,-1 1 1 0 0,0-1-1 0 0,1 0 0 0 0,-1 0 0 0 0,1-1 0 0 0,-1 1 0 0 0,1-1 0 0 0,-3-1 1 0 0,-17-21-7865 0 0,9 4 6014 0 0,12 18 2601 0 0,-1-15 261 0 0,1 16-87 0 0,0 9-181 0 0,1-2-87 0 0,-1 0-1 0 0,0 0 0 0 0,0 0 1 0 0,0 0-1 0 0,-1 0 0 0 0,0 0 1 0 0,0-1-1 0 0,0 1 0 0 0,-1-1 1 0 0,0 1-1 0 0,0-1 0 0 0,-4 6 0 0 0,-7 7 7 0 0,-32 31-1 0 0,23-26-4 0 0,-4 2-3 0 0,-2 0 1 0 0,0-2-1 0 0,-51 30 0 0 0,-41 31-3147 0 0,107-71 2232 0 0,11-9 312 0 0,-1 0-1 0 0,0-1 1 0 0,0 0 0 0 0,0 0-1 0 0,0 0 1 0 0,-1 0 0 0 0,-8 4-1 0 0,-1-2-1439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4:31.24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6 23 1192 0 0,'-6'-22'20661'0'0,"8"27"-17296"0"0,4 4-3758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4:31.69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0 818 0 0,'6'1'16449'0'0,"18"5"-8287"0"0,-17-2-7380 0 0,-5-3-791 0 0,7 7 15 0 0,-9-8-6 0 0,0 1 0 0 0,0 0 0 0 0,0-1 0 0 0,0 1 0 0 0,0 0 1 0 0,0-1-1 0 0,-1 1 0 0 0,1 0 0 0 0,0-1 0 0 0,0 1 0 0 0,-1-1 1 0 0,1 1-1 0 0,0 0 0 0 0,-1-1 0 0 0,1 1 0 0 0,-1-1 0 0 0,1 1 1 0 0,0-1-1 0 0,-1 1 0 0 0,1-1 0 0 0,-1 0 0 0 0,0 1 0 0 0,1-1 0 0 0,-1 0 1 0 0,1 1-1 0 0,-1-1 0 0 0,0 0 0 0 0,1 1 0 0 0,-1-1 0 0 0,1 0 1 0 0,-1 0-1 0 0,0 0 0 0 0,1 0 0 0 0,-1 0 0 0 0,0 0 0 0 0,-1 0 1 0 0,-18 3-4 0 0,20-3 1 0 0,-1 0 0 0 0,1 0 0 0 0,-1 0 0 0 0,1 0 0 0 0,0 0 0 0 0,-1 0-1 0 0,1-1 1 0 0,-1 1 0 0 0,1 0 0 0 0,-1 0 0 0 0,1 0 0 0 0,0-1 0 0 0,-1 1 0 0 0,1 0 0 0 0,0 0 0 0 0,-1-1-1 0 0,1 1 1 0 0,0 0 0 0 0,-1-1 0 0 0,1 1 0 0 0,0 0 0 0 0,0-1 0 0 0,-1 1 0 0 0,1-1 0 0 0,0 1 0 0 0,0 0 0 0 0,0-1-1 0 0,-1 1 1 0 0,1-1 0 0 0,0 1 0 0 0,0-1 0 0 0,0 1 0 0 0,0 0 0 0 0,0-1 0 0 0,0 1 0 0 0,0-1 0 0 0,0 1-1 0 0,0-1 1 0 0,0 1 0 0 0,0-1 0 0 0,0 1 0 0 0,0 0 0 0 0,0-1 0 0 0,1 1 0 0 0,-1-1 0 0 0,0 1 0 0 0,0 0 0 0 0,0-1-1 0 0,1 1 1 0 0,-1-1 0 0 0,0 1 0 0 0,1 0 0 0 0,-1-1 0 0 0,0 1 0 0 0,1 0 0 0 0,-1-1 0 0 0,0 1 0 0 0,1 0-1 0 0,-1 0 1 0 0,1-1 0 0 0,-1 1-135 0 0,1-1 1 0 0,0 1-1 0 0,-1-1 0 0 0,1 1 0 0 0,0-1 0 0 0,0 1 0 0 0,-1 0 1 0 0,1-1-1 0 0,0 1 0 0 0,0 0 0 0 0,0 0 0 0 0,-1-1 0 0 0,1 1 0 0 0,0 0 1 0 0,0 0-1 0 0,0 0 0 0 0,0 0 0 0 0,-1 0 0 0 0,1 0 0 0 0,0 0 1 0 0,1 1-1 0 0,6 1 1542 0 0,-6-1-496 0 0,-1 1-1293 0 0,-2 8-1032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4:32.27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177 0 1076 0 0,'-2'1'13341'0'0,"-5"2"-5064"0"0,0 0-4762 0 0,5-2-3528 0 0,9 6 31 0 0,-5-5-18 0 0,0-1 0 0 0,0 1 0 0 0,0-1 0 0 0,1 1 0 0 0,-1-1 0 0 0,0 0 0 0 0,1 1 0 0 0,-1-1 0 0 0,1 0 0 0 0,-1-1 0 0 0,1 1 0 0 0,-1 0 0 0 0,5 0 0 0 0,6 2 0 0 0,-7-1 0 0 0,-1-1 0 0 0,-1 1 0 0 0,1 0 0 0 0,0 0 0 0 0,-1 0 0 0 0,1 0 0 0 0,-1 1 0 0 0,0 0 0 0 0,0 0 0 0 0,0 0 0 0 0,0 0 0 0 0,0 0 0 0 0,-1 1 0 0 0,0 0 0 0 0,1 0 0 0 0,3 6 0 0 0,-6-9 0 0 0,0 1 0 0 0,0 0 0 0 0,-1-1 0 0 0,1 1 0 0 0,0 0 0 0 0,0 0 0 0 0,-1 0 0 0 0,1 0 0 0 0,-1-1 0 0 0,0 1 0 0 0,0 0 0 0 0,1 0 0 0 0,-1 0 0 0 0,0 0 0 0 0,0 0 0 0 0,-1 0 0 0 0,1 0 0 0 0,0 0 0 0 0,-1 0 0 0 0,1-1 0 0 0,-1 1 0 0 0,0 0 0 0 0,1 0 0 0 0,-1-1 0 0 0,0 1 0 0 0,0 0 0 0 0,0-1 0 0 0,0 1 0 0 0,-1 0 0 0 0,1-1 0 0 0,-2 2 0 0 0,-3 2 0 0 0,1 0 0 0 0,-1-1 0 0 0,-1 0 0 0 0,1 0 0 0 0,-13 5 0 0 0,12-6 0 0 0,-39 19-59 0 0,-1-3-1 0 0,-59 16 1 0 0,96-29 131 0 0,1-1-3195 0 0,0-3 6352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4:33.35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1263 233 1117 0 0,'-1'2'13447'0'0,"-3"7"-5270"0"0,0-2-4713 0 0,3-6-3465 0 0,0 1 1 0 0,1 0 0 0 0,-1-1 0 0 0,1 1 0 0 0,0-1 0 0 0,-1 1 0 0 0,1 0 0 0 0,0-1-1 0 0,0 1 1 0 0,0 0 0 0 0,0-1 0 0 0,0 1 0 0 0,0 0 0 0 0,1-1 0 0 0,-1 1 0 0 0,0-1-1 0 0,1 1 1 0 0,0 0 0 0 0,1 2 0 0 0,-2-4 0 0 0,1 1 1 0 0,-1-1-1 0 0,0 1 0 0 0,1 0 1 0 0,-1-1-1 0 0,0 1 0 0 0,1-1 1 0 0,-1 1-1 0 0,0-1 0 0 0,1 1 1 0 0,-1 0-1 0 0,0-1 0 0 0,0 1 1 0 0,0 0-1 0 0,0-1 1 0 0,0 1-1 0 0,0 0 0 0 0,0-1 1 0 0,0 1-1 0 0,0 0 0 0 0,0-1 1 0 0,0 1-1 0 0,0 0 0 0 0,0-1 1 0 0,0 1-1 0 0,-1 0 0 0 0,1-1 1 0 0,0 1-1 0 0,-1-1 0 0 0,1 1 1 0 0,0 0-1 0 0,-1-1 0 0 0,1 1 1 0 0,0-1-1 0 0,-2 2 0 0 0,1-1 0 0 0,-13 36-153 0 0,14-34 114 0 0,-1 0 0 0 0,0 0 0 0 0,0 0 0 0 0,-1-1 0 0 0,1 1 0 0 0,-1 0 0 0 0,1-1 0 0 0,-1 1 0 0 0,0-1 1 0 0,0 0-1 0 0,0 1 0 0 0,0-1 0 0 0,-4 3 0 0 0,-9 9-6077 0 0,0-2 3835 0 0,-5-2 3444 0 0,16-9-319 0 0,0 0 0 0 0,0 0 0 0 0,-1 0 0 0 0,1 0 0 0 0,0-1 1 0 0,0 0-1 0 0,-5 0 0 0 0,2-1-729 0 0,0 0 0 0 0,0 0 0 0 0,-1-1 0 0 0,1 0 0 0 0,1-1 0 0 0,-1 1 0 0 0,0-1 0 0 0,0-1 0 0 0,-9-6 0 0 0,13 6-112 0 0,0-1 0 0 0,0 0 0 0 0,1 0-1 0 0,0 0 1 0 0,0 0 0 0 0,0 0 0 0 0,1 0 0 0 0,0-1 0 0 0,-1-7 0 0 0,-1-23-4161 0 0,6-68 1 0 0,0 8-3844 0 0,-9 34 5875 0 0,6 60 2294 0 0,-3-16 3410 0 0,-9-3 8540 0 0,10 20-11798 0 0,2 4 38 0 0,-3 14 114 0 0,0 0 1 0 0,2 0-1 0 0,0 19 0 0 0,-3 24-443 0 0,1 14-2360 0 0,3-60-552 0 0,0-1-1 0 0,-3 28 1 0 0,1-33 1919 0 0,0 1 1 0 0,0 0-1 0 0,-1 0 0 0 0,-8 16 1 0 0,8-19 975 0 0,0 0 1 0 0,-1 0-1 0 0,0 0 1 0 0,-1-1 0 0 0,1 0-1 0 0,-1 0 1 0 0,0 0-1 0 0,0 0 1 0 0,0-1-1 0 0,-1 1 1 0 0,0-1 0 0 0,0-1-1 0 0,0 1 1 0 0,0-1-1 0 0,0 0 1 0 0,-12 3 0 0 0,-30 6 536 0 0,-1-2 1 0 0,-1-2-1 0 0,-93 3 1 0 0,60-6-1160 0 0,-211 2-1876 0 0,278-7 2395 0 0,-36 0 46 0 0,-58-8 0 0 0,108 8 32 0 0,-3-9-79 0 0,-1-4 2122 0 0,2 5 3840 0 0,-4-19-3294 0 0,8 26-2503 0 0,-1 1 1 0 0,1-1-1 0 0,0 0 0 0 0,0 0 1 0 0,0 1-1 0 0,0-1 1 0 0,0 0-1 0 0,0 1 1 0 0,1-1-1 0 0,-1 0 0 0 0,0 0 1 0 0,0 1-1 0 0,0-1 1 0 0,1 0-1 0 0,-1 1 1 0 0,0-1-1 0 0,1 0 0 0 0,-1 1 1 0 0,0-1-1 0 0,1 1 1 0 0,-1-1-1 0 0,1 1 1 0 0,-1-1-1 0 0,1 1 0 0 0,-1-1 1 0 0,1 1-1 0 0,0-1 1 0 0,-1 1-1 0 0,1-1 1 0 0,0 1-1 0 0,-1 0 0 0 0,1-1 1 0 0,0 1-1 0 0,-1 0 1 0 0,2 0-1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4:33.99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1 800 0 0,'3'6'24377'0'0,"8"1"-21962"0"0,4-2-5051 0 0,-14-5 3850 0 0,1 1-1439 0 0,25 5-752 0 0,3-1 225 0 0,-17-5 2750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4:34.27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4 956 0 0,'18'-4'21564'0'0,"-13"7"-17112"0"0,-1-2-5614 0 0,-3 0 775 0 0,24 2-1169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4:35.00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776 40 610 0 0,'6'-7'18943'0'0,"8"-8"-15510"0"0,4-2-212 0 0,-17 16-3227 0 0,-27 10 19 0 0,8 3-13 0 0,1 0 0 0 0,-22 20 0 0 0,-12 8 0 0 0,-132 80-3427 0 0,-32 22-2332 0 0,125-78-1700 0 0,28-23 6291 0 0,18-11 4406 0 0,1 0 4825 0 0,41-29-7131 0 0,0 9-4200 0 0,-9 5 11314 0 0,7-11-7557 0 0,-3 2-2053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4:35.56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242 0 930 0 0,'-1'3'13757'0'0,"-8"5"-9089"0"0,1-3-4044 0 0,-35 12 1454 0 0,1 2 0 0 0,-43 26 1 0 0,33-3-2112 0 0,50-40-161 0 0,4-4-719 0 0,-1 0 949 0 0,1 1-1 0 0,-1 0 1 0 0,1-1-1 0 0,-1 1 0 0 0,1 0 1 0 0,0 0-1 0 0,0-1 1 0 0,-1 1-1 0 0,1 1 1 0 0,0-1-1 0 0,0 0 1 0 0,4-1-1 0 0,8-2-1213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4:37.56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672 112 1339 0 0,'0'0'1054'0'0,"-28"-13"9344"0"0,27 13-10003 0 0,0 0 0 0 0,1-1 0 0 0,-1 1 0 0 0,1 0 0 0 0,-1 0 0 0 0,1-1 0 0 0,-1 1 0 0 0,1 0 0 0 0,-1-1 0 0 0,1 1 0 0 0,-1-1 1 0 0,1 1-1 0 0,0 0 0 0 0,-1-1 0 0 0,1 1 0 0 0,0-1 0 0 0,-1 1 0 0 0,1-1 0 0 0,0 1 0 0 0,-1-2 0 0 0,4-17 4661 0 0,-3 16-4985 0 0,1-1-72 0 0,0 1 1 0 0,0 0-1 0 0,0-1 0 0 0,0 1 1 0 0,0 0-1 0 0,0 0 1 0 0,1 0-1 0 0,0 0 1 0 0,0 0-1 0 0,0 0 1 0 0,0 0-1 0 0,0 0 1 0 0,0 1-1 0 0,1-1 0 0 0,-1 1 1 0 0,1 0-1 0 0,-1 0 1 0 0,1 0-1 0 0,0 0 1 0 0,0 0-1 0 0,6-2 1 0 0,-8 3 1 0 0,25-3-12 0 0,30 23-3936 0 0,67 33 0 0 0,-112-46 1960 0 0,0-1 0 0 0,1-1 0 0 0,17 4-1 0 0,1-2 1426 0 0,15 4 629 0 0,-36-8-28 0 0,1 1 0 0 0,0-1 0 0 0,0-1 0 0 0,14 1 0 0 0,5-1 4 0 0,-18 0 1954 0 0,2-1 7298 0 0,-26 4-5257 0 0,-108 30-4234 0 0,-56 29-6831 0 0,-14 4-73 0 0,60-32 8246 0 0,58-23-449 0 0,64-12 616 0 0,-1 1 0 0 0,0-2-1 0 0,0 1 1 0 0,0-1 0 0 0,-11-3-1 0 0,5-4 3850 0 0,11 5-5134 0 0,1 0 1 0 0,0 0-1 0 0,0 0 0 0 0,0-1 0 0 0,0 1 1 0 0,-6-9-1 0 0,10 11-52 0 0,-3-11 22 0 0,0 3 44 0 0,3 7-58 0 0,5-19 8 0 0,14 5-5637 0 0,11 0 7715 0 0,9 11 1767 0 0,-3 7-6343 0 0,-31-1 2658 0 0,0 0 1 0 0,-1 1-1 0 0,1 0 1 0 0,0 0-1 0 0,-1 0 1 0 0,1 1-1 0 0,-1 0 1 0 0,0-1-1 0 0,0 1 1 0 0,0 1-1 0 0,0-1 1 0 0,-1 1 0 0 0,1-1-1 0 0,4 7 1 0 0,-8-9-153 0 0,3 1-4 0 0,-1 0 1 0 0,0 0 0 0 0,0 1 0 0 0,-1-1 0 0 0,1 1-1 0 0,0-1 1 0 0,-1 1 0 0 0,1 0 0 0 0,-1 0 0 0 0,0 0 0 0 0,0 0-1 0 0,0-1 1 0 0,0 1 0 0 0,-1 0 0 0 0,1 1 0 0 0,-1-1 0 0 0,0 0-1 0 0,0 0 1 0 0,0 0 0 0 0,0 0 0 0 0,-1 5 0 0 0,0-2-190 0 0,0 1 1 0 0,0-1 0 0 0,-1 1-1 0 0,0-1 1 0 0,0 0 0 0 0,0 0-1 0 0,-1 0 1 0 0,0 0 0 0 0,0 0-1 0 0,-1 0 1 0 0,0-1 0 0 0,0 1-1 0 0,0-1 1 0 0,0 0 0 0 0,-1-1-1 0 0,0 1 1 0 0,0-1 0 0 0,0 0-1 0 0,0 0 1 0 0,-8 4 0 0 0,-107 57-9566 0 0,-89 18 5553 0 0,118-53-1425 0 0,57-19 3125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4:40.24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4 125 725 0 0,'-3'-5'15820'0'0,"14"5"-8058"0"0,3 0-5855 0 0,17 2-1907 0 0,40-1 0 0 0,73-8 0 0 0,-63-6 0 0 0,-63 14 0 0 0,-18-1 0 0 0,1 1 0 0 0,-1-1 0 0 0,1 1 0 0 0,-1-1 0 0 0,1 1 0 0 0,0-1 0 0 0,-1 0 0 0 0,1 1 0 0 0,0-1 0 0 0,-1 0 0 0 0,1 0 0 0 0,0 1 0 0 0,0-1 0 0 0,-1 0 0 0 0,1 0 0 0 0,0 0 0 0 0,-1 0 0 0 0,1 0 0 0 0,0 0 0 0 0,0 0 0 0 0,-1 0 0 0 0,1 0 0 0 0,0 0 0 0 0,1-1 0 0 0,9 1-231 0 0,0-1 0 0 0,0 0 0 0 0,19-5 0 0 0,-21 4 29 0 0,0 0-1 0 0,1 1 1 0 0,0 0 0 0 0,16 0 0 0 0,2 2 2234 0 0,-2-4-3435 0 0,-7 0 230 0 0,30 0-9194 0 0,-3-3 7842 0 0,-44 5 2512 0 0,27 1 73 0 0,-3 0-845 0 0,39-5 14041 0 0,-45 3-12882 0 0,-2-1-5173 0 0,-16 2 4817 0 0,11-1-5817 0 0,4 0 3386 0 0,36-2 2371 0 0,-51 3 52 0 0,1 1-26 0 0,21 0-5 0 0,-21 0 19 0 0,26-1 19 0 0,18 2-12 0 0,62-6 1 0 0,-107 5-11 0 0,26-2 47 0 0,47-5 8663 0 0,-67 6-4048 0 0,15-4-2556 0 0,13-2-2086 0 0,77-12-14269 0 0,-111 19 14271 0 0,25-2 39 0 0,20-2-73 0 0,-45 4 46 0 0,25-1-63 0 0,-13 1 2130 0 0,45-3 9989 0 0,-57 3-12115 0 0,25 0 77 0 0,-3 0-47 0 0,-21 0-15 0 0,26 1-17 0 0,-26 0 41 0 0,23-2-35 0 0,40 1 27 0 0,-46-2 66 0 0,-18 2-68 0 0,25-1-1301 0 0,-23 2 1549 0 0,7 0 443 0 0,-16 3-323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4:46.123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49 19 679 0 0,'0'0'3990'0'0,"0"-4"-837"0"0,-4-11 15193 0 0,1 36-18313 0 0,3-19-43 0 0,-7 4 22 0 0,2-1-8 0 0,4-4-10 0 0,0-1-10 0 0,0 0 14 0 0,0 0 0 0 0,0 0 0 0 0,0 1 0 0 0,0-1 0 0 0,0-1 0 0 0,0 1 0 0 0,0 0 0 0 0,0 0 0 0 0,0 0 0 0 0,0 0 0 0 0,0-1 0 0 0,0 1 0 0 0,0 0 0 0 0,0-1 0 0 0,0 1 0 0 0,1-1 0 0 0,-1 1 0 0 0,0-1 0 0 0,0 1 1 0 0,0-1-1 0 0,1 0 0 0 0,-1 1 0 0 0,0-1 0 0 0,1 0 0 0 0,-1 0 0 0 0,1 1 0 0 0,-1-1 0 0 0,1 0 0 0 0,-1 0 0 0 0,1 0 0 0 0,-1 0 0 0 0,1 0 0 0 0,0 0 0 0 0,-1 0 0 0 0,1 0 0 0 0,0 0 0 0 0,0 0 0 0 0,0 1 0 0 0,0-1 0 0 0,0-2 0 0 0,1 3-4 0 0,1-1 0 0 0,-1 1 0 0 0,0-1 0 0 0,1 1 0 0 0,-1-1 0 0 0,1 1-1 0 0,-1 0 1 0 0,1 0 0 0 0,-1 0 0 0 0,1 0 0 0 0,-1 0 0 0 0,1 0 0 0 0,-1 0 0 0 0,1 0 0 0 0,-1 1 0 0 0,3 0 0 0 0,-2 0-245 0 0,2 1 687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4:48.76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1538 5 771 0 0,'2'-4'2618'0'0,"-8"11"4193"0"0,-7 11 9194 0 0,12-16-16032 0 0,-3 7 63 0 0,-1 3-36 0 0,4 2 0 0 0,2 2 0 0 0,1-4 0 0 0,1 0 0 0 0,0 0 0 0 0,1 0 0 0 0,6 14 0 0 0,8 24 0 0 0,-10-22 0 0 0,-7-26 0 0 0,0 1 0 0 0,-1-1 0 0 0,0 1 0 0 0,1 0 0 0 0,-1-1 0 0 0,0 1 0 0 0,0-1 0 0 0,-1 1 0 0 0,1 0 0 0 0,0-1 0 0 0,-1 1 0 0 0,0-1 0 0 0,1 1 0 0 0,-1-1 0 0 0,0 1 0 0 0,-3 3 0 0 0,3-4 0 0 0,-1 0-1 0 0,1 0 1 0 0,-1 0 0 0 0,0 0 0 0 0,1-1 0 0 0,-1 1 0 0 0,0-1 0 0 0,0 1 0 0 0,0-1 0 0 0,0 0 0 0 0,-4 2 0 0 0,-3 2 0 0 0,5-3 0 0 0,0 0 0 0 0,1 0 0 0 0,-2 0 0 0 0,1-1 0 0 0,0 1 0 0 0,0-1 0 0 0,0 0 0 0 0,-1 0 0 0 0,1-1 0 0 0,0 1 1 0 0,-1-1-1 0 0,1 0 0 0 0,-5 0 0 0 0,8 0 0 0 0,-50 5-1384 0 0,41-3 677 0 0,0-1 1 0 0,0 0-1 0 0,0-1 0 0 0,0 1 0 0 0,-17-4 0 0 0,7 2-3000 0 0,18 1 3323 0 0,1 0-1 0 0,-1 0 1 0 0,0 0 0 0 0,0 0-1 0 0,1 0 1 0 0,-1-1 0 0 0,0 1-1 0 0,1 0 1 0 0,-1-1-1 0 0,1 0 1 0 0,-1 1 0 0 0,1-1-1 0 0,-3-1 1 0 0,-76-45-1276 0 0,59 23 1637 0 0,15 16 15 0 0,-1-4 87 0 0,-2-9 7142 0 0,7 16-337 0 0,9 22-4688 0 0,-6-15-2205 0 0,-8 33 36 0 0,3-29-26 0 0,0 0-1 0 0,0 0 0 0 0,0-1 1 0 0,-1 1-1 0 0,1-1 1 0 0,-1 0-1 0 0,-1-1 0 0 0,1 1 1 0 0,-1-1-1 0 0,-11 7 0 0 0,-3 3-1 0 0,18-13-11 0 0,0-1-5 0 0,-2 1-25 0 0,0 0-1 0 0,0-1 1 0 0,1 1 0 0 0,-1-1-1 0 0,0 0 1 0 0,0 0 0 0 0,0 0-1 0 0,0-1 1 0 0,0 1 0 0 0,0-1-1 0 0,1 0 1 0 0,-1 0 0 0 0,0-1-1 0 0,1 1 1 0 0,-1-1-1 0 0,1 1 1 0 0,-1-1 0 0 0,1 0-1 0 0,0-1 1 0 0,-1 1 0 0 0,1 0-1 0 0,1-1 1 0 0,-1 0 0 0 0,0 1-1 0 0,1-1 1 0 0,-1-1 0 0 0,1 1-1 0 0,0 0 1 0 0,0 0 0 0 0,0-1-1 0 0,0 1 1 0 0,1-1 0 0 0,-1 1-1 0 0,1-1 1 0 0,0 0-1 0 0,0 0 1 0 0,0 1 0 0 0,1-1-1 0 0,-1-5 1 0 0,-7-25-5938 0 0,5 27 2082 0 0,3 5 2804 0 0,-2 11 3119 0 0,-1 0 110 0 0,0 0-1 0 0,0 0 1 0 0,0 0-1 0 0,-7 11 1 0 0,7-15-2443 0 0,0-1 1 0 0,-1 0 0 0 0,1 0-1 0 0,-1-1 1 0 0,1 1 0 0 0,-1-1-1 0 0,0 0 1 0 0,0 0-1 0 0,-1 0 1 0 0,1 0 0 0 0,0-1-1 0 0,-1 0 1 0 0,0 0 0 0 0,0 0-1 0 0,1 0 1 0 0,-1-1 0 0 0,0 0-1 0 0,0 0 1 0 0,-10 1 0 0 0,-6-1-1372 0 0,0 0 0 0 0,0-1 0 0 0,-26-4 0 0 0,46 3 1665 0 0,-2 0-317 0 0,0-1-1 0 0,0 0 0 0 0,0 0 1 0 0,0 0-1 0 0,0 0 0 0 0,1 0 1 0 0,-1-1-1 0 0,0 1 0 0 0,1-1 1 0 0,0 1-1 0 0,0-1 0 0 0,-2-4 1 0 0,0 3 840 0 0,2 0-179 0 0,0 0 0 0 0,1 0 0 0 0,-1 1 0 0 0,1-1 0 0 0,-1 0 0 0 0,0-8-1 0 0,2 9 112 0 0,-3 0-553 0 0,-2-8 4709 0 0,4 5 553 0 0,7 13-1756 0 0,22 29-2538 0 0,-26-33-869 0 0,0 0 0 0 0,1 0 0 0 0,-1 1 0 0 0,-1-1 0 0 0,1 1 0 0 0,0-1 0 0 0,-1 1 0 0 0,0 0 0 0 0,0 0 0 0 0,1 5 0 0 0,5 18-211 0 0,1 19-6657 0 0,-8-44 6902 0 0,3 12-6497 0 0,-2 5 4776 0 0,-9 10 4174 0 0,5-23-2761 0 0,0 0 0 0 0,0-1 0 0 0,0 1 0 0 0,-1-1 0 0 0,1 0 0 0 0,-1 0 0 0 0,0 0 0 0 0,-1-1 0 0 0,-9 9 0 0 0,-3 0 293 0 0,-1-1-1 0 0,0 0 0 0 0,0-1 0 0 0,-2-1 0 0 0,1-1 0 0 0,-1-1 0 0 0,0 0 1 0 0,-1-2-1 0 0,0 0 0 0 0,-36 4 0 0 0,37-7 54 0 0,0-2 0 0 0,-1 0 0 0 0,1-1 0 0 0,0-1 1 0 0,-1-1-1 0 0,1-1 0 0 0,0 0 0 0 0,0-2 0 0 0,1 0 0 0 0,-1-1 0 0 0,-26-13 0 0 0,34 13 10 0 0,1 0 0 0 0,0-1 0 0 0,1 0 0 0 0,-1-1-1 0 0,1 0 1 0 0,1 0 0 0 0,-1-1 0 0 0,2-1 0 0 0,-1 1 0 0 0,1-2-1 0 0,1 1 1 0 0,0-1 0 0 0,-10-18 0 0 0,14 21-94 0 0,0-1 0 0 0,0 1 0 0 0,0-1 1 0 0,1 1-1 0 0,0-1 0 0 0,1 0 0 0 0,0 0 0 0 0,1 1 1 0 0,0-1-1 0 0,0 0 0 0 0,0 0 0 0 0,1 0 0 0 0,1 0 1 0 0,0 1-1 0 0,0-1 0 0 0,0 1 0 0 0,1-1 0 0 0,0 1 0 0 0,1 0 1 0 0,5-10-1 0 0,-2 7-263 0 0,1 1 0 0 0,0 0 0 0 0,0 0 0 0 0,1 1 0 0 0,0 0 0 0 0,1 0 0 0 0,0 1 0 0 0,0 0 0 0 0,1 1 0 0 0,15-8 0 0 0,15-6-1738 0 0,66-23 0 0 0,-89 37 1521 0 0,32-11-1227 0 0,3-1-385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4:51.12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41 51 931 0 0,'0'0'3049'0'0,"3"-12"990"0"0,-1 2 5936 0 0,-1 5-4120 0 0,-2 2-2664 0 0,1 2-3229 0 0,-1 1 0 0 0,1-1 0 0 0,-1 0 1 0 0,1 0-1 0 0,0 1 0 0 0,-1-1 0 0 0,1 0 0 0 0,0 0 1 0 0,0 1-1 0 0,0-1 0 0 0,-1 0 0 0 0,1 0 1 0 0,0 1-1 0 0,0-1 0 0 0,0 0 0 0 0,0 0 1 0 0,0 0-1 0 0,1 1 0 0 0,-1-1 0 0 0,0 0 1 0 0,0 0-1 0 0,0 1 0 0 0,1-1 0 0 0,0-1 0 0 0,-1 2 38 0 0,-1 1 0 0 0,1-1 0 0 0,0 0-1 0 0,0 1 1 0 0,0-1 0 0 0,0 0 0 0 0,-1 1 0 0 0,1-1-1 0 0,0 0 1 0 0,0 1 0 0 0,-1-1 0 0 0,1 0-1 0 0,0 0 1 0 0,-1 1 0 0 0,1-1 0 0 0,0 0-1 0 0,-1 0 1 0 0,1 0 0 0 0,0 1 0 0 0,-1-1-1 0 0,1 0 1 0 0,0 0 0 0 0,-1 0 0 0 0,1 0-1 0 0,0 0 1 0 0,-1 0 0 0 0,1 0 0 0 0,-1 0 0 0 0,-4 3-86 0 0,12 5 40 0 0,-6-7 55 0 0,1 1 0 0 0,-1-1-1 0 0,0 1 1 0 0,0 0 0 0 0,0 0 0 0 0,0-1 0 0 0,0 1 0 0 0,0 0 0 0 0,0 0-1 0 0,-1 0 1 0 0,1 0 0 0 0,-1 0 0 0 0,1 0 0 0 0,-1 0 0 0 0,0 2-1 0 0,1-2 74 0 0,-1-1-159 0 0,1-1 77 0 0,-1 0 1 0 0,0 0-1 0 0,1 0 1 0 0,-1 1 0 0 0,0-1-1 0 0,1 0 1 0 0,-1 0-1 0 0,0 1 1 0 0,1-1-1 0 0,-1 0 1 0 0,0 1 0 0 0,1-1-1 0 0,-1 1 1 0 0,0-1-1 0 0,0 0 1 0 0,1 1 0 0 0,-1-1-1 0 0,0 1 1 0 0,0-1-1 0 0,0 0 1 0 0,0 1-1 0 0,0-1 1 0 0,0 1 0 0 0,0-1-1 0 0,0 1 1 0 0,0-1-1 0 0,0 1 1 0 0,0-1 0 0 0,0 0-1 0 0,0 1 1 0 0,0-1-1 0 0,0 1 1 0 0,0-1-1 0 0,0 1 1 0 0,0-1 0 0 0,0 0-1 0 0,-1 1 1 0 0,1-1-1 0 0,0 1 1 0 0,0-1-1 0 0,-1 0 1 0 0,1 1 0 0 0,0-1-1 0 0,0 0 1 0 0,-1 1-1 0 0,1-1 1 0 0,-1 0 0 0 0,1 1-1 0 0,0-1 1 0 0,-1 0-1 0 0,1 0 1 0 0,0 0-1 0 0,-1 1 1 0 0,1-1 0 0 0,-1 0-1 0 0,1 0 1 0 0,-1 0-1 0 0,0 0 2 0 0,0 1-1 0 0,0-1 0 0 0,0 0 0 0 0,0 0 0 0 0,0 0 1 0 0,0 0-1 0 0,0 0 0 0 0,0 0 0 0 0,0-1 1 0 0,0 1-1 0 0,0 0 0 0 0,0 0 0 0 0,0-1 1 0 0,0 1-1 0 0,1-1 0 0 0,-1 1 0 0 0,0-1 1 0 0,0 1-1 0 0,0-1 0 0 0,0 1 0 0 0,1-1 1 0 0,-1 0-1 0 0,0 1 0 0 0,1-1 0 0 0,-1 0 0 0 0,0 0 1 0 0,1 1-1 0 0,-1-1 0 0 0,0-2 0 0 0,0 2 9 0 0,0-1-28 0 0,1 1 1 0 0,0-1-1 0 0,-1 1 0 0 0,1-1 0 0 0,0 0 0 0 0,0 1 0 0 0,0-1 0 0 0,0 0 1 0 0,0 1-1 0 0,1-4 0 0 0,1 6 27 0 0,0 0 0 0 0,0 0 0 0 0,0 0 0 0 0,0 0 0 0 0,0 1-1 0 0,0-1 1 0 0,-1 1 0 0 0,1-1 0 0 0,0 1 0 0 0,-1 0 0 0 0,1-1 0 0 0,-1 1 0 0 0,0 0 0 0 0,0 0 0 0 0,0 0 0 0 0,2 3 0 0 0,-2-3 27 0 0,-5 1-21 0 0,4-3-15 0 0,0 1 1 0 0,0-1 0 0 0,0 0-1 0 0,0 1 1 0 0,-1-1-1 0 0,1 0 1 0 0,0 1 0 0 0,0-1-1 0 0,-1 0 1 0 0,1 1-1 0 0,0-1 1 0 0,0 0 0 0 0,-1 0-1 0 0,1 1 1 0 0,0-1-1 0 0,-1 0 1 0 0,1 0 0 0 0,0 0-1 0 0,-1 0 1 0 0,1 1-1 0 0,-1-1 1 0 0,1 0-1 0 0,0 0 1 0 0,-1 0 0 0 0,1 0-1 0 0,-1 0 1 0 0,1 0-1 0 0,0 0 1 0 0,-1 0 0 0 0,1 0-1 0 0,0 0 1 0 0,-1 0-1 0 0,1 0 1 0 0,-1 0 0 0 0,1 0-1 0 0,0-1 1 0 0,-1 1-1 0 0,1 0 1 0 0,-1 0 0 0 0,-3-2-11 0 0,0 1 0 0 0,1-1 0 0 0,-1 0 0 0 0,0 0 0 0 0,1 0 0 0 0,-1-1 0 0 0,-4-4 0 0 0,9 5-1925 0 0,50-28-15058 0 0,-50 29 16616 0 0,23 5-3645 0 0,-28 4 2771 0 0,-3 2-300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4:57.31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256 1 798 0 0,'-2'0'13383'0'0,"-6"3"-4937"0"0,-5 3-7173 0 0,-1 0 0 0 0,-18 12 1 0 0,-40 36-936 0 0,24-16-909 0 0,-10 9 136 0 0,56-46-116 0 0,-4 6-4684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4:58.308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29 806 0 0,'4'-8'21734'0'0,"0"0"-18065"0"0,-3 6-3681 0 0,9-8 23 0 0,15 9-18 0 0,-24 1 8 0 0,0 1-1 0 0,-1-1 0 0 0,1 1 1 0 0,0-1-1 0 0,-1 1 0 0 0,1-1 1 0 0,0 1-1 0 0,-1-1 1 0 0,1 1-1 0 0,0 0 0 0 0,-1-1 1 0 0,1 1-1 0 0,-1 0 0 0 0,0 0 1 0 0,1-1-1 0 0,-1 1 0 0 0,1 0 1 0 0,-1 0-1 0 0,1 1 1 0 0,7 14-11 0 0,-7-15-12 0 0,2-21-27 0 0,-3 15-4244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5:03.28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53 159 559 0 0,'8'6'21950'0'0,"3"2"-17991"0"0,-9-7-4296 0 0,9 2 412 0 0,-9-3-99 0 0,11 2 56 0 0,-11-1-33 0 0,0 0 1 0 0,0 0 0 0 0,1-1 0 0 0,-1 1 0 0 0,0-1 0 0 0,0 0 0 0 0,1 0 0 0 0,-1 0 0 0 0,0 0 0 0 0,1 0-1 0 0,-1 0 1 0 0,0 0 0 0 0,0-1 0 0 0,1 1 0 0 0,-1-1 0 0 0,0 0 0 0 0,0 0 0 0 0,0 0 0 0 0,3-1 0 0 0,10-5-17 0 0,28-17-218 0 0,-7-5-6740 0 0,-21 17 1924 0 0,-6 3 3833 0 0,8-18 11177 0 0,-13 19-12246 0 0,-5-9-6023 0 0,-5 7 18354 0 0,-8 0-5991 0 0,-22-10-4025 0 0,35 19-32 0 0,-3 0-11 0 0,1 1 16 0 0,0 0 1 0 0,0 0-1 0 0,-1 0 0 0 0,1 0 1 0 0,0 0-1 0 0,0 1 1 0 0,-1-1-1 0 0,1 1 1 0 0,0 0-1 0 0,0 0 0 0 0,-4 2 1 0 0,-6 2 0 0 0,1 0 0 0 0,1 1 0 0 0,-1 1 0 0 0,1 0 0 0 0,-14 11 1 0 0,16-10-1393 0 0,0 0 0 0 0,1 1 0 0 0,0 0 0 0 0,0 0-1 0 0,1 1 1 0 0,0 0 0 0 0,1 0 0 0 0,0 1 0 0 0,1 0 0 0 0,-8 21 0 0 0,12-30 1398 0 0,-1 2 62 0 0,0 0 0 0 0,1 0 1 0 0,0 1-1 0 0,-1-1 0 0 0,2 0 0 0 0,-1 1 0 0 0,0-1 0 0 0,1 1 0 0 0,0-1 0 0 0,0 8 0 0 0,-1 2 141 0 0,1-12-13 0 0,3 37 7160 0 0,1-23-725 0 0,1-8-6774 0 0,-2-4 389 0 0,-3-3-265 0 0,6 8 16 0 0,-5-7 2 0 0,0 1 1 0 0,1-1-1 0 0,0 1 0 0 0,-1-1 0 0 0,1 0 0 0 0,0 0 1 0 0,0 0-1 0 0,0 0 0 0 0,1 0 0 0 0,-1 0 0 0 0,0-1 1 0 0,5 3-1 0 0,-3-1-1 0 0,-2-2-20 0 0,7 4 47 0 0,0-1-27 0 0,-1-2 0 0 0,9-2 0 0 0,9-1-13 0 0,19-5 22 0 0,-42 6-12 0 0,26-7-199 0 0,-21 3 367 0 0,-7 4-130 0 0,1 0-752 0 0,0 0-1 0 0,0 0 1 0 0,0 0-1 0 0,0-1 1 0 0,0 1-1 0 0,0-1 1 0 0,0 1-1 0 0,0-1 1 0 0,0 1 0 0 0,0-1-1 0 0,0 0 1 0 0,0 0-1 0 0,0 0 1 0 0,2-2-1 0 0,6-2-1716 0 0,53-26-3308 0 0,-47 13 483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5:04.00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221 0 837 0 0,'-7'1'-1569'0'0,"0"0"3724"0"0,-14 6 19390 0 0,-13 13-18127 0 0,-3 3-3037 0 0,11-6-934 0 0,-17 13 541 0 0,-3 1 8 0 0,103-54-1226 0 0,-5 1-8286 0 0,-44 19 7594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5:12.81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26 37 775 0 0,'-4'-2'2144'0'0,"-17"-9"-1191"0"0,21 11-874 0 0,0 0-1 0 0,0 0 1 0 0,0 0 0 0 0,0 0-1 0 0,0 0 1 0 0,0 0-1 0 0,0 0 1 0 0,0 0-1 0 0,0 0 1 0 0,0 0 0 0 0,0-1-1 0 0,0 1 1 0 0,-1 0-1 0 0,1 0 1 0 0,0 0-1 0 0,0 0 1 0 0,0 0 0 0 0,0 0-1 0 0,0 0 1 0 0,0 0-1 0 0,0 0 1 0 0,0-1 0 0 0,0 1-1 0 0,0 0 1 0 0,0 0-1 0 0,0 0 1 0 0,0 0-1 0 0,0 0 1 0 0,0 0 0 0 0,0 0-1 0 0,0 0 1 0 0,0 0-1 0 0,0-1 1 0 0,0 1-1 0 0,0 0 1 0 0,0 0 0 0 0,0 0-1 0 0,0 0 1 0 0,0 0-1 0 0,1 0 1 0 0,-1 0-1 0 0,0 0 1 0 0,0 0 0 0 0,0 0-1 0 0,0 0 1 0 0,0-1-1 0 0,0 1 1 0 0,0 0 0 0 0,0 0-1 0 0,0 0 1 0 0,0 0-1 0 0,0 0 1 0 0,1 0-1 0 0,-1 0 1 0 0,0 0 0 0 0,0 0-1 0 0,0 0 1 0 0,0 0-1 0 0,0 0 1 0 0,0 0-1 0 0,0 0 1 0 0,1 0 0 0 0,18-1 14220 0 0,109 21-10978 0 0,-1-1-6829 0 0,47-8-6447 0 0,-57-4 7526 0 0,-20-2 6142 0 0,0 0 7516 0 0,-59-3-9170 0 0,1 1-3323 0 0,96 3-11205 0 0,-80-10 12073 0 0,-53 3 641 0 0,1 1-561 0 0,5 0 2492 0 0,2-1 6416 0 0,-8 1-6518 0 0,-26-13-2055 0 0,-87-15-573 0 0,-60-6-12121 0 0,117 24 9829 0 0,52 10 2849 0 0,-16-5 5782 0 0,28 8 1871 0 0,70 27-4716 0 0,-39-17-8273 0 0,0-2 1 0 0,71 9 0 0 0,-109-19 5320 0 0,-1-1 21 0 0,0 0 1 0 0,-1 0 0 0 0,1 0-1 0 0,0 0 1 0 0,0 1-1 0 0,0-1 1 0 0,0 1-1 0 0,0-1 1 0 0,0 1-1 0 0,2 1 1 0 0,-10 6-2 0 0,0-1 1 0 0,0 0-1 0 0,-1 0 1 0 0,1 0-1 0 0,-2-1 1 0 0,1 0-1 0 0,-1-1 1 0 0,0 1-1 0 0,0-2 1 0 0,-13 7-1 0 0,-26 17 9 0 0,9-3-5 0 0,12-8-1 0 0,2 0 0 0 0,-27 24 0 0 0,50-40-18 0 0,0-1 272 0 0,0 1 21 0 0,1-1-1 0 0,-1 0 1 0 0,1 1-1 0 0,-1-1 1 0 0,1 0-1 0 0,-1 1 0 0 0,1-1 1 0 0,-1 1-1 0 0,1-1 1 0 0,-1 1-1 0 0,1-1 1 0 0,0 1-1 0 0,-1-1 1 0 0,1 1-1 0 0,0-1 0 0 0,-1 1 1 0 0,1-1-1 0 0,0 1 1 0 0,0 0-1 0 0,-1-1 1 0 0,1 1-1 0 0,0-1 1 0 0,0 1-1 0 0,0 0 1 0 0,0-1-1 0 0,0 1 0 0 0,0 0 1 0 0,0-1-1 0 0,0 1 1 0 0,0 0-1 0 0,0-1 1 0 0,1 1-1 0 0,-1-1 1 0 0,0 1-1 0 0,0 0 0 0 0,0-1 1 0 0,1 1-1 0 0,-1-1 1 0 0,0 1-1 0 0,1-1 1 0 0,-1 1-1 0 0,0-1 1 0 0,1 1-1 0 0,-1-1 1 0 0,1 1-1 0 0,-1-1 0 0 0,2 1 1 0 0,0 2 997 0 0,-1-2-2187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5:14.79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390 82 804 0 0,'-8'-10'1088'0'0,"-6"-3"9155"0"0,2 2-5240 0 0,11 9-4858 0 0,-7-5 7328 0 0,5 4-7367 0 0,0 1 1 0 0,1-1 0 0 0,-1 0-1 0 0,0 1 1 0 0,0 0-1 0 0,-1-1 1 0 0,1 1 0 0 0,0 1-1 0 0,-1-1 1 0 0,1 0 0 0 0,-1 1-1 0 0,0 0 1 0 0,1-1 0 0 0,-6 0-1 0 0,-6-1-247 0 0,6 1 141 0 0,0 1 0 0 0,0 0 0 0 0,0 1 0 0 0,0 0 0 0 0,0 0 0 0 0,0 1 0 0 0,1 0 0 0 0,-1 1 0 0 0,0 0 0 0 0,0 0 0 0 0,1 0 0 0 0,0 1 0 0 0,-1 1 0 0 0,-8 5 0 0 0,9-6 0 0 0,-2 3-46 0 0,0 0 0 0 0,0 1 1 0 0,1 0-1 0 0,0 1 1 0 0,0 0-1 0 0,1 0 0 0 0,0 1 1 0 0,1 0-1 0 0,0 0 1 0 0,0 1-1 0 0,1 0 0 0 0,0 0 1 0 0,0 1-1 0 0,1-1 1 0 0,-6 21-1 0 0,10-4 712 0 0,1-25-666 0 0,-1 0 0 0 0,1 0 0 0 0,0 1 0 0 0,0-1 0 0 0,1 0 0 0 0,-1 0 0 0 0,0 1 0 0 0,1-1 0 0 0,-1 0 0 0 0,1 0 0 0 0,0 1 0 0 0,0-1 0 0 0,0 0 0 0 0,0 0 0 0 0,0 0 0 0 0,0 0 0 0 0,0 0 0 0 0,1-1 0 0 0,-1 1 0 0 0,0 0 0 0 0,1-1 0 0 0,0 1 0 0 0,-1-1 0 0 0,1 1 0 0 0,0-1 0 0 0,0 0 0 0 0,0 1 0 0 0,0-1 0 0 0,0 0 0 0 0,0 0 0 0 0,0-1 0 0 0,0 1 0 0 0,1 0 0 0 0,-1-1 0 0 0,0 1 0 0 0,0-1 0 0 0,5 0 0 0 0,1 1-308 0 0,1-1 0 0 0,-1 0 0 0 0,1 0 0 0 0,-1-1 1 0 0,0 0-1 0 0,1 0 0 0 0,-1-1 0 0 0,0 0 0 0 0,0-1 0 0 0,10-4 1 0 0,7-3-1775 0 0,43-27-1 0 0,-31 10-5840 0 0,-7-8 5153 0 0,-17 9 5271 0 0,-6-2 4519 0 0,-7 26-6570 0 0,-1-13 6402 0 0,-8-14-5373 0 0,8 27-1488 0 0,2 14 18 0 0,-1-8-9 0 0,1-1-1 0 0,-1 1 1 0 0,1-1 0 0 0,0 1 0 0 0,0-1-1 0 0,0 1 1 0 0,0-1 0 0 0,1 0 0 0 0,-1 1 0 0 0,1-1-1 0 0,0 0 1 0 0,0 0 0 0 0,0 0 0 0 0,0 0 0 0 0,5 4-1 0 0,2 4-141 0 0,0 0-170 0 0,-1-1-1 0 0,2 1 1 0 0,12 10 0 0 0,-9-10-2725 0 0,13 9-8855 0 0,-2-11 11476 0 0,-24-9 780 0 0,8 1 6531 0 0,-10-10-518 0 0,-1 0-3267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5:15.23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1 1410 0 0,'0'0'8648'0'0,"1"6"-1096"0"0,3 17-717 0 0,-1-11-5066 0 0,1-7-1885 0 0,0 0 1 0 0,0 0 0 0 0,1-1-1 0 0,-1 1 1 0 0,1-1 0 0 0,0 0-1 0 0,0-1 1 0 0,0 1 0 0 0,0-1-1 0 0,1 0 1 0 0,8 4 0 0 0,-8-4-154 0 0,1 0 1 0 0,0 1 0 0 0,-1 0 0 0 0,0 0-1 0 0,0 1 1 0 0,0 0 0 0 0,7 7 0 0 0,-6-3-1847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5:16.08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362 34 680 0 0,'-2'-4'8173'0'0,"-9"-19"7188"0"0,10 22-15292 0 0,0 0 1 0 0,-1 1 0 0 0,1-1-1 0 0,0 0 1 0 0,-1 1 0 0 0,1-1 0 0 0,-1 1-1 0 0,1-1 1 0 0,-1 1 0 0 0,1-1-1 0 0,-1 1 1 0 0,1 0 0 0 0,-1 0-1 0 0,1 0 1 0 0,-1 0 0 0 0,1 0 0 0 0,-1 0-1 0 0,1 1 1 0 0,-1-1 0 0 0,1 0-1 0 0,-1 1 1 0 0,1-1 0 0 0,-1 1-1 0 0,1-1 1 0 0,-2 2 0 0 0,0-1 112 0 0,-15 6-182 0 0,0 1 0 0 0,0 0 1 0 0,1 1-1 0 0,-31 22 0 0 0,47-31 0 0 0,1 0 0 0 0,-1 1 1 0 0,1-1-1 0 0,-1 0 0 0 0,1 0 0 0 0,-1 0 0 0 0,1 1 1 0 0,-1-1-1 0 0,0 0 0 0 0,1 1 0 0 0,0-1 0 0 0,-1 1 1 0 0,1-1-1 0 0,-1 1 0 0 0,1-1 0 0 0,-1 0 0 0 0,1 1 1 0 0,0 0-1 0 0,-1-1 0 0 0,1 1 0 0 0,0-1 0 0 0,0 1 0 0 0,-1-1 1 0 0,1 2-1 0 0,-3 10-1 0 0,2-10-2 0 0,0 0 3 0 0,0-1 0 0 0,1 1 1 0 0,-1 0-1 0 0,1-1 0 0 0,0 1 0 0 0,-1 0 0 0 0,1-1 0 0 0,0 1 0 0 0,0 0 0 0 0,0 0 0 0 0,0-1 0 0 0,0 1 1 0 0,0 0-1 0 0,1 0 0 0 0,-1-1 0 0 0,1 3 0 0 0,0 0 0 0 0,0 0 0 0 0,-1 0 0 0 0,2-1 0 0 0,-1 1 1 0 0,0 0-1 0 0,1-1 0 0 0,0 1 0 0 0,-1-1 0 0 0,1 0 0 0 0,1 1 0 0 0,-1-1 0 0 0,4 4 1 0 0,-1-3-1055 0 0,0 1 1 0 0,0 0 0 0 0,-1-1 0 0 0,0 2-1 0 0,0-1 1 0 0,0 0 0 0 0,-1 1 0 0 0,1 0-1 0 0,-1-1 1 0 0,-1 1 0 0 0,1 1 0 0 0,-1-1-1 0 0,2 8 1 0 0,-3-12 1310 0 0,-1 2-221 0 0,0 0-1 0 0,1 0 0 0 0,-2-1 0 0 0,1 1 0 0 0,0 0 1 0 0,-2 7-1 0 0,1-9-19 0 0,0 0 0 0 0,0 0 1 0 0,0 1-1 0 0,-1-1 0 0 0,1 0 0 0 0,-1 0 1 0 0,1 0-1 0 0,-1-1 0 0 0,0 1 1 0 0,1 0-1 0 0,-1 0 0 0 0,0-1 1 0 0,0 1-1 0 0,0-1 0 0 0,0 0 0 0 0,-3 2 1 0 0,4-3 77 0 0,-34 14 1526 0 0,-10-2 542 0 0,-27-3-5544 0 0,33-4 3575 0 0,36-5-201 0 0,-11 2 932 0 0,7-2-4120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5:21.58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55 187 870 0 0,'-14'-9'5715'0'0,"25"10"-2824"0"0,19-4 11815 0 0,-23 1-12674 0 0,9-3-2036 0 0,0-1 1 0 0,-1-1-1 0 0,0 0 1 0 0,0 0-1 0 0,-1-2 1 0 0,26-19-1 0 0,-38 26 6 0 0,-1 1-1 0 0,1-1 0 0 0,-1 0 1 0 0,1 0-1 0 0,-1 0 0 0 0,0 0 0 0 0,0 0 1 0 0,0 0-1 0 0,0 0 0 0 0,0 0 0 0 0,-1 0 1 0 0,1 0-1 0 0,-1 0 0 0 0,1-1 1 0 0,-1 1-1 0 0,0 0 0 0 0,0 0 0 0 0,0-4 1 0 0,1 4-3 0 0,-1 0 1 0 0,0 0 0 0 0,0 0 0 0 0,-1 0 0 0 0,1 0 0 0 0,0 1 0 0 0,-1-1-1 0 0,1 0 1 0 0,-1 0 0 0 0,1 0 0 0 0,-1 0 0 0 0,0 0 0 0 0,0 1 0 0 0,0-1-1 0 0,0 0 1 0 0,0 1 0 0 0,0-1 0 0 0,-1 0 0 0 0,1 1 0 0 0,0 0-1 0 0,-1-1 1 0 0,1 1 0 0 0,-1 0 0 0 0,0 0 0 0 0,1 0 0 0 0,-4-2 0 0 0,-33-13 2 0 0,33 16-14 0 0,-1 0 0 0 0,0 0-1 0 0,1 0 1 0 0,-1 0 0 0 0,1 1 0 0 0,-1 0 0 0 0,1 0 0 0 0,-1 1 0 0 0,-8 3 0 0 0,8-2-913 0 0,0 1 0 0 0,0 0-1 0 0,0 0 1 0 0,0 1 0 0 0,1 0 0 0 0,0 0 0 0 0,0 0-1 0 0,0 0 1 0 0,0 1 0 0 0,1 0 0 0 0,0 0 0 0 0,-4 7-1 0 0,-17 44-4554 0 0,14-20 7432 0 0,11-32-1919 0 0,0 0 0 0 0,0 0 1 0 0,0 0-1 0 0,0 0 0 0 0,1-1 0 0 0,0 1 0 0 0,0 0 0 0 0,0 0 0 0 0,3 6 0 0 0,0 1 57 0 0,-3-7-41 0 0,1-1-1 0 0,0 1 1 0 0,-1-1-1 0 0,1 1 1 0 0,1-1-1 0 0,-1 0 0 0 0,1 0 1 0 0,-1 0-1 0 0,1 0 1 0 0,0-1-1 0 0,1 1 1 0 0,-1-1-1 0 0,1 0 1 0 0,-1 0-1 0 0,1 0 1 0 0,0 0-1 0 0,0-1 1 0 0,0 1-1 0 0,0-1 1 0 0,1 0-1 0 0,-1 0 1 0 0,1-1-1 0 0,-1 1 1 0 0,1-1-1 0 0,0 0 0 0 0,-1 0 1 0 0,7 0-1 0 0,0-1-402 0 0,-1 1 0 0 0,0-1-1 0 0,0-1 1 0 0,0 0 0 0 0,10-2-1 0 0,-7 0-1300 0 0,-1-1 0 0 0,0 1 1 0 0,16-8-1 0 0,-25 8 55 0 0,3-5-362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5:22.09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86 5 1029 0 0,'7'-5'7011'0'0,"-18"21"5267"0"0,1-1-6382 0 0,-15 18-5896 0 0,15-21 0 0 0,0 0 0 0 0,-12 21 0 0 0,18-26-1 0 0,4-6 0 0 0,26-12-725 0 0,5 1 889 0 0,-29 9-1811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5:23.09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1 133 1356 0 0,'0'0'4888'0'0,"11"6"-4073"0"0,-4-3 2198 0 0,9 2-1600 0 0,0-2 0 0 0,1 0 0 0 0,-1 0 0 0 0,0-2-1 0 0,19 0 1 0 0,88-8 5183 0 0,-65 2-5527 0 0,-40 4-1135 0 0,347-33-14141 0 0,-275 17 12704 0 0,-60 11 1809 0 0,11-3 82 0 0,-15 4 4409 0 0,-24 5-4518 0 0,-9-9 1398 0 0,5 6-1244 0 0,0 1 1 0 0,0-1-1 0 0,-1 1 1 0 0,1-1-1 0 0,-1 1 1 0 0,1 0-1 0 0,-1 0 1 0 0,0 0-1 0 0,0 1 1 0 0,0-1 0 0 0,0 1-1 0 0,0-1 1 0 0,0 1-1 0 0,0 0 1 0 0,0 0-1 0 0,-1 0 1 0 0,-3 0-1 0 0,-3-1 93 0 0,-97-24-3477 0 0,105 26 3021 0 0,-11-3 2434 0 0,7 1-2177 0 0,24 9-288 0 0,-12-4-80 0 0,5 0-18 0 0,0 1 1 0 0,-1 0 0 0 0,1 1 0 0 0,-1 0 0 0 0,0 1-1 0 0,-1 0 1 0 0,1 0 0 0 0,-1 1 0 0 0,14 14-1 0 0,2 9 65 0 0,-24-29 231 0 0,1 10-10292 0 0,-3 3 8715 0 0,-9-5 1107 0 0,0 0 1 0 0,-1 0 0 0 0,0-1 0 0 0,-23 12-1 0 0,20-12-263 0 0,1 0 1 0 0,1 0-1 0 0,-22 19 0 0 0,33-26 218 0 0,0 0 0 0 0,0 1 0 0 0,1-1 0 0 0,-1 0 1 0 0,0 0-1 0 0,0 0 0 0 0,1 0 0 0 0,-1 1 0 0 0,0-1 0 0 0,1 0 0 0 0,-1 1 0 0 0,1-1 1 0 0,0 0-1 0 0,0 1 0 0 0,-1-1 0 0 0,1 1 0 0 0,0-1 0 0 0,0 0 0 0 0,0 3 0 0 0,2 8 3497 0 0,-2-12-3035 0 0,3 3-861 0 0,6 1-2059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5:32.37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165 336 455 0 0,'2'5'-2282'0'0,"8"4"14085"0"0,2 0 1389 0 0,-12-6-12958 0 0,0-1 1 0 0,-1 1-1 0 0,1 0 0 0 0,0-1 0 0 0,-1 1 0 0 0,0-1 1 0 0,1 1-1 0 0,-1-1 0 0 0,0 1 0 0 0,0-1 1 0 0,-1 1-1 0 0,-1 3 0 0 0,2-5-236 0 0,22-21 5 0 0,-2-16-3 0 0,-8 8-2 0 0,11-4-17 0 0,-22 31 19 0 0,1 0 1 0 0,0 0-1 0 0,0 0 1 0 0,0 0 0 0 0,-1 0-1 0 0,1 0 1 0 0,0 0 0 0 0,0 0-1 0 0,0 1 1 0 0,1-1 0 0 0,-1 0-1 0 0,0 0 1 0 0,0 1 0 0 0,0-1-1 0 0,0 1 1 0 0,1-1 0 0 0,-1 1-1 0 0,0 0 1 0 0,0-1 0 0 0,1 1-1 0 0,-1 0 1 0 0,0 0-1 0 0,1 0 1 0 0,1 0 0 0 0,-1 2-1 0 0,1 0 1 0 0,-1 0-1 0 0,0 0 1 0 0,0 0-1 0 0,1 0 1 0 0,-2 1-1 0 0,1-1 0 0 0,0 1 1 0 0,0-1-1 0 0,1 4 1 0 0,5 7-1 0 0,1 0-1 0 0,0-1 1 0 0,15 16 0 0 0,-13-16-1593 0 0,7 3 565 0 0,-12-16-1464 0 0,4-5-4249 0 0,-8 4 4946 0 0,-1 1-210 0 0,20-10 2280 0 0,-16 18-1794 0 0,1-4 5123 0 0,-5-3-3191 0 0,0 0 1 0 0,-1 0 0 0 0,1 0-1 0 0,0-1 1 0 0,-1 1 0 0 0,1 0-1 0 0,-1-1 1 0 0,1 1 0 0 0,-1-1-1 0 0,1 1 1 0 0,-1 0-1 0 0,1-1 1 0 0,-1 1 0 0 0,1-1-1 0 0,-1 1 1 0 0,1-1 0 0 0,-1 1-1 0 0,0-1 1 0 0,1 0-1 0 0,-1 1 1 0 0,0-2 0 0 0,1 1 79 0 0,5-7 295 0 0,-2 2 1547 0 0,-3 5-1759 0 0,-4 0-582 0 0,-19 6 8 0 0,-66 30-3296 0 0,32-12 512 0 0,16-10-2721 0 0,-65 12 3739 0 0,36-15 7289 0 0,66-9-5458 0 0,-1-2 1316 0 0,3 1-1106 0 0,-1 1 0 0 0,0-1 0 0 0,1 0 0 0 0,-1 0 1 0 0,1 0-1 0 0,-1-1 0 0 0,1 1 0 0 0,-1 0 0 0 0,0 0 0 0 0,1-1 1 0 0,-1 1-1 0 0,1-1 0 0 0,0 1 0 0 0,-1-1 0 0 0,1 0 0 0 0,-1 0 1 0 0,1 0-1 0 0,0 1 0 0 0,0-1 0 0 0,-1 0 0 0 0,1-1 0 0 0,-2-1 1 0 0,1 1-278 0 0,1 0 0 0 0,-1-1 0 0 0,0 1 0 0 0,1-1 0 0 0,0 1 0 0 0,-1-1 0 0 0,1 0 0 0 0,0 1 0 0 0,1-1 0 0 0,-1 0 0 0 0,0 0 0 0 0,1 0 0 0 0,-1 0 0 0 0,1 1 0 0 0,0-1 0 0 0,0-4 0 0 0,0-1 0 0 0,-4-28-623 0 0,-7-79-5886 0 0,11 99 5730 0 0,1 0 0 0 0,0 0 0 0 0,0 0 0 0 0,2 1 0 0 0,5-20 0 0 0,13-55 989 0 0,-20 88-203 0 0,0-10 222 0 0,-1 11-363 0 0,0 0 1 0 0,0 1-1 0 0,0-1 1 0 0,0 0-1 0 0,0 1 1 0 0,0-1-1 0 0,0 0 1 0 0,0 0-1 0 0,0 1 1 0 0,0-1-1 0 0,0 0 0 0 0,0 1 1 0 0,0-1-1 0 0,-1 0 1 0 0,1 1-1 0 0,0-1 1 0 0,-1 0-1 0 0,1 1 1 0 0,0-1-1 0 0,-1 0 1 0 0,1 1-1 0 0,-1-1 0 0 0,1 1 1 0 0,-1-1-1 0 0,1 1 1 0 0,-1-1-1 0 0,1 1 1 0 0,-1-1-1 0 0,1 1 1 0 0,-1 0-1 0 0,0-1 0 0 0,-1 0-1153 0 0,-10 5 2504 0 0,1 0-2279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5:32.99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65 1 1107 0 0,'-1'0'-654'0'0,"-18"16"21887"0"0,19-14-20215 0 0,-5 18 3097 0 0,-3-3-4598 0 0,7-14 361 0 0,1-2 122 0 0,0-1 0 0 0,0 1 0 0 0,-1-1 0 0 0,1 1 0 0 0,0-1 0 0 0,0 1 0 0 0,0-1 0 0 0,-1 1 0 0 0,1-1 0 0 0,0 1 0 0 0,0-1 0 0 0,-1 0 0 0 0,1 1 0 0 0,0-1 0 0 0,-1 1 0 0 0,1-1 0 0 0,-1 0 0 0 0,1 1 0 0 0,0-1 0 0 0,-1 0 0 0 0,1 1 0 0 0,-1-1 0 0 0,1 0 0 0 0,-1 0 0 0 0,1 0 0 0 0,-1 1 0 0 0,1-1 0 0 0,-1 0 0 0 0,1 0 0 0 0,-1 0 0 0 0,1 0 0 0 0,-1 0 0 0 0,1 0 0 0 0,-2 0 0 0 0,1 0 0 0 0,-13-1 0 0 0,12-4 0 0 0,2 4 0 0 0,0 1 0 0 0,0-1 0 0 0,0 0 0 0 0,0 1 0 0 0,0-1 0 0 0,0 1 0 0 0,0-1 0 0 0,0 0 0 0 0,1 1 0 0 0,-1-1 0 0 0,0 1 0 0 0,0-1 0 0 0,0 1 0 0 0,0-1 0 0 0,1 0 0 0 0,-1 1 0 0 0,0-1 0 0 0,1 1 0 0 0,-1-1 0 0 0,0 1 0 0 0,1-1 0 0 0,-1 1 0 0 0,1 0 0 0 0,-1-1 0 0 0,1 1 0 0 0,-1-1 0 0 0,1 1 0 0 0,-1 0 0 0 0,1-1 0 0 0,-1 1 0 0 0,1 0 0 0 0,-1 0 0 0 0,1-1 0 0 0,-1 1 0 0 0,1 0 0 0 0,0 0 0 0 0,-1 0 0 0 0,1 0 0 0 0,0 0 0 0 0,-1 0 0 0 0,1 0 0 0 0,-1 0 0 0 0,2 0 0 0 0,15-2-69 0 0,-15 2-288 0 0,11-5-1643 0 0,-16 13-6149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5:34.148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366 1 819 0 0,'0'0'9137'0'0,"-8"11"-8772"0"0,6-5 3180 0 0,-6 59 6827 0 0,2-5-7238 0 0,-14 102-4293 0 0,19-148 1147 0 0,1 0 1 0 0,2 25-1 0 0,0-7-2981 0 0,-2-15 1264 0 0,1-6 4084 0 0,-1-9-1805 0 0,-3 21 1298 0 0,3-21-1846 0 0,-3 20-7 0 0,-26-24-7 0 0,23 0-360 0 0,1 0 0 0 0,-1-1 0 0 0,1 0-1 0 0,0 0 1 0 0,0 0 0 0 0,0 0 0 0 0,1-1-1 0 0,-1 0 1 0 0,1 0 0 0 0,0 0 0 0 0,0-1 0 0 0,0 1-1 0 0,0-1 1 0 0,-3-6 0 0 0,3 6-87 0 0,-7-13-1105 0 0,0 3 695 0 0,3 5-3473 0 0,7 9 3425 0 0,-5-12-602 0 0,5 12 1760 0 0,0 0 0 0 0,0 1 0 0 0,-1-1 0 0 0,1 0 0 0 0,0 1 0 0 0,-1-1 0 0 0,1 1 0 0 0,-1 0 0 0 0,1-1 0 0 0,0 1 0 0 0,-1 0 0 0 0,1 0 0 0 0,-4 0 0 0 0,-20 3 3879 0 0,13 2-4316 0 0,4 0-667 0 0,1 0 0 0 0,0 1 0 0 0,0-1 1 0 0,0 1-1 0 0,-6 9 0 0 0,2-2 690 0 0,0 0 0 0 0,2 1 1 0 0,-14 25-1 0 0,12-11-3591 0 0,7-16-1655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5:34.83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121 0 1286 0 0,'-2'1'13489'0'0,"-8"3"-5463"0"0,0 1-4516 0 0,8 3-2955 0 0,1 9-1207 0 0,-12 35 650 0 0,8-36 1 0 0,1-1 0 0 0,-3 26 0 0 0,3 157 4 0 0,4-59-1 0 0,-1-135-51 0 0,1 1 0 0 0,-1 0 0 0 0,0-1 0 0 0,0 1 0 0 0,-1-1-1 0 0,-2 6 1 0 0,-4 15-741 0 0,7-23 801 0 0,-1-1 1 0 0,0 0-1 0 0,0 0 1 0 0,0 0-1 0 0,0-1 0 0 0,0 1 1 0 0,0 0-1 0 0,0-1 0 0 0,-1 1 1 0 0,1-1-1 0 0,-4 1 0 0 0,5-1 4 0 0,-15 1 968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5:36.43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1253 5 760 0 0,'-7'-4'25449'0'0,"6"3"-25463"0"0,-1 30 33 0 0,-3 1-19 0 0,-1-13-3 0 0,0 0 1 0 0,-12 21 0 0 0,12-26 4 0 0,6-10-3 0 0,-1 0-1 0 0,0-1 0 0 0,1 1 0 0 0,-1-1 0 0 0,0 1 0 0 0,0-1 0 0 0,0 1 0 0 0,0-1 0 0 0,0 1 0 0 0,0-1 0 0 0,-1 0 0 0 0,1 1 0 0 0,0-1 0 0 0,-1 0 0 0 0,1 0 0 0 0,-1 0 1 0 0,1 0-1 0 0,-1 0 0 0 0,0-1 0 0 0,1 1 0 0 0,-1 0 0 0 0,0-1 0 0 0,1 1 0 0 0,-1-1 0 0 0,0 0 0 0 0,0 1 0 0 0,1-1 0 0 0,-1 0 0 0 0,0 0 0 0 0,0 0 0 0 0,0 0 1 0 0,1-1-1 0 0,-1 1 0 0 0,0 0 0 0 0,0-1 0 0 0,-3-1 0 0 0,-4 1-106 0 0,-3-6-20 0 0,-7-21-8845 0 0,18 26 8568 0 0,0 0 375 0 0,-10-24 4145 0 0,12 10 592 0 0,0-1-3304 0 0,1-29-2599 0 0,-2 44 1091 0 0,1-9 260 0 0,1 2 346 0 0,-1 7-415 0 0,-1 30-86 0 0,-3-2-1213 0 0,-6 36-8723 0 0,8-59 9455 0 0,0 0-1 0 0,0 0 1 0 0,0 0-1 0 0,-1 0 1 0 0,1 0 0 0 0,-1-1-1 0 0,0 1 1 0 0,-4 4-1 0 0,-1 2-1249 0 0,6-7 1780 0 0,-1 0-4 0 0,-1-1-51 0 0,1 0 10 0 0,-1 1 0 0 0,0-1 0 0 0,0 0-1 0 0,0 1 1 0 0,0-1 0 0 0,0-1 0 0 0,0 1 0 0 0,0 0 0 0 0,-1-1 0 0 0,1 1 0 0 0,0-1-1 0 0,0 0 1 0 0,-4-1 0 0 0,5 1 21 0 0,-26-6 104 0 0,25 3-113 0 0,0 1 0 0 0,0-1-1 0 0,0 0 1 0 0,0 0 0 0 0,1-1 0 0 0,0 1 0 0 0,-1 0-1 0 0,1-1 1 0 0,0 1 0 0 0,1-1 0 0 0,-1 0-1 0 0,1 1 1 0 0,-1-1 0 0 0,1 0 0 0 0,0 0 0 0 0,0-5-1 0 0,-2-4 0 0 0,2 11-15 0 0,1-1 0 0 0,-1 0 0 0 0,1 1 1 0 0,0-1-1 0 0,0 1 0 0 0,0-1 0 0 0,0 1 0 0 0,1-1 0 0 0,-1 1 0 0 0,1-1 0 0 0,0 1 1 0 0,1-5-1 0 0,-2 7-1 0 0,0 0 0 0 0,0 0 0 0 0,0 0 0 0 0,0 1 0 0 0,0-1 0 0 0,0 0 0 0 0,1 0 0 0 0,-1 0 0 0 0,0 0 0 0 0,0 0 0 0 0,0 0 0 0 0,0 0 0 0 0,0 0 0 0 0,0 0 0 0 0,0 0 0 0 0,0 0 0 0 0,0 0 0 0 0,0 0 0 0 0,1 0 0 0 0,-1 0 0 0 0,0 0 0 0 0,0 0 0 0 0,0 0 0 0 0,0 0 0 0 0,0-1 0 0 0,0 1 0 0 0,0 0 0 0 0,0 0 0 0 0,0 0 0 0 0,0 0 0 0 0,0 0 0 0 0,1 0 0 0 0,-1 0 0 0 0,0 0 0 0 0,0 0 0 0 0,0 0 0 0 0,0 0 0 0 0,0 0 0 0 0,0 0 0 0 0,0 0 0 0 0,0 0 0 0 0,0-1 0 0 0,0 1 0 0 0,0 0 0 0 0,0 0 0 0 0,0 0 0 0 0,0 0 0 0 0,0 0 0 0 0,0 0 0 0 0,0 0 0 0 0,0 0 0 0 0,0 0 0 0 0,0 0 0 0 0,0-1 0 0 0,-5 22-12 0 0,1-6 2 0 0,3-11 15 0 0,0 0 0 0 0,0 1 0 0 0,0-1-1 0 0,0 0 1 0 0,-1 0 0 0 0,0 0-1 0 0,0 0 1 0 0,-4 6 0 0 0,-38 48 223 0 0,41-59-196 0 0,0 1-1 0 0,0-1 1 0 0,0 0 0 0 0,0 0-1 0 0,1 0 1 0 0,-1 0 0 0 0,0-1 0 0 0,1 1-1 0 0,-5-4 1 0 0,6 5-4 0 0,-37-32 2024 0 0,37 30-2136 0 0,0-1 1 0 0,0 1-1 0 0,0-1 1 0 0,0 1 0 0 0,1-1-1 0 0,-1 1 1 0 0,1-1 0 0 0,0 1-1 0 0,-1-1 1 0 0,1 0-1 0 0,0 1 1 0 0,1-1 0 0 0,-1 1-1 0 0,0-1 1 0 0,2-3-1 0 0,-1-3-7 0 0,5-42 189 0 0,-6 49 90 0 0,3-15 4453 0 0,-5 25 3122 0 0,0 2-4786 0 0,-5 17-3739 0 0,6-25 758 0 0,-1 10 582 0 0,0 0-501 0 0,-2-3-45 0 0,-6 2-47 0 0,7-7-305 0 0,0-1 1 0 0,0 1 0 0 0,0-1 0 0 0,-1 0 0 0 0,1 0-1 0 0,-8 3 1 0 0,3-2-1017 0 0,0 0-1 0 0,0-1 1 0 0,-1 0-1 0 0,0-1 1 0 0,1 0-1 0 0,-1 0 1 0 0,-11 1-1 0 0,2-1 542 0 0,-35 5 829 0 0,0-3-1 0 0,-94-3 1 0 0,-105-28-73 0 0,244 26 55 0 0,-15-2-18 0 0,1-1 0 0 0,-34-11 0 0 0,54 14 58 0 0,-21-18-36 0 0,14 1-1413 0 0,7 6 6502 0 0,1 9-4743 0 0,-4-20 1779 0 0,2 14-4312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5:36.88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18 0 1104 0 0,'-7'3'14511'0'0,"-4"5"-5480"0"0,12-4-8888 0 0,-1-1-1 0 0,1 0 1 0 0,-1 0-1 0 0,1 1 1 0 0,0-1-1 0 0,0 0 1 0 0,1 0-1 0 0,-1 0 1 0 0,1 0-1 0 0,3 5 1 0 0,1 4-1735 0 0,-6-11 1474 0 0,1 1 0 0 0,0-1 1 0 0,-1 0-1 0 0,1 0 0 0 0,0 0 0 0 0,0 1 0 0 0,0-1 0 0 0,0 0 0 0 0,0 0 0 0 0,0-1 0 0 0,0 1 0 0 0,1 0 0 0 0,-1 0 0 0 0,0 0 0 0 0,0-1 0 0 0,3 2 0 0 0,13-5 3542 0 0,-8 0-4652 0 0,-7 3 599 0 0,7-3-805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5:37.163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16 0 1051 0 0,'0'0'5627'0'0,"-7"15"-1999"0"0,1-3 9427 0 0,6-11-12928 0 0,-1 1 0 0 0,1-1 0 0 0,-1 1 0 0 0,1-1 1 0 0,0 1-1 0 0,0-1 0 0 0,-1 1 0 0 0,1 0 0 0 0,0-1 0 0 0,0 1 0 0 0,1-1 0 0 0,-1 1 0 0 0,0-1 0 0 0,0 1 0 0 0,1 0 0 0 0,-1-1 0 0 0,2 2 0 0 0,12 6-1487 0 0,-9-7 2666 0 0,-3-1-2232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5:37.81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448 24 802 0 0,'23'6'555'0'0,"-19"-5"2169"0"0,-9-2 560 0 0,-21-4 15565 0 0,7 2-18849 0 0,-1 1 0 0 0,1 0 0 0 0,-1 2 0 0 0,0 1 0 0 0,-19 2 0 0 0,-29 1 0 0 0,-145-10-25 0 0,210 6-24 0 0,-11-2-394 0 0,6 1 174 0 0,18-1 490 0 0,-9 2-246 0 0,0 0 0 0 0,1-1 1 0 0,-1 1-1 0 0,1 0 0 0 0,-1-1 0 0 0,0 1 1 0 0,0-1-1 0 0,1 0 0 0 0,-1 1 0 0 0,0-1 1 0 0,0 0-1 0 0,0 0 0 0 0,1 1 0 0 0,-1-1 1 0 0,0 0-1 0 0,0 0 0 0 0,-1-1 0 0 0,3 0 1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5:38.20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224 1 900 0 0,'1'0'21714'0'0,"-52"29"-17797"0"0,-58 26-6936 0 0,46-28 5718 0 0,61-27-2706 0 0,8 33 17 0 0,-5-24-462 0 0,1-1 1 0 0,1 0 0 0 0,-1 0 0 0 0,1 1 0 0 0,1-2 0 0 0,-1 1-1 0 0,1 0 1 0 0,5 7 0 0 0,7 13-1579 0 0,-15-27 277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5:40.00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132 377 1102 0 0,'-2'-1'13191'0'0,"-5"-3"-4826"0"0,6 4-8230 0 0,1 0 0 0 0,0 0 1 0 0,-1 0-1 0 0,1-1 0 0 0,0 1 0 0 0,-1 0 1 0 0,1 0-1 0 0,0-1 0 0 0,0 1 1 0 0,-1 0-1 0 0,1-1 0 0 0,0 1 0 0 0,0 0 1 0 0,-1-1-1 0 0,1 1 0 0 0,0 0 1 0 0,0-1-1 0 0,0 1 0 0 0,0 0 0 0 0,0-1 1 0 0,0 1-1 0 0,0 0 0 0 0,-1-1 0 0 0,1 1 1 0 0,0-1-1 0 0,0 1 0 0 0,0 0 1 0 0,1-1-1 0 0,7-17-114 0 0,-4 12-441 0 0,-3 3 423 0 0,1 0-1 0 0,0 0 1 0 0,0 1 0 0 0,0-1 0 0 0,0 1 0 0 0,0-1 0 0 0,1 1 0 0 0,-1 0 0 0 0,1 0 0 0 0,4-3 0 0 0,-5 5-3 0 0,9-7-4 0 0,-5-2-17 0 0,-5 8 20 0 0,-1 0 1 0 0,1 1-1 0 0,0-1 0 0 0,0 1 0 0 0,0-1 1 0 0,0 1-1 0 0,0-1 0 0 0,0 1 1 0 0,0-1-1 0 0,0 1 0 0 0,0 0 0 0 0,0 0 1 0 0,0 0-1 0 0,0-1 0 0 0,0 1 1 0 0,0 0-1 0 0,0 0 0 0 0,0 0 1 0 0,0 1-1 0 0,0-1 0 0 0,0 0 0 0 0,0 0 1 0 0,0 0-1 0 0,0 1 0 0 0,0-1 1 0 0,0 1-1 0 0,1 0 0 0 0,32 16 54 0 0,-17-7-169 0 0,31 7-1821 0 0,-29-9-247 0 0,0 0 0 0 0,1-2 0 0 0,0 0-1 0 0,1-1 1 0 0,-1-1 0 0 0,25 1 0 0 0,14 0 3238 0 0,-57-6-1003 0 0,26-4 76 0 0,-13 1-24 0 0,-27 8 357 0 0,-30 6 1318 0 0,-34 7-120 0 0,-103 14-5125 0 0,27-18 5393 0 0,150-12-1914 0 0,-26-4 6920 0 0,25 2-6812 0 0,-3 0 285 0 0,-11-2 4654 0 0,11 2-4033 0 0,2-1-981 0 0,-5-4-4 0 0,7 5-56 0 0,-6-4 31 0 0,2 0-14 0 0,4 3-2 0 0,1 1 0 0 0,0 1 0 0 0,-1-1 0 0 0,1 0 0 0 0,0 0 0 0 0,0-1 0 0 0,0 1 0 0 0,0 0 0 0 0,0 0 0 0 0,0 0 0 0 0,0-1 0 0 0,0 1 0 0 0,1 0 0 0 0,-1-1 0 0 0,0 1 0 0 0,1-1 0 0 0,-1 1 0 0 0,1-1 0 0 0,0 1 0 0 0,-1-1 0 0 0,1 1 0 0 0,0-1 1 0 0,0 1-1 0 0,0-1 0 0 0,0 0 0 0 0,0 1 0 0 0,1-3 0 0 0,7-84 0 0 0,17-177-13659 0 0,-24 263 13652 0 0,0-17 127 0 0,0 15-3616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5:40.50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63 0 1160 0 0,'-9'16'25042'0'0,"7"-5"-25030"0"0,2-10-12 0 0,0 0 0 0 0,-1 0 0 0 0,1 0 0 0 0,0 1 0 0 0,-1-1 0 0 0,1 0 0 0 0,-1 0 0 0 0,1 0 0 0 0,-1 0 0 0 0,1 0 0 0 0,-1-1 0 0 0,0 1 0 0 0,0 0 0 0 0,1 0 0 0 0,-1 0 0 0 0,0-1 0 0 0,0 1 0 0 0,0 0 0 0 0,0-1 0 0 0,0 1 0 0 0,0 0 0 0 0,0-1 0 0 0,0 1 0 0 0,0-1 0 0 0,0 0 0 0 0,-2 1 0 0 0,-4 2 0 0 0,7-3 0 0 0,0 1 0 0 0,-1-1 0 0 0,1 0 0 0 0,0 1 0 0 0,-1-1 0 0 0,1 0 0 0 0,0 1 0 0 0,-1-1 0 0 0,1 0 0 0 0,0 0 0 0 0,-1 1 0 0 0,1-1 0 0 0,-1 0 0 0 0,1 0 0 0 0,0 0 0 0 0,-1 0 0 0 0,1 0 0 0 0,-1 1 0 0 0,1-1 0 0 0,-1 0 0 0 0,1 0 0 0 0,-1 0 0 0 0,1 0 0 0 0,0 0 0 0 0,-1 0 0 0 0,1 0 0 0 0,-1 0 0 0 0,1-1 0 0 0,-1 1 0 0 0,1 0 0 0 0,0 0 0 0 0,-1 0 0 0 0,1 0 0 0 0,-1-1 0 0 0,1 1 0 0 0,0 0 0 0 0,-1 0 0 0 0,1-1 0 0 0,0 1 0 0 0,-1 0 0 0 0,1 0 0 0 0,0-1 0 0 0,-1 1 0 0 0,1 0 0 0 0,-1-1 0 0 0,-3-4-1 0 0,3 4-25 0 0,1-2-266 0 0,1 0 238 0 0,4-19 542 0 0,-5 21-601 0 0,1 1 1 0 0,-1-1 0 0 0,0 0 0 0 0,1 0 0 0 0,-1 1 0 0 0,1-1 0 0 0,-1 0-1 0 0,1 1 1 0 0,-1-1 0 0 0,1 0 0 0 0,-1 1 0 0 0,1-1 0 0 0,-1 1-1 0 0,1-1 1 0 0,0 1 0 0 0,-1-1 0 0 0,1 1 0 0 0,0-1 0 0 0,0 1-1 0 0,-1 0 1 0 0,1-1 0 0 0,0 1 0 0 0,0 0 0 0 0,0 0 0 0 0,-1 0 0 0 0,2-1-1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5:42.40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981 3 873 0 0,'0'0'3545'0'0,"-11"-2"554"0"0,10 2-3652 0 0,0 0 0 0 0,0 0-1 0 0,0 0 1 0 0,0 0-1 0 0,0 0 1 0 0,0 0 0 0 0,0 0-1 0 0,0 0 1 0 0,0 0 0 0 0,0 0-1 0 0,0 0 1 0 0,0 1 0 0 0,0-1-1 0 0,0 0 1 0 0,0 1 0 0 0,0-1-1 0 0,0 1 1 0 0,0-1-1 0 0,0 1 1 0 0,0-1 0 0 0,1 1-1 0 0,-1 0 1 0 0,0-1 0 0 0,0 1-1 0 0,1 0 1 0 0,-1 0 0 0 0,0-1-1 0 0,1 1 1 0 0,-1 0 0 0 0,1 0-1 0 0,-1 0 1 0 0,1 0 0 0 0,0 0-1 0 0,-1 0 1 0 0,1 0-1 0 0,0 0 1 0 0,-1 2 0 0 0,-3 6 277 0 0,-7 10-725 0 0,2 0 0 0 0,0 1 0 0 0,1 0 0 0 0,1 1 0 0 0,1-1 1 0 0,1 1-1 0 0,1 0 0 0 0,0 1 0 0 0,0 37 0 0 0,-3-4 2 0 0,7-53-28 0 0,-15 34 45 0 0,-18-15-2 0 0,32-20-22 0 0,-16-2-8166 0 0,2 0 6017 0 0,-1-4-3373 0 0,-10-8 8323 0 0,25 12-2770 0 0,-7-5-3399 0 0,-9-8 2766 0 0,11 9 993 0 0,-5-12 16748 0 0,9 12-17638 0 0,1 4 464 0 0,-2-10-6593 0 0,1 2 5167 0 0,-7 24 8288 0 0,9-13-6765 0 0,-1 1 0 0 0,0-1 0 0 0,0 1 0 0 0,-1-1 0 0 0,1 1 0 0 0,0-1 0 0 0,-1 0 0 0 0,0 1 0 0 0,1-1 0 0 0,-1 0 0 0 0,0 0 0 0 0,0 0 0 0 0,0-1 0 0 0,0 1 0 0 0,0 0 0 0 0,-1-1 0 0 0,1 1 0 0 0,0-1 0 0 0,-1 0 0 0 0,-3 2 0 0 0,4-3-48 0 0,-28 4-16914 0 0,27-6 16893 0 0,0 1 0 0 0,1 0 0 0 0,-1-1 1 0 0,1 0-1 0 0,0 1 0 0 0,-1-1 0 0 0,1 0 1 0 0,0 0-1 0 0,0 0 0 0 0,0-1 1 0 0,0 1-1 0 0,1 0 0 0 0,-1-1 0 0 0,1 1 1 0 0,-1-1-1 0 0,1 0 0 0 0,0 1 0 0 0,0-1 1 0 0,-1-5-1 0 0,-2-1-5 0 0,3 7-13 0 0,-3 5-113 0 0,0 1 138 0 0,0-1 0 0 0,1 1 0 0 0,-1 0 0 0 0,1 0-1 0 0,-3 5 1 0 0,-11 11-17 0 0,15-19 54 0 0,-3 0 88 0 0,-18 11 6632 0 0,16-8-7640 0 0,-3 0-3640 0 0,2-2 3421 0 0,-18-3 6706 0 0,14-2-6247 0 0,11 3 656 0 0,-6-8-4447 0 0,-5-6 3875 0 0,0 1 2380 0 0,8 9 31 0 0,2 17 7523 0 0,2-10-7525 0 0,1 3 740 0 0,0-5-2592 0 0,-1-1 0 0 0,0 0 1 0 0,1 1-1 0 0,-1-1 0 0 0,1 1 1 0 0,-1-1-1 0 0,0 0 0 0 0,0 1 0 0 0,1-1 1 0 0,-1 1-1 0 0,0-1 0 0 0,0 1 1 0 0,1-1-1 0 0,-1 1 0 0 0,0-1 1 0 0,0 1-1 0 0,0-1 0 0 0,0 1 1 0 0,0-1-1 0 0,0 1 0 0 0,0-1 1 0 0,0 1-1 0 0,0-1 0 0 0,0 1 1 0 0,0-1-1 0 0,0 1 0 0 0,0 0 0 0 0,-1 0 1 0 0,-4 37 5 0 0,4-32-137 0 0,1-1 0 0 0,-1 0 0 0 0,0 1-1 0 0,0-1 1 0 0,0 0 0 0 0,0 0 0 0 0,-1 0 0 0 0,0 0 0 0 0,-5 8 0 0 0,-2 7-373 0 0,8-17-135 0 0,-1 0 0 0 0,1-1 0 0 0,-1 1 0 0 0,0-1 0 0 0,1 1 0 0 0,-1-1 0 0 0,0 1 0 0 0,-1-1 0 0 0,1 0 0 0 0,0 0 0 0 0,-1 0 0 0 0,1-1 0 0 0,-1 1 0 0 0,1 0 0 0 0,-1-1 0 0 0,0 0 0 0 0,0 1 0 0 0,0-1 0 0 0,-5 1 0 0 0,-28 6-2449 0 0,6-4 4109 0 0,9-3-986 0 0,0-1 0 0 0,-41-5 0 0 0,52 3 22 0 0,0 0 0 0 0,-1 0 0 0 0,1-1 0 0 0,0-1 1 0 0,0 0-1 0 0,1 0 0 0 0,-17-10 0 0 0,23 12-14 0 0,-1-1 0 0 0,1 0 0 0 0,-1 0 0 0 0,1-1 0 0 0,0 1 0 0 0,1-1 0 0 0,-1 1-1 0 0,1-1 1 0 0,-1 0 0 0 0,1 0 0 0 0,0 0 0 0 0,0 0 0 0 0,1 0 0 0 0,-1 0 0 0 0,0-8 0 0 0,0 6-12 0 0,1-1 0 0 0,1 1-1 0 0,-1-1 1 0 0,1 1 0 0 0,0 0-1 0 0,1-1 1 0 0,-1 1 0 0 0,1 0-1 0 0,4-12 1 0 0,-2 8-135 0 0,2 0 0 0 0,-1 0 0 0 0,2 0 0 0 0,-1 1 0 0 0,1 0 0 0 0,0 0-1 0 0,1 1 1 0 0,0-1 0 0 0,1 1 0 0 0,-1 1 0 0 0,2 0 0 0 0,-1 0 0 0 0,19-12 0 0 0,6 1-1292 0 0,0 1 1 0 0,61-21 0 0 0,-63 25 405 0 0,7-1-694 0 0,-2 2-378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5:45.508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191 0 435 0 0,'0'0'3477'0'0,"-15"25"15148"0"0,-22-1-15137 0 0,-25 0-3270 0 0,5-2-253 0 0,55-21 30 0 0,-11 5 71 0 0,9-4-3363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5:24.04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327 71 1050 0 0,'0'0'1278'0'0,"-13"-16"7802"0"0,-22-23 5726 0 0,34 37-14806 0 0,-1 1 0 0 0,0-1 0 0 0,0 1 0 0 0,0 0 0 0 0,1-1 0 0 0,-1 1 0 0 0,0 0 0 0 0,-1 0 0 0 0,1 1 0 0 0,0-1 0 0 0,0 0 0 0 0,0 1 0 0 0,0-1 0 0 0,-1 1 0 0 0,1 0 0 0 0,0 0 0 0 0,-5 0 0 0 0,7 0 0 0 0,-8 0-23 0 0,-1 0 0 0 0,1 1 0 0 0,0 1 0 0 0,-1-1 0 0 0,1 1 0 0 0,0 0 0 0 0,0 1 0 0 0,0 0 0 0 0,0 1 0 0 0,1-1 0 0 0,-1 1-1 0 0,1 1 1 0 0,0-1 0 0 0,0 1 0 0 0,0 1 0 0 0,-7 7 0 0 0,2-3-52 0 0,3-2-919 0 0,-1 0 0 0 0,2 0-1 0 0,-1 1 1 0 0,1 1 0 0 0,1-1 0 0 0,-10 16-1 0 0,14-19 1049 0 0,0-1-1 0 0,1 1 1 0 0,-1 0-1 0 0,1 0 1 0 0,0 0-1 0 0,0 7 0 0 0,1-9 524 0 0,1 1 0 0 0,-1 0-1 0 0,1-1 1 0 0,0 1-1 0 0,1-1 1 0 0,-1 1 0 0 0,1-1-1 0 0,0 1 1 0 0,2 5-1 0 0,1 6-9 0 0,1-9 59 0 0,3 1-532 0 0,-6-6-254 0 0,0-1 0 0 0,0 1 0 0 0,0-1 0 0 0,0 1 0 0 0,0-1 0 0 0,0 0 0 0 0,0 0 0 0 0,0 0 0 0 0,0 0 0 0 0,1 0 0 0 0,-1 0 0 0 0,0-1 0 0 0,1 1 0 0 0,-1-1 0 0 0,1 1 1 0 0,-1-1-1 0 0,0 0 0 0 0,1 0 0 0 0,2-1 0 0 0,1 0-780 0 0,0 0 0 0 0,0 0 0 0 0,0-1 0 0 0,12-5 0 0 0,-14 6 597 0 0,17-9-1102 0 0,0 1 0 0 0,0-2-1 0 0,22-16 1 0 0,-27 15 1614 0 0,-1 0 1 0 0,-1 0-1 0 0,0-2 0 0 0,0 0 1 0 0,-2 0-1 0 0,1-1 1 0 0,10-19-1 0 0,-18 21-1376 0 0,-4 11 1666 0 0,-1 0 1 0 0,1 1 0 0 0,-1-1 0 0 0,0 0 0 0 0,1 1 0 0 0,-1-1 0 0 0,0 0 0 0 0,0 1 0 0 0,-1-1-1 0 0,1 0 1 0 0,0 0 0 0 0,0 1 0 0 0,-1-1 0 0 0,1 0 0 0 0,-1 1 0 0 0,1-1 0 0 0,-3-2-1 0 0,-9 21 5139 0 0,1 37-5598 0 0,13-41-740 0 0,0 1 0 0 0,0 0 1 0 0,1-1-1 0 0,1 0 0 0 0,0 0 1 0 0,1 0-1 0 0,1 0 1 0 0,9 16-1 0 0,-14-27 91 0 0,7 8 473 0 0,-7-10-516 0 0,1 1 1 0 0,0-1-1 0 0,0 1 0 0 0,-1-1 1 0 0,1 0-1 0 0,0 0 0 0 0,0 0 1 0 0,0 0-1 0 0,0 0 1 0 0,-1 0-1 0 0,1 0 0 0 0,3-1 1 0 0,-4 0 658 0 0,0 1-115 0 0,-1-1 1 0 0,0 1-1 0 0,0-1 1 0 0,0 1 0 0 0,1-1-1 0 0,-1 1 1 0 0,0-1-1 0 0,0 1 1 0 0,0-1 0 0 0,0 0-1 0 0,0 1 1 0 0,0-1-1 0 0,0 1 1 0 0,0-1 0 0 0,0 0-1 0 0,0 1 1 0 0,-1-1 0 0 0,1 1-1 0 0,0-1 1 0 0,0 1-1 0 0,0-1 1 0 0,-1 1 0 0 0,1-1-1 0 0,0 1 1 0 0,-1-1-1 0 0,1 1 1 0 0,-1-1 0 0 0,-8-15-2725 0 0,2 6 171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5:24.61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8 108 1222 0 0,'-4'7'16163'0'0,"0"5"-7340"0"0,12-16-8822 0 0,-1 0-1 0 0,1-1 1 0 0,-1 0-1 0 0,0 0 1 0 0,0 0-1 0 0,-1-1 1 0 0,0 0 0 0 0,0 0-1 0 0,0 0 1 0 0,8-13-1 0 0,13-15 0 0 0,-8 13-5 0 0,-18 20-1 0 0,2 11 8 0 0,2 5-24 0 0,0-2 1 0 0,1 1-1 0 0,1-1 1 0 0,14 23-1 0 0,15 8-6050 0 0,-20-24 317 0 0,-14-18 4887 0 0,-1-1 0 0 0,1 1 0 0 0,-1 0 0 0 0,0 1 0 0 0,0-1 0 0 0,0 0 0 0 0,0 0 0 0 0,0 0 0 0 0,0 1 0 0 0,0-1 0 0 0,-1 1 0 0 0,1 2 0 0 0,2 9-2111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5:25.498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355 22 990 0 0,'0'0'1955'0'0,"-6"-5"-1248"0"0,-13-7 18382 0 0,16 11-18620 0 0,0 0 0 0 0,-1 0 0 0 0,1 1 1 0 0,0-1-1 0 0,0 1 0 0 0,0 0 0 0 0,-1 0 1 0 0,-4 1-1 0 0,-1 0-594 0 0,-1 1 0 0 0,1 0 0 0 0,-1 1 0 0 0,1 0 0 0 0,-13 6 0 0 0,22-9 125 0 0,-8 3 0 0 0,-1 1 0 0 0,2-1 0 0 0,-1 2 0 0 0,0-1 0 0 0,-10 9 0 0 0,10 20 0 0 0,7-19 0 0 0,1-7 0 0 0,6 8 0 0 0,-3-7 0 0 0,1-1 0 0 0,-1 1 0 0 0,2 0 0 0 0,-1-1 0 0 0,1 0 0 0 0,0 0 0 0 0,1 0 0 0 0,-1-1 0 0 0,2 0 0 0 0,-1 0 0 0 0,8 6 0 0 0,31 34 0 0 0,-34-34 0 0 0,12 18 0 0 0,-22-28 0 0 0,0-1 0 0 0,-1 1 0 0 0,1-1 0 0 0,0 1 0 0 0,-1-1 0 0 0,1 1 0 0 0,-1 0 0 0 0,1-1 0 0 0,-1 1 0 0 0,0 0 0 0 0,0-1 0 0 0,0 1 0 0 0,0 0 0 0 0,0 0 0 0 0,0-1 0 0 0,0 1 0 0 0,-1 0 0 0 0,0 2 0 0 0,-2 0-112 0 0,-1 0 1 0 0,0 0 0 0 0,1-1 0 0 0,-2 1 0 0 0,1-1 0 0 0,0 0-1 0 0,-10 5 1 0 0,-18 8-6761 0 0,-14 4 4752 0 0,22-7 2171 0 0,22-13-53 0 0,-29-5-609 0 0,17 2-1332 0 0,1 0 0 0 0,-1 0 0 0 0,1 2-1 0 0,-21-1 1 0 0,20 2 664 0 0,-24-3-3484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5:54.62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263 433 1298 0 0,'-1'0'13488'0'0,"-7"3"-5469"0"0,0 0-4615 0 0,6-3-3419 0 0,2 1 15 0 0,-1 1 0 0 0,0-1 0 0 0,1 0 0 0 0,-1 1 0 0 0,0 0 0 0 0,1-1 0 0 0,-1 1 0 0 0,1-1 0 0 0,0 1 0 0 0,0-1 0 0 0,-1 1 0 0 0,1 0 0 0 0,0-1 0 0 0,1 4 0 0 0,-2 7 4 0 0,0 0-1 0 0,0-1 0 0 0,-1 1 0 0 0,0-1 0 0 0,-5 16 1 0 0,3-19-6 0 0,-6 15 1 0 0,5-18 0 0 0,0-1 0 0 0,0 1 0 0 0,-1-1 0 0 0,1 0 1 0 0,-1 0-1 0 0,0 0 0 0 0,0-1 0 0 0,0 0 0 0 0,0 0 0 0 0,-1-1 0 0 0,-9 3 0 0 0,15-6 4 0 0,0 1-3 0 0,1-1 0 0 0,-1 1 1 0 0,1-1-1 0 0,-1 1 1 0 0,1-1-1 0 0,-1 1 0 0 0,0 0 1 0 0,1-1-1 0 0,-1 1 1 0 0,0 0-1 0 0,1 0 1 0 0,-1-1-1 0 0,0 1 0 0 0,1 0 1 0 0,-1 0-1 0 0,0 0 1 0 0,1 0-1 0 0,-1 0 1 0 0,0 0-1 0 0,0 0 0 0 0,1 0 1 0 0,-1 0-1 0 0,0 0 1 0 0,1 0-1 0 0,-2 1 1 0 0,-11 4-1 0 0,11-5 0 0 0,1 1 0 0 0,0-1 0 0 0,-1 0 0 0 0,1 0 0 0 0,0 0 0 0 0,-1 0 0 0 0,1 0 0 0 0,-1 0 0 0 0,1 0 0 0 0,0-1 0 0 0,-1 1 0 0 0,1 0 0 0 0,0-1 0 0 0,0 1 0 0 0,-1-1 0 0 0,1 1 0 0 0,0-1 0 0 0,0 0 0 0 0,0 0 0 0 0,-2 0 0 0 0,-9-25 0 0 0,-6-23-2516 0 0,9-13-5674 0 0,2 8 4208 0 0,-2 10 4277 0 0,2 0 1 0 0,2-1 0 0 0,2 0 0 0 0,2 0 0 0 0,7-69 0 0 0,-3 95-12 0 0,2-26-525 0 0,-4 19 3121 0 0,-1 23-2260 0 0,4 3-4030 0 0,-3 0 3649 0 0,0 0 0 0 0,0 0 0 0 0,0 0 0 0 0,0 1 0 0 0,-1-1 0 0 0,1 0 0 0 0,0 0 1 0 0,0 1-1 0 0,0-1 0 0 0,0 1 0 0 0,0-1 0 0 0,-1 1 0 0 0,1-1 0 0 0,0 1 0 0 0,0-1 0 0 0,-1 1 0 0 0,1 0 1 0 0,0-1-1 0 0,-1 1 0 0 0,2 1 0 0 0,1 23 6312 0 0,-4-7-5343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5:56.02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51 1 820 0 0,'0'0'5065'0'0,"18"4"11859"0"0,-17-4-16642 0 0,5 2 2976 0 0,4 8-3415 0 0,-8-9 140 0 0,-3 0 19 0 0,1 1 0 0 0,0 0 1 0 0,0 0-1 0 0,-1 0 1 0 0,1 0-1 0 0,-1-1 1 0 0,1 1-1 0 0,-1 0 1 0 0,0 0-1 0 0,0-1 0 0 0,0 1 1 0 0,0-1-1 0 0,0 1 1 0 0,0-1-1 0 0,-1 2 1 0 0,-6 1-9 0 0,1-1 0 0 0,-1-1 1 0 0,1 1-1 0 0,-14 1 1 0 0,19-4-79 0 0,-20-5 194 0 0,22 5-110 0 0,0 0 0 0 0,1 0-1 0 0,-1 0 1 0 0,0 0 0 0 0,1 0 0 0 0,-1 0 0 0 0,0-1-1 0 0,0 1 1 0 0,1 0 0 0 0,-1 0 0 0 0,0 0-1 0 0,0 0 1 0 0,1-1 0 0 0,-1 1 0 0 0,0 0 0 0 0,0 0-1 0 0,1 0 1 0 0,-1-1 0 0 0,0 1 0 0 0,0 0-1 0 0,0-1 1 0 0,0 1 0 0 0,1 0 0 0 0,-1 0 0 0 0,0-1-1 0 0,0 1 1 0 0,0 0 0 0 0,0-1 0 0 0,0 1-1 0 0,0 0 1 0 0,0-1 0 0 0,0 1-1 0 0,0-1 1 0 0,0 1-1 0 0,0 0 1 0 0,0-1-1 0 0,0 1 1 0 0,1 0-1 0 0,-1 0 1 0 0,0-1-1 0 0,0 1 1 0 0,0 0-1 0 0,0-1 1 0 0,0 1-1 0 0,1 0 1 0 0,-1 0-1 0 0,0-1 1 0 0,0 1-1 0 0,0 0 1 0 0,1 0-1 0 0,-1-1 1 0 0,0 1-1 0 0,0 0 0 0 0,1 0 1 0 0,-1 0-1 0 0,0-1 1 0 0,1 1-1 0 0,-1 0 1 0 0,0 0-1 0 0,1 0 1 0 0,-1 0-1 0 0,0 0 1 0 0,1 0-1 0 0,-1 0 1 0 0,0 0-1 0 0,1 0 1 0 0,-1 0-1 0 0,0 0 1 0 0,1 0-1 0 0,-1 0 1 0 0,0 0-1 0 0,0 0 0 0 0,1 0 1 0 0,-1 0-1 0 0,0 0 1 0 0,1 0-1 0 0,-1 0 1 0 0,0 1-1 0 0,1-1 1 0 0,-1 0-1 0 0,0 0 1 0 0,0 0-1 0 0,1 0 1 0 0,-1 1-1 0 0,1-1 26 0 0,-1 1-1 0 0,1-1 1 0 0,0 0-1 0 0,-1 1 1 0 0,1-1-1 0 0,-1 1 1 0 0,1-1 0 0 0,-1 1-1 0 0,1-1 1 0 0,-1 1-1 0 0,0-1 1 0 0,1 1-1 0 0,-1 0 1 0 0,1-1 0 0 0,-1 1-1 0 0,0 0 1 0 0,0-1-1 0 0,1 1 1 0 0,-1 0-1 0 0,0-1 1 0 0,0 1-1 0 0,0 0 1 0 0,0-1 0 0 0,0 2-1 0 0,1 3-1720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5:57.13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215 401 769 0 0,'2'1'21908'0'0,"-8"11"-18389"0"0,9 2-3630 0 0,-1-5 238 0 0,2 3-125 0 0,-3-7-2 0 0,1 0 0 0 0,-1 0 0 0 0,0 0 0 0 0,0 0 0 0 0,0 0 0 0 0,-1 7 0 0 0,-1 5-7 0 0,1-15 6 0 0,-1 0-1 0 0,1 0 0 0 0,0 0 1 0 0,0 0-1 0 0,0 0 1 0 0,0 0-1 0 0,0 0 0 0 0,1 0 1 0 0,-1 0-1 0 0,1 0 1 0 0,0 2-1 0 0,0-2-7 0 0,-11 36 44 0 0,10-37-35 0 0,0 0 0 0 0,-1 0 0 0 0,1-1 0 0 0,0 1 0 0 0,0 0 0 0 0,0 0 0 0 0,-1-1 0 0 0,1 1 0 0 0,0 0 0 0 0,-1-1 0 0 0,1 1 0 0 0,0 0 0 0 0,-1-1 0 0 0,1 1 0 0 0,-1-1 0 0 0,1 1 0 0 0,-1-1 0 0 0,1 1 0 0 0,-1-1 0 0 0,0 1 0 0 0,1-1 0 0 0,-1 1 0 0 0,0-1 0 0 0,1 0 0 0 0,-1 1 0 0 0,0-1 0 0 0,1 0 0 0 0,-1 0 0 0 0,-1 1 0 0 0,-15 3 0 0 0,13-3-1 0 0,1 0 1 0 0,0 0 0 0 0,0 0 0 0 0,-1 0-1 0 0,1-1 1 0 0,0 1 0 0 0,-1-1 0 0 0,1 0-1 0 0,-1 0 1 0 0,1 0 0 0 0,-1 0 0 0 0,1 0-1 0 0,0-1 1 0 0,-1 0 0 0 0,1 0 0 0 0,0 0-1 0 0,-1 0 1 0 0,1 0 0 0 0,0 0 0 0 0,0-1-1 0 0,0 0 1 0 0,0 1 0 0 0,0-1 0 0 0,1 0-1 0 0,-1-1 1 0 0,0 1 0 0 0,1 0 0 0 0,0-1-1 0 0,-3-2 1 0 0,5 4 0 0 0,-13-6-6 0 0,5 3 10 0 0,0-1-1 0 0,0 0 0 0 0,-11-9 1 0 0,-6-17-10 0 0,24 30 4 0 0,0 0 0 0 0,0 0 0 0 0,0 0 0 0 0,0 0 0 0 0,1-1 0 0 0,-1 1 0 0 0,0 0 0 0 0,1 0 1 0 0,-1-1-1 0 0,1 1 0 0 0,0 0 0 0 0,-1-1 0 0 0,1 1 0 0 0,0-1 0 0 0,0 1 0 0 0,0 0 0 0 0,0-1 0 0 0,0 1 0 0 0,0-1 0 0 0,0 1 0 0 0,1 0 0 0 0,-1-1 1 0 0,0 1-1 0 0,1 0 0 0 0,0-3 0 0 0,1-2-6 0 0,37-332-13570 0 0,-38 241 13983 0 0,-1 94-334 0 0,0 2-151 0 0,0 1 1 0 0,-1-1 0 0 0,1 1 0 0 0,0-1-1 0 0,-1 1 1 0 0,1-1 0 0 0,0 1-1 0 0,-1-1 1 0 0,1 1 0 0 0,0-1 0 0 0,0 1-1 0 0,0-1 1 0 0,0 0 0 0 0,-1 1-1 0 0,1-1 1 0 0,0 1 0 0 0,0-1 0 0 0,0 1-1 0 0,0-1 1 0 0,0 0 0 0 0,0 1-1 0 0,0-1 1 0 0,1 1 0 0 0,-1-1 0 0 0,0 0-1 0 0,0 1 1 0 0,0-1 0 0 0,1 1-1 0 0,-1-1 1 0 0,0 1 0 0 0,1-1 0 0 0,-1 1-1 0 0,0-1 1 0 0,1 1 0 0 0,-1-1-1 0 0,0 1 1 0 0,1 0 0 0 0,-1-1 0 0 0,1 1-1 0 0,0-1 1 0 0,0 1-5 0 0,0 0 1 0 0,-1 0-1 0 0,1 1 0 0 0,-1-1 0 0 0,1 0 1 0 0,0 1-1 0 0,-1-1 0 0 0,1 0 0 0 0,-1 1 1 0 0,1-1-1 0 0,0 0 0 0 0,-1 1 1 0 0,0-1-1 0 0,1 1 0 0 0,-1-1 0 0 0,1 1 1 0 0,-1 0-1 0 0,1-1 0 0 0,-1 1 1 0 0,0-1-1 0 0,0 1 0 0 0,1 0 0 0 0,-1-1 1 0 0,0 1-1 0 0,0 0 0 0 0,0-1 0 0 0,1 1 1 0 0,-1 0-1 0 0,0-1 0 0 0,0 1 1 0 0,0 0-1 0 0,0-1 0 0 0,0 1 0 0 0,0 0 1 0 0,-1-1-1 0 0,1 1 0 0 0,0 1 1 0 0,-1 10-394 0 0,-1 1 1 0 0,0-1 0 0 0,-1 0-1 0 0,0 0 1 0 0,-1 0 0 0 0,-7 16-1 0 0,1-4-856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5:57.74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30 23 742 0 0,'24'-1'23418'0'0,"-18"2"-21457"0"0,-7 2-1951 0 0,1-1-1 0 0,-1 1 0 0 0,0 0 0 0 0,1-1 0 0 0,-1 1 1 0 0,0-1-1 0 0,-1 1 0 0 0,1-1 0 0 0,-3 5 1 0 0,2-6-11 0 0,1-1 1 0 0,-1 1 0 0 0,1-1 0 0 0,-1 1 0 0 0,1-1 0 0 0,-1 0 0 0 0,0 1-1 0 0,1-1 1 0 0,-1 0 0 0 0,0 0 0 0 0,1 0 0 0 0,-1 0 0 0 0,0-1 0 0 0,1 1 0 0 0,-1 0-1 0 0,1-1 1 0 0,-1 1 0 0 0,0-1 0 0 0,1 1 0 0 0,-1-1 0 0 0,1 0 0 0 0,0 0-1 0 0,-1 0 1 0 0,1 1 0 0 0,0-1 0 0 0,-1-1 0 0 0,1 1 0 0 0,-2-2 0 0 0,2 2-20 0 0,0-1-11 0 0,1 0 0 0 0,0 0 0 0 0,0 0 1 0 0,1 0-1 0 0,-1 1 0 0 0,0-1 1 0 0,0 0-1 0 0,1 0 0 0 0,0 0 0 0 0,-1 1 1 0 0,1-1-1 0 0,0 0 0 0 0,0 0 0 0 0,-1 1 1 0 0,1-1-1 0 0,1 1 0 0 0,-1-1 1 0 0,0 1-1 0 0,2-2 0 0 0,0-1 464 0 0,-2 2-1427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5:58.84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75 0 380 0 0,'-2'1'14858'0'0,"-7"6"-7155"0"0,-4 4-4430 0 0,11-9-3284 0 0,1 0 0 0 0,0 0 0 0 0,0 0-1 0 0,0 0 1 0 0,0 1 0 0 0,0-1 0 0 0,1 0 0 0 0,-1 0 0 0 0,1 1 0 0 0,-1-1 0 0 0,1 0 0 0 0,0 1 0 0 0,0 2 0 0 0,0-1 164 0 0,0-2-157 0 0,-6 26 10 0 0,-1 7-16 0 0,-1 36 0 0 0,-1 19 11 0 0,-2 75 0 0 0,17-93 14 0 0,-6-71-22 0 0,4 24 16 0 0,-4-23-9 0 0,3 22-8717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6:00.44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1318 50 960 0 0,'-2'0'14009'0'0,"-10"0"-6117"0"0,1 0-4556 0 0,8 0-3387 0 0,-2 13 119 0 0,0-2-80 0 0,-1 25-35 0 0,7-7 52 0 0,0-27-3 0 0,-1 0 0 0 0,0-1 0 0 0,0 1 0 0 0,0 0 0 0 0,0-1 0 0 0,0 1 0 0 0,0 0 0 0 0,0-1 0 0 0,0 1 0 0 0,-1 0 0 0 0,1-1-1 0 0,0 1 1 0 0,-1-1 0 0 0,0 1 0 0 0,1 0 0 0 0,-1-1 0 0 0,0 1 0 0 0,-1 1 0 0 0,-2 1-215 0 0,0-1 1 0 0,0 0-1 0 0,-1 0 1 0 0,1-1-1 0 0,0 1 0 0 0,-1-1 1 0 0,-8 3-1 0 0,4-4-2293 0 0,-30-2-4132 0 0,24-5 1115 0 0,14 5 4376 0 0,-2 0 1149 0 0,0-1 0 0 0,0 0 0 0 0,1-1-1 0 0,-1 1 1 0 0,1 0 0 0 0,-1-1-1 0 0,1 1 1 0 0,0-1 0 0 0,0 0 0 0 0,-3-5-1 0 0,3 5 6 0 0,1 2-2 0 0,-6-27-35 0 0,11-14 10400 0 0,-6 53-6571 0 0,0-3-3591 0 0,-14 12-3129 0 0,1-7 7285 0 0,-6 1-2284 0 0,16-11-2466 0 0,0 0 0 0 0,-1 0 0 0 0,0 0 0 0 0,1-1 0 0 0,-1 0-1 0 0,0 0 1 0 0,-10 2 0 0 0,-13-2 1702 0 0,14-1-3328 0 0,14-1 2181 0 0,0 0 0 0 0,0 0 0 0 0,-1 0 0 0 0,1 0 0 0 0,0 0-1 0 0,-1 0 1 0 0,1 0 0 0 0,0 0 0 0 0,-1-1 0 0 0,1 1 0 0 0,0 0 0 0 0,-1-1-1 0 0,1 1 1 0 0,0-1 0 0 0,0 1 0 0 0,0-1 0 0 0,0 0 0 0 0,-1 1 0 0 0,-1-3-1 0 0,2 2-146 0 0,-11-8-3136 0 0,-7-14 3487 0 0,9-24 2335 0 0,9 45-2674 0 0,-8 34-17044 0 0,8-28 17034 0 0,-1 0 1 0 0,0 0-1 0 0,0-1 0 0 0,0 1 0 0 0,0 0 0 0 0,0-1 1 0 0,-1 0-1 0 0,0 1 0 0 0,1-1 0 0 0,-1 0 0 0 0,0-1 1 0 0,-1 1-1 0 0,-5 4 0 0 0,1-2-40 0 0,0-1 0 0 0,-1 0 0 0 0,1-1 0 0 0,0 0 1 0 0,-11 3-1 0 0,17-5 43 0 0,-19-13 194 0 0,17 8-30 0 0,0-2 0 0 0,0 1 0 0 0,1 0 0 0 0,-1-1-1 0 0,1 1 1 0 0,1-1 0 0 0,-1 0 0 0 0,1 0 0 0 0,0 0-1 0 0,0-1 1 0 0,1 1 0 0 0,0 0 0 0 0,-1-8 0 0 0,2 11-137 0 0,-2-27 6382 0 0,3 9-2544 0 0,0 65-413 0 0,-1-42-3481 0 0,0-1-10 0 0,1-1 0 0 0,-1 1 0 0 0,0-1 0 0 0,0 1 0 0 0,1-1 0 0 0,-1 1 0 0 0,0-1 0 0 0,0 1 0 0 0,0 0 0 0 0,0-1 0 0 0,0 1 0 0 0,0-1 0 0 0,0 1 0 0 0,0-1 0 0 0,0 1 0 0 0,0 0 0 0 0,0-1 0 0 0,0 1 0 0 0,0-1 0 0 0,0 1 0 0 0,-1 0 0 0 0,1-1 0 0 0,0 1 0 0 0,0-1 0 0 0,-1 1 0 0 0,1-1 0 0 0,0 1 0 0 0,-1-1 0 0 0,0 1 0 0 0,-12 28-771 0 0,10-22 293 0 0,-3-3-499 0 0,0 0 1 0 0,-1 0-1 0 0,0 0 1 0 0,0-1 0 0 0,0 0-1 0 0,0 0 1 0 0,0 0-1 0 0,-1-1 1 0 0,1 0-1 0 0,-12 1 1 0 0,-13 0-234 0 0,-38 1 1 0 0,38-3 1739 0 0,-241-5-370 0 0,160-7 2614 0 0,63 3 6266 0 0,48 7-8133 0 0,-24-9-5796 0 0,18 1-649 0 0,1-1 4947 0 0,6 8 1649 0 0,-1-1 1 0 0,1 1-1 0 0,0-1 1 0 0,0 1-1 0 0,0-1 1 0 0,0 1-1 0 0,1-1 0 0 0,-1 1 1 0 0,1-1-1 0 0,-1 0 1 0 0,1-3-1 0 0,0 4-1213 0 0,-2-27-1660 0 0,19-6 3818 0 0,-2 12-4488 0 0,-9 17 834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6:00.833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0 1339 0 0,'1'2'14462'0'0,"6"7"-7155"0"0,13 14-4334 0 0,-20-23-2996 0 0,1 0 1 0 0,-1 0 0 0 0,0 0 0 0 0,0 1-1 0 0,1-1 1 0 0,-1 0 0 0 0,0 0 0 0 0,1 0-1 0 0,-1 0 1 0 0,0 0 0 0 0,1 0 0 0 0,-1 0-1 0 0,0 0 1 0 0,1 0 0 0 0,-1 0-1 0 0,0 0 1 0 0,1 0 0 0 0,-1 0 0 0 0,0 0-1 0 0,1 0 1 0 0,-1-1 0 0 0,0 1 0 0 0,1 0-1 0 0,-1 0 1 0 0,0 0 0 0 0,0 0 0 0 0,1-1-1 0 0,-1 1 1 0 0,0 0 0 0 0,1-1 0 0 0,6-2 304 0 0,-6 2-755 0 0,19-13 410 0 0,-14 9-1165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6:01.118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17 1 931 0 0,'-2'6'-1530'0'0,"-11"14"25044"0"0,13-19-23432 0 0,0-1 1 0 0,0 0-1 0 0,-1 0 0 0 0,1 1 1 0 0,0-1-1 0 0,0 0 0 0 0,0 0 1 0 0,0 1-1 0 0,0-1 1 0 0,0 0-1 0 0,-1 0 0 0 0,1 1 1 0 0,0-1-1 0 0,0 0 0 0 0,0 1 1 0 0,0-1-1 0 0,0 0 1 0 0,0 1-1 0 0,0-1 0 0 0,0 0 1 0 0,0 0-1 0 0,0 1 0 0 0,0-1 1 0 0,1 0-1 0 0,-1 1 1 0 0,0-1-1 0 0,0 0 0 0 0,0 0 1 0 0,0 1-1 0 0,0-1 0 0 0,0 0 1 0 0,1 0-1 0 0,-1 1 1 0 0,0-1-1 0 0,0 0 0 0 0,0 0 1 0 0,1 0-1 0 0,-1 1 0 0 0,0-1 1 0 0,0 0-1 0 0,1 0 1 0 0,-1 1-1 0 0,15 7-696 0 0,-9-5 808 0 0,-3-1-298 0 0,0 0 0 0 0,1 0 1 0 0,-1-1-1 0 0,1 1 0 0 0,0-1 0 0 0,0 0 0 0 0,-1 0 0 0 0,1 0 0 0 0,0-1 0 0 0,8 1 0 0 0,-7 0-631 0 0,-2-1-1620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6:03.22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356 1 877 0 0,'0'0'3820'0'0,"-10"2"-150"0"0,-23 5 11846 0 0,24-6-13185 0 0,-90 16-6541 0 0,-14 2-4485 0 0,38-11 6021 0 0,73-8 2665 0 0,-12-11-9565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6:03.70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255 16 1118 0 0,'-3'-11'14253'0'0,"-5"10"-6435"0"0,2-2-7946 0 0,-25 14 3269 0 0,-174 101-5274 0 0,203-111 2962 0 0,14 23-17969 0 0,-3-18 19166 0 0,-1-1 1 0 0,1 0-1 0 0,0-1 1 0 0,0 1-1 0 0,0-2 1 0 0,12 4-1 0 0,8 4 2025 0 0,-27-10-4766 0 0,2 7 1006 0 0,1-1-1553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6:05.138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189 347 1258 0 0,'-4'-3'9191'0'0,"-6"-3"1624"0"0,20 21-5880 0 0,-9-12-4935 0 0,1 1 1 0 0,-1 0 0 0 0,0 0-1 0 0,-1-1 1 0 0,1 1-1 0 0,-1 0 1 0 0,1 0-1 0 0,-1 0 1 0 0,0 0-1 0 0,0 0 1 0 0,-2 4-1 0 0,2 10 9 0 0,-4 14-39 0 0,4-31 2 0 0,-21 9-29 0 0,-2-2-5324 0 0,-1-2 0 0 0,-40 6 0 0 0,62-11 5418 0 0,-1-1-274 0 0,1-1 69 0 0,-1 1 0 0 0,1-1 0 0 0,-1 1 0 0 0,1-1 0 0 0,-1 0 0 0 0,1 0 0 0 0,0 0 0 0 0,-4-2 0 0 0,4 0 285 0 0,-1-1 1 0 0,1 0-1 0 0,0 1 1 0 0,0-1-1 0 0,0 0 1 0 0,1 0-1 0 0,-1 0 1 0 0,1 0-1 0 0,0 0 1 0 0,0 0-1 0 0,1 0 1 0 0,-1-5-1 0 0,-2-52 227 0 0,3 20-36 0 0,1 1-1 0 0,2-1 1 0 0,2 1 0 0 0,16-61 0 0 0,4 34 111 0 0,-8 31-3323 0 0,-11 38 1914 0 0,11 2 4393 0 0,-15-4-2179 0 0,-1 1-1128 0 0,0 0 0 0 0,0 0 0 0 0,1 0 0 0 0,-1-1 0 0 0,0 1 0 0 0,0 0 0 0 0,0 0 0 0 0,0 1 0 0 0,0-1 0 0 0,0 0 0 0 0,-1 0 0 0 0,1 0 0 0 0,0 1 0 0 0,-1-1 0 0 0,1 0 0 0 0,-1 1 0 0 0,1-1 0 0 0,-1 0 0 0 0,1 1-1 0 0,-1 1 1 0 0,0-2 276 0 0,5 14 144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6:05.768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30 1 955 0 0,'12'7'1515'0'0,"-9"-2"2423"0"0,-3-2-3827 0 0,-7 17 19411 0 0,6-19-18792 0 0,-5 2 872 0 0,-1-1-3763 0 0,5-2 2156 0 0,-18-5 4 0 0,18 5-12 0 0,14-8-1785 0 0,-8 5-2811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6:06.87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154 381 892 0 0,'0'0'4397'0'0,"-8"14"-4322"0"0,6-8 3624 0 0,1 14 11266 0 0,2 10-12795 0 0,-1-28-2182 0 0,-4 26-45 0 0,3-26 60 0 0,0 1 0 0 0,0-1 0 0 0,0 0-1 0 0,-1 0 1 0 0,1 0 0 0 0,-1 0 0 0 0,1 0 0 0 0,-1 0 0 0 0,0 0 0 0 0,0-1 0 0 0,0 1 0 0 0,0-1-1 0 0,0 1 1 0 0,0-1 0 0 0,0 0 0 0 0,0 0 0 0 0,0 0 0 0 0,-1 0 0 0 0,1 0 0 0 0,0 0-1 0 0,-1-1 1 0 0,1 1 0 0 0,-5 0 0 0 0,-3 2-25 0 0,8-3-94 0 0,-23-6 240 0 0,12 6-109 0 0,12-1-15 0 0,-1 1 1 0 0,1 0 0 0 0,-1-1 0 0 0,1 1 0 0 0,-1-1-1 0 0,1 0 1 0 0,0 1 0 0 0,-1-1 0 0 0,1 0-1 0 0,0 0 1 0 0,-1 0 0 0 0,1 0 0 0 0,0 0 0 0 0,0 0-1 0 0,0 0 1 0 0,0-1 0 0 0,0 1 0 0 0,-1-3 0 0 0,-11-53-7 0 0,11 32 7 0 0,2 0 0 0 0,0 0 0 0 0,2 1 1 0 0,1-1-1 0 0,6-24 0 0 0,14-105-2 0 0,-13 107-5 0 0,-7 0-1 0 0,-2 45 9 0 0,-1-12-1199 0 0,9 15 857 0 0,-7 1 414 0 0,0-1-1 0 0,-1 0 1 0 0,1 1 0 0 0,-1-1 0 0 0,1 0-1 0 0,-1 1 1 0 0,0 0 0 0 0,0-1-1 0 0,0 1 1 0 0,0 0 0 0 0,0 0 0 0 0,0-1-1 0 0,0 1 1 0 0,0 2 0 0 0,0 9-718 0 0,-1 2 1730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6:07.66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34 16 795 0 0,'2'5'22791'0'0,"-4"-3"-20180"0"0,-6 14-2604 0 0,-17-43-9 0 0,24 25 5 0 0,11-8-76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6:09.87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759 57 637 0 0,'0'0'2048'0'0,"-20"10"9383"0"0,1-8 649 0 0,17-2-12087 0 0,-4 42-100 0 0,5-4 193 0 0,1-35-180 0 0,-13 34 234 0 0,13-36-378 0 0,0 0-1 0 0,-1 0 1 0 0,1 0 0 0 0,0-1 0 0 0,-1 1 0 0 0,1 0 0 0 0,-1 0 0 0 0,1 0 0 0 0,-1-1 0 0 0,0 1 0 0 0,1 0 0 0 0,-1-1 0 0 0,0 1 0 0 0,0 0-1 0 0,1-1 1 0 0,-1 1 0 0 0,0-1 0 0 0,0 1 0 0 0,0-1 0 0 0,1 0 0 0 0,-1 1 0 0 0,0-1 0 0 0,0 0 0 0 0,0 0 0 0 0,0 1 0 0 0,0-1-1 0 0,0 0 1 0 0,0 0 0 0 0,-1 0 0 0 0,1 0 232 0 0,-1 0-14 0 0,-22-10-9761 0 0,13 6 11255 0 0,6 0 2688 0 0,3 2-3133 0 0,0 0 0 0 0,0 0-1 0 0,0-1 1 0 0,0 1 0 0 0,1-1-1 0 0,-1 1 1 0 0,1-1 0 0 0,0 0-1 0 0,-2-5 1 0 0,2 7-835 0 0,0-4 756 0 0,8-19-1222 0 0,1-57 392 0 0,-8 79-162 0 0,5-17 50 0 0,-21 87-9 0 0,16-66-89 0 0,-16 18-1455 0 0,8-11-7757 0 0,-13 5 2946 0 0,19-13 6225 0 0,-1 0 0 0 0,0 0 0 0 0,0 0 0 0 0,0-1 0 0 0,0 1 0 0 0,1-1 0 0 0,-1 0 0 0 0,0 1 1 0 0,-5-2-1 0 0,6 1 202 0 0,-23-9-69 0 0,5-27 407 0 0,19 35-218 0 0,1 0-181 0 0,0 1 0 0 0,0 0 0 0 0,-9-12 15157 0 0,4 18-13370 0 0,1 0-120 0 0,0 13-2349 0 0,-25 100-2292 0 0,18-84 2362 0 0,8-27-909 0 0,-1 0 1 0 0,1 0 0 0 0,-1 0-1 0 0,-1-1 1 0 0,1 0-1 0 0,-1 0 1 0 0,0 0 0 0 0,-8 7-1 0 0,-14 7 3081 0 0,18-15-1455 0 0,-1-1 0 0 0,0 1 0 0 0,-1-2 0 0 0,1 1 0 0 0,-1-1 0 0 0,0-1 1 0 0,0 0-1 0 0,0-1 0 0 0,0 0 0 0 0,0 0 0 0 0,-1-1 0 0 0,1-1 0 0 0,-1 0 0 0 0,1 0 0 0 0,-13-3 0 0 0,0 2 2852 0 0,17 1-1702 0 0,-1 0-1 0 0,1-1 1 0 0,0 0-1 0 0,0 0 1 0 0,0-1-1 0 0,-14-5 1 0 0,-34-15-10405 0 0,54 21 9277 0 0,-14-15-3370 0 0,13 12 3262 0 0,0 0 1 0 0,1 0-1 0 0,0 0 1 0 0,0 0-1 0 0,0 0 0 0 0,0-1 1 0 0,0 1-1 0 0,1 0 0 0 0,0 0 1 0 0,0-1-1 0 0,0 1 0 0 0,0 0 1 0 0,2-7-1 0 0,0 2 2 0 0,1 0-1 0 0,0 1 1 0 0,0 0-1 0 0,1 0 1 0 0,0 0-1 0 0,6-10 1 0 0,1 3-69 0 0,0 0 0 0 0,1 1-1 0 0,0 0 1 0 0,1 1 0 0 0,1 0 0 0 0,15-10 0 0 0,-17 14-341 0 0,86-57-3358 0 0,-84 58 1861 0 0,1 1 0 0 0,29-10-1 0 0,-26 12-776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5:01.25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63 202 783 0 0,'0'0'160'0'0,"-1"0"1"0"0,0 0-1 0 0,0 0 1 0 0,1 0-1 0 0,-1 0 0 0 0,0 0 1 0 0,1 0-1 0 0,-1 0 0 0 0,0 0 1 0 0,0 0-1 0 0,1 1 1 0 0,-1-1-1 0 0,0 0 0 0 0,1 0 1 0 0,-1 1-1 0 0,0-1 1 0 0,1 0-1 0 0,-1 1 0 0 0,1-1 1 0 0,-1 1-1 0 0,-5 12 16090 0 0,9-4-14659 0 0,-2-7-1327 0 0,-1 0-1 0 0,0-1 1 0 0,1 1-1 0 0,-1-1 1 0 0,1 1 0 0 0,-1-1-1 0 0,1 1 1 0 0,0-1 0 0 0,0 1-1 0 0,0-1 1 0 0,0 1 0 0 0,0-1-1 0 0,0 0 1 0 0,0 0-1 0 0,1 2 1 0 0,3-2-264 0 0,-1 0 1 0 0,1 0-1 0 0,0 0 0 0 0,-1-1 0 0 0,1 0 0 0 0,0 0 1 0 0,-1 0-1 0 0,1 0 0 0 0,8-2 0 0 0,-4 0 25 0 0,0 0 0 0 0,0-1-1 0 0,0 0 1 0 0,-1 0 0 0 0,1 0 0 0 0,-1-1 0 0 0,1-1-1 0 0,-1 0 1 0 0,-1 0 0 0 0,1 0 0 0 0,9-9-1 0 0,-7 4-604 0 0,0 0 0 0 0,-1-1 0 0 0,0 0-1 0 0,-1-1 1 0 0,0 1 0 0 0,11-25 0 0 0,-11 9-8640 0 0,-9 9 7420 0 0,-4 4 4545 0 0,-2 2 5014 0 0,6 11-6295 0 0,1 0-1317 0 0,-1 0-1 0 0,1 0 0 0 0,0 0 1 0 0,0 1-1 0 0,0-1 0 0 0,-1 0 1 0 0,1 0-1 0 0,0 1 0 0 0,-1-1 1 0 0,1 0-1 0 0,0 1 0 0 0,-1-1 0 0 0,1 0 1 0 0,-1 1-1 0 0,1-1 0 0 0,-1 0 1 0 0,0 1-1 0 0,0-1 0 0 0,-21-11-261 0 0,19 11 247 0 0,1 1-197 0 0,-32 7-4713 0 0,-10 12 6115 0 0,35-14-3136 0 0,0 1 0 0 0,1 0 0 0 0,0 0-1 0 0,-1 1 1 0 0,2 0 0 0 0,-1 0 0 0 0,1 1 0 0 0,-10 14 0 0 0,3 1 1858 0 0,1 1 1 0 0,2 0 0 0 0,0 1-1 0 0,1 1 1 0 0,-6 27 0 0 0,5-26 113 0 0,10-24 372 0 0,-1 0 0 0 0,1 0 0 0 0,0 0 1 0 0,0 0-1 0 0,0 0 0 0 0,0 0 0 0 0,1 0 0 0 0,-1 0 1 0 0,1 0-1 0 0,0 1 0 0 0,0-1 0 0 0,0 5 0 0 0,0-6-394 0 0,8 0 6154 0 0,8 3-3157 0 0,43-9-3144 0 0,0-10-4431 0 0,60-29-6997 0 0,-55 18 9997 0 0,-28 5-3354 0 0,-34 19 3124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5:01.798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253 1 648 0 0,'0'0'368'0'0,"-24"4"5649"0"0,17-2-2253 0 0,-12 3 7588 0 0,14-4-7287 0 0,-3 1-4065 0 0,1 1 0 0 0,0-1 0 0 0,0 1 0 0 0,0 1 0 0 0,0-1 0 0 0,1 1 0 0 0,-1 1 0 0 0,1-1 0 0 0,-9 8 0 0 0,10-7 0 0 0,0-1 0 0 0,-1 0 0 0 0,0 0 0 0 0,-8 5 0 0 0,-25 14-10 0 0,-5 7-5 0 0,43-29-57 0 0,14 5 95 0 0,-9-2-2099 0 0,-1 3 566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5:19.81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273 121 697 0 0,'2'-6'941'0'0,"-2"4"608"0"0,1 0 0 0 0,-1 0 0 0 0,0 0 1 0 0,1 0-1 0 0,-1 0 0 0 0,0 0 0 0 0,0 1 0 0 0,0-1 0 0 0,0 0 0 0 0,0 0 0 0 0,-1 0 1 0 0,0-3-1 0 0,-6-20 2888 0 0,6 21-4439 0 0,-1 0 0 0 0,1 1 1 0 0,-1-1-1 0 0,0 1 1 0 0,0-1-1 0 0,-1 1 1 0 0,1 0-1 0 0,-1 0 0 0 0,1 0 1 0 0,-1 0-1 0 0,0 0 1 0 0,0 0-1 0 0,0 1 1 0 0,-1-1-1 0 0,1 1 0 0 0,0 0 1 0 0,-1 0-1 0 0,0 1 1 0 0,1-1-1 0 0,-1 1 1 0 0,-4-2-1 0 0,1 2-304 0 0,1 1 0 0 0,0 0 0 0 0,-1 0 0 0 0,1 1 0 0 0,-1 0 0 0 0,-7 1 0 0 0,7 1-714 0 0,-1-1 1 0 0,1 1-1 0 0,-1 0 1 0 0,1 1-1 0 0,0-1 1 0 0,0 1-1 0 0,-12 10 1 0 0,11-7-340 0 0,1 0 0 0 0,-1 1-1 0 0,1 0 1 0 0,1 0 0 0 0,-11 16 0 0 0,-6 24-781 0 0,22-43 2158 0 0,0-1 0 0 0,0 0-1 0 0,1 1 1 0 0,-1-1-1 0 0,1 1 1 0 0,0-1 0 0 0,0 1-1 0 0,1-1 1 0 0,-1 1-1 0 0,1-1 1 0 0,0 1 0 0 0,0-1-1 0 0,1 0 1 0 0,-1 0-1 0 0,1 1 1 0 0,0-1 0 0 0,0 0-1 0 0,0-1 1 0 0,1 1-1 0 0,-1 0 1 0 0,1-1 0 0 0,0 1-1 0 0,0-1 1 0 0,0 0-1 0 0,5 4 1 0 0,-6-6-5 0 0,-1 0 1 0 0,1 0-1 0 0,0 0 1 0 0,0 0-1 0 0,0-1 1 0 0,0 1-1 0 0,-1-1 1 0 0,1 1-1 0 0,0-1 1 0 0,0 0-1 0 0,0 0 0 0 0,0 0 1 0 0,0 0-1 0 0,0 0 1 0 0,0 0-1 0 0,0 0 1 0 0,0-1-1 0 0,0 1 1 0 0,0-1-1 0 0,2-1 1 0 0,2 1 204 0 0,-1-1 1 0 0,1-1 0 0 0,-1 1 0 0 0,0-1 0 0 0,8-5 0 0 0,-3 1-218 0 0,-1-1 0 0 0,1 0 1 0 0,-1 0-1 0 0,-1-1 1 0 0,0 0-1 0 0,0 0 0 0 0,-1-1 1 0 0,0 0-1 0 0,0 0 0 0 0,-1-1 1 0 0,8-19-1 0 0,-2-16 1806 0 0,-9 16 181 0 0,-4 21 8197 0 0,8 19-5484 0 0,-2-2-4826 0 0,-2-1-181 0 0,44 74 46 0 0,-17-44-3681 0 0,-26-33 2044 0 0,1 0 0 0 0,-1 0-1 0 0,1 0 1 0 0,0-1 0 0 0,14-1 12506 0 0,-14-8-8277 0 0,-5 5-2316 0 0,-1-1 1 0 0,0 1-1 0 0,1 0 1 0 0,-1 0-1 0 0,0-1 1 0 0,1 1-1 0 0,-1 0 1 0 0,0 0-1 0 0,0 0 1 0 0,0 0-1 0 0,0 0 1 0 0,0 0-1 0 0,-2 0 1 0 0,-5-5 806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5:20.45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20 154 994 0 0,'-19'6'5644'0'0,"22"-12"-3740"0"0,6-10 12542 0 0,0 4-13460 0 0,0 0-1 0 0,0 1 0 0 0,19-18 1 0 0,10-11-1702 0 0,-7 6 664 0 0,-29 35 53 0 0,0 0-1 0 0,0 0 0 0 0,-1 0 1 0 0,1 0-1 0 0,-1 0 0 0 0,1 0 1 0 0,-1 0-1 0 0,1 1 0 0 0,-1-1 1 0 0,1 0-1 0 0,-1 1 0 0 0,0-1 0 0 0,0 1 1 0 0,0 0-1 0 0,0-1 0 0 0,1 4 1 0 0,0-1-1 0 0,0-1 1 0 0,0 1-1 0 0,0-1 1 0 0,1 1-1 0 0,-1-1 1 0 0,1 0-1 0 0,0 0 1 0 0,3 3-1 0 0,14 13-17 0 0,-4-3-244 0 0,1-1-1 0 0,33 24 1 0 0,1-2-7153 0 0,-39-29 4317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6:24.22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275 8 754 0 0,'6'-7'22511'0'0,"-34"13"-19041"0"0,4 9-3903 0 0,22-14 345 0 0,-7 6-25 0 0,0-1 0 0 0,1 1 0 0 0,0 0 0 0 0,1 1 0 0 0,0 0 0 0 0,0 0-1 0 0,0 0 1 0 0,1 1 0 0 0,0 0 0 0 0,1 0 0 0 0,-6 14 0 0 0,8-16 35 0 0,1 0 0 0 0,0-1 0 0 0,0 1 1 0 0,1 0-1 0 0,0 0 0 0 0,0 0 0 0 0,1 0 0 0 0,0 0 0 0 0,0 1 0 0 0,0-1 0 0 0,1 0 0 0 0,0 0 0 0 0,1 0 0 0 0,0-1 0 0 0,0 1 0 0 0,0 0 0 0 0,6 12 0 0 0,21 40-6759 0 0,-4 2 4325 0 0,-5-5 3435 0 0,17 77 0 0 0,-35-123-1099 0 0,0 1 1 0 0,-1-1-1 0 0,0 0 1 0 0,-1 1-1 0 0,0 0 1 0 0,0-1-1 0 0,-1 0 1 0 0,-1 1-1 0 0,0-1 1 0 0,0 0-1 0 0,-1 1 1 0 0,0-1-1 0 0,-1-1 1 0 0,0 1-1 0 0,-10 15 1 0 0,8-15 484 0 0,0-1 0 0 0,-1 0 0 0 0,0-1 0 0 0,-1 0 0 0 0,0 0 1 0 0,0 0-1 0 0,0-1 0 0 0,-1-1 0 0 0,0 1 0 0 0,-1-1 0 0 0,0-1 0 0 0,1 0 1 0 0,-2 0-1 0 0,-19 6 0 0 0,23-9 304 0 0,-44 10 7133 0 0,32-13-7672 0 0,17 1-78 0 0,22-12 6 0 0,14 4 1 0 0,-27 7-3 0 0,-1-1 0 0 0,1 1 0 0 0,-1 1 0 0 0,1-1 0 0 0,-1 1 0 0 0,1 0 0 0 0,0 0 0 0 0,-1 1 0 0 0,1 0 0 0 0,-1 0 0 0 0,1 1 0 0 0,-1 0 0 0 0,0 0 0 0 0,0 0 0 0 0,0 1 0 0 0,0 0 0 0 0,0 0 0 0 0,0 0 0 0 0,-1 1 0 0 0,1 0 0 0 0,-1 0 0 0 0,0 0 0 0 0,0 1 0 0 0,-1-1 0 0 0,9 11 0 0 0,-7-3-778 0 0,-1 0 1 0 0,0 1-1 0 0,0-1 1 0 0,-2 1 0 0 0,1 0-1 0 0,-1 0 1 0 0,-1 0-1 0 0,-1 0 1 0 0,0 0 0 0 0,0 15-1 0 0,6 46-1909 0 0,-2-34 2980 0 0,-2 0-1 0 0,-5 75 0 0 0,1-11-52 0 0,2-56-194 0 0,2 11 77 0 0,-8 82-1 0 0,4-127 449 0 0,1 0 0 0 0,0 0 0 0 0,3 20-1 0 0,9 19-406 0 0,-5-27-1216 0 0,-5-23 925 0 0,-1 0 0 0 0,0 1 0 0 0,0-1 1 0 0,0 0-1 0 0,-1 1 0 0 0,1-1 0 0 0,-1 1 1 0 0,1-1-1 0 0,-1 1 0 0 0,-1 3 0 0 0,1-4 127 0 0,0 1 0 0 0,1-1 0 0 0,-1 1 0 0 0,1-1 0 0 0,-1 1 0 0 0,1-1 0 0 0,0 1 0 0 0,0-1 0 0 0,0 0 0 0 0,1 0 0 0 0,-1 1 0 0 0,4 3 1 0 0,-3-4-1 0 0,-1 0 0 0 0,1 0 0 0 0,-1 0 0 0 0,1 0 0 0 0,-1 1 0 0 0,0-1 0 0 0,0 0 0 0 0,0 1 0 0 0,-1-1 0 0 0,1 1 0 0 0,-1-1 0 0 0,0 0 0 0 0,0 5 0 0 0,0-5-11 0 0,0 0 0 0 0,0 0 0 0 0,1 0 0 0 0,-1-1 0 0 0,1 1 1 0 0,-1 0-1 0 0,1 0 0 0 0,0-1 0 0 0,0 1 0 0 0,0 0 1 0 0,3 3-1 0 0,20 34 274 0 0,-17-29 163 0 0,1 2 585 0 0,1-1 0 0 0,0 0 0 0 0,1-1 0 0 0,15 15 0 0 0,-19-20-628 0 0,1-1 0 0 0,-1 0 0 0 0,1-1 1 0 0,-1 1-1 0 0,1-2 0 0 0,1 1 1 0 0,-1 0-1 0 0,0-1 0 0 0,1-1 0 0 0,9 3 1 0 0,115 26-384 0 0,-94-28 0 0 0,-14-1 0 0 0,-2-2 0 0 0,-1-2 0 0 0,11-1 0 0 0,74-1-14415 0 0,-102 4 14537 0 0,0 0-1259 0 0,0 0 1 0 0,0 1-1 0 0,0-1 1 0 0,0 1-1 0 0,-1 0 1 0 0,1 0-1 0 0,4 2 1 0 0,2 2-1685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6:36.60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1641 27 528 0 0,'0'0'1236'0'0,"3"-20"18431"0"0,-14 18-19408 0 0,0 0-1 0 0,0 1 0 0 0,-1 0 0 0 0,1 1 1 0 0,0 0-1 0 0,-1 1 0 0 0,1 0 0 0 0,0 0 1 0 0,0 2-1 0 0,0-1 0 0 0,-19 8 1 0 0,20-6-134 0 0,0 0 0 0 0,0 0 1 0 0,0 1-1 0 0,1 0 1 0 0,0 1-1 0 0,0 0 0 0 0,0 1 1 0 0,1 0-1 0 0,0 0 1 0 0,0 1-1 0 0,1 0 1 0 0,-10 13-1 0 0,-2 20-102 0 0,18-40-5 0 0,1 3-17 0 0,1 0 1 0 0,-1-1-1 0 0,1 1 1 0 0,0-1-1 0 0,0 1 1 0 0,0 0-1 0 0,3 6 1 0 0,-1-7-11 0 0,0 0 0 0 0,-1-1 0 0 0,1 1 0 0 0,0 0 0 0 0,1-1 1 0 0,-1 0-1 0 0,0 0 0 0 0,1 0 0 0 0,-1 0 0 0 0,1 0 0 0 0,-1-1 0 0 0,1 1 1 0 0,0-1-1 0 0,0 0 0 0 0,-1 0 0 0 0,1-1 0 0 0,0 1 0 0 0,5-1 0 0 0,13 2-143 0 0,-1-2 0 0 0,25-3-1 0 0,-25 2-23 0 0,-17 0 291 0 0,36-1-2041 0 0,53-6-11898 0 0,-91 8 13635 0 0,9-2 388 0 0,0 2 4045 0 0,-24 6 5374 0 0,-63 20-8690 0 0,-57 5-13563 0 0,77-20 10077 0 0,22-4 4046 0 0,-146 21-1573 0 0,140-25-108 0 0,32-2 1589 0 0,1-1 0 0 0,-1-1 0 0 0,0 1 0 0 0,1-1 0 0 0,-1 0 0 0 0,1-1-1 0 0,-1 0 1 0 0,1 0 0 0 0,0-1 0 0 0,-9-3 0 0 0,15 5-1137 0 0,-19-32-310 0 0,1 2 107 0 0,18 29-56 0 0,-13-10-15 0 0,13 11 15 0 0,0 0 0 0 0,0 0 0 0 0,1 0 0 0 0,-1 0 0 0 0,-1 0 0 0 0,1 0 0 0 0,0 0 0 0 0,0 0-1 0 0,0 1 1 0 0,0-1 0 0 0,0 0 0 0 0,-1 1 0 0 0,1-1 0 0 0,0 1 0 0 0,-1-1 0 0 0,1 1 0 0 0,0 0 0 0 0,-3-1 0 0 0,1 2 1 0 0,-1-1-1 0 0,1 1 1 0 0,-1 0-1 0 0,0 0 1 0 0,1 0 0 0 0,-1 1-1 0 0,1-1 1 0 0,0 1-1 0 0,0 0 1 0 0,-1 0-1 0 0,1 0 1 0 0,0 0-1 0 0,1 1 1 0 0,-1-1 0 0 0,0 1-1 0 0,1-1 1 0 0,-1 1-1 0 0,1 0 1 0 0,-4 6-1 0 0,4-6 5 0 0,-3 3-7 0 0,4-5 2 0 0,0 0 0 0 0,0 1 1 0 0,0-1-1 0 0,1 1 0 0 0,-1-1 0 0 0,0 1 0 0 0,1-1 1 0 0,-1 1-1 0 0,1 0 0 0 0,-1-1 0 0 0,1 1 0 0 0,0 3 0 0 0,-4 16-2 0 0,3-17 2 0 0,1-1 0 0 0,0 1 0 0 0,0 0 0 0 0,0 0 0 0 0,1 0 0 0 0,-1 0 0 0 0,1 0 0 0 0,1 4 0 0 0,1 5-5 0 0,-3-11 1 0 0,16 31 2 0 0,-15-31-7 0 0,1-1-3 0 0,0 0 15 0 0,1 0-1 0 0,-1 0 0 0 0,1 0 0 0 0,-1 0 1 0 0,1 0-1 0 0,-1-1 0 0 0,1 1 0 0 0,-1-1 0 0 0,1 0 1 0 0,3 0-1 0 0,2 0 0 0 0,-6 1-3 0 0,0-1 0 0 0,0 0 0 0 0,0 0 0 0 0,-1 0 0 0 0,1 0 0 0 0,0 0 0 0 0,0-1 0 0 0,0 1 0 0 0,0 0-1 0 0,0-1 1 0 0,-1 0 0 0 0,1 1 0 0 0,0-1 0 0 0,0 0 0 0 0,-1 0 0 0 0,1 0 0 0 0,-1 0 0 0 0,1 0-1 0 0,-1 0 1 0 0,1 0 0 0 0,-1-1 0 0 0,0 1 0 0 0,1-1 0 0 0,-1 1 0 0 0,0-1 0 0 0,0 1 0 0 0,0-1 0 0 0,0 1-1 0 0,1-4 1 0 0,-1 2 3 0 0,1 0 1 0 0,-1 0-1 0 0,0 0 0 0 0,0 0 0 0 0,0 0 0 0 0,0-1 0 0 0,-1 1 0 0 0,1 0 0 0 0,-1-1 0 0 0,0 1 1 0 0,0 0-1 0 0,0-1 0 0 0,0 1 0 0 0,-1 0 0 0 0,1-1 0 0 0,-1 1 0 0 0,0 0 0 0 0,-2-6 0 0 0,-7-17-3 0 0,9 24-9 0 0,-23-11 15 0 0,-12 9-96 0 0,34 4 71 0 0,-9-2-1383 0 0,-2 1-5073 0 0,-18 5-1403 0 0,19-1 8001 0 0,10-3-129 0 0,1 2 8 0 0,1-1 3 0 0,-1 1 0 0 0,0 0 0 0 0,1-1 0 0 0,-1 1 0 0 0,0-1 0 0 0,0 1 0 0 0,0-1 0 0 0,0 0 0 0 0,0 1 0 0 0,0-1 0 0 0,-1 0 0 0 0,-1 2 0 0 0,-15 18 3 0 0,10-11 297 0 0,-1 1 0 0 0,0-1 1 0 0,0 0-1 0 0,-1-1 0 0 0,-19 15 0 0 0,22-19 1198 0 0,-1-1-1 0 0,0 0 0 0 0,0 0 1 0 0,0 0-1 0 0,-17 3 0 0 0,-5 1 2866 0 0,1-2-4102 0 0,17-4-1787 0 0,0-1 1 0 0,0 1-1 0 0,0-2 0 0 0,0 0 1 0 0,0 0-1 0 0,0-2 0 0 0,-1 1 1 0 0,1-1-1 0 0,-15-5 0 0 0,20 4 1521 0 0,-1 0 0 0 0,0 0 0 0 0,1-1-1 0 0,0 0 1 0 0,-8-6 0 0 0,14 9 12 0 0,0-1-39 0 0,0 0 21 0 0,1 0-1 0 0,-1 0 1 0 0,1-1 0 0 0,-1 1 0 0 0,1 0 0 0 0,0 0 0 0 0,0 0-1 0 0,0-1 1 0 0,0 1 0 0 0,0 0 0 0 0,1-3 0 0 0,4-5-903 0 0,10-8 7839 0 0,-10 14-7412 0 0,1 1-3458 0 0,-5 2 2844 0 0,3-1 1946 0 0,18 2 10603 0 0,-18 0-13320 0 0,5 2-4437 0 0,4 0 4471 0 0,0 4 8180 0 0,-1 7 863 0 0,-2 1-7508 0 0,-9-12-193 0 0,9 26 497 0 0,-7-15-7 0 0,-2-11-12 0 0,0 1 11 0 0,0 1 6 0 0,0 0-1 0 0,-1-1 1 0 0,1 1-1 0 0,-1 0 0 0 0,1 0 1 0 0,-1-1-1 0 0,-1 6 1 0 0,-4 22-4 0 0,5-29-2 0 0,-5 5 5 0 0,2 0 0 0 0,0-1-1600 0 0,-1 0 1 0 0,0 0 0 0 0,0 0-1 0 0,-1-1 1 0 0,0 1 0 0 0,0-1-1 0 0,-6 6 1 0 0,1-4 875 0 0,1 0 0 0 0,-1-1 0 0 0,-19 10 0 0 0,-1-3 1423 0 0,-1-2-1 0 0,-35 8 0 0 0,49-14-1524 0 0,-103 21-550 0 0,67-20-2637 0 0,-77 1-1 0 0,89-7 1593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6:39.59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99 26 760 0 0,'6'-15'18685'0'0,"-6"10"-15119"0"0,0 5-3504 0 0,1 0-1 0 0,-1 0 1 0 0,0 0-1 0 0,0 0 1 0 0,0 0-1 0 0,0-1 1 0 0,0 1-1 0 0,0 0 1 0 0,0 0-1 0 0,0 0 1 0 0,0 0-1 0 0,0-1 0 0 0,0 1 1 0 0,0 0-1 0 0,0 0 1 0 0,0 0-1 0 0,0 0 1 0 0,0 0-1 0 0,0-1 1 0 0,0 1-1 0 0,0 0 1 0 0,0 0-1 0 0,0 0 1 0 0,0 0-1 0 0,0 0 1 0 0,-1-1-1 0 0,1 1 1 0 0,0 0-1 0 0,0 0 1 0 0,0 0-1 0 0,0 0 1 0 0,0 0-1 0 0,0 0 1 0 0,0-1-1 0 0,-1 1 1 0 0,1 0-1 0 0,0 0 1 0 0,0 0-1 0 0,0 0 1 0 0,0 0-1 0 0,0 0 0 0 0,-1 0 1 0 0,1 0-1 0 0,0 0 1 0 0,0 0-1 0 0,0 0 1 0 0,0 0-1 0 0,-1 0 1 0 0,-6 7 407 0 0,-3 12-750 0 0,4 8 282 0 0,1 1-1 0 0,2 0 1 0 0,-1 48-1 0 0,4-46 0 0 0,-2 0 0 0 0,-1 0 0 0 0,-7 32 0 0 0,-3-18-69 0 0,8-32-72 0 0,1 1 0 0 0,1 0 0 0 0,0 0-1 0 0,-2 28 1 0 0,4-41 126 0 0,1 1-1 0 0,0 0 1 0 0,0 0 0 0 0,-1-1-1 0 0,1 1 1 0 0,0 0-1 0 0,-1 0 1 0 0,1-1-1 0 0,-1 1 1 0 0,1 0-1 0 0,-1-1 1 0 0,1 1-1 0 0,-1-1 1 0 0,1 1-1 0 0,-1 0 1 0 0,1-1-1 0 0,-1 0 1 0 0,-1 2-1 0 0,-1 0 58 0 0,-2 6 985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6:41.333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1707 4 895 0 0,'0'-4'8028'0'0,"-9"19"4181"0"0,-3 13-3266 0 0,9-10-12818 0 0,2-11 3875 0 0,0 0 1 0 0,0 0-1 0 0,-1 0 1 0 0,0 0-1 0 0,-4 8 1 0 0,-2 9-1 0 0,7-21 0 0 0,0-1-1 0 0,0 0 1 0 0,-1 1 0 0 0,1-1 0 0 0,-1 0 0 0 0,1 0 0 0 0,-1 0 0 0 0,0 0-1 0 0,0 0 1 0 0,0-1 0 0 0,0 1 0 0 0,0 0 0 0 0,0-1 0 0 0,0 0 0 0 0,-1 1-1 0 0,1-1 1 0 0,0 0 0 0 0,-1 0 0 0 0,1 0 0 0 0,-1-1 0 0 0,-2 2 0 0 0,-7 0-1 0 0,1 0 1 0 0,0 0 0 0 0,-14 0 0 0 0,23-2-3 0 0,0 0 1 0 0,-1 0-1 0 0,1 0 1 0 0,0 0 0 0 0,0 0-1 0 0,-1-1 1 0 0,1 1-1 0 0,0-1 1 0 0,0 1 0 0 0,-1-1-1 0 0,1 0 1 0 0,0 0-1 0 0,0 0 1 0 0,0 0-1 0 0,0 0 1 0 0,0 0 0 0 0,0-1-1 0 0,1 1 1 0 0,-1-1-1 0 0,0 1 1 0 0,1-1 0 0 0,-3-2-1 0 0,-1-1-33 0 0,4 3 78 0 0,1 2-87 0 0,0-2 44 0 0,-1 0 0 0 0,0 1 0 0 0,1-1 0 0 0,-1 0 0 0 0,1 1 0 0 0,-1-1 0 0 0,1 0 0 0 0,0 0 0 0 0,0 0 0 0 0,0 0 0 0 0,0 1 0 0 0,0-1 0 0 0,1-3 0 0 0,5-40 101 0 0,-6 44-168 0 0,3-9 69 0 0,0 2 51 0 0,-2 7-51 0 0,-8 35-121 0 0,6-29-852 0 0,-1-1-1 0 0,0 1 1 0 0,0-1 0 0 0,0 0 0 0 0,0 1-1 0 0,-1-1 1 0 0,1 0 0 0 0,-1-1 0 0 0,0 1 0 0 0,0 0-1 0 0,-1-1 1 0 0,1 0 0 0 0,-7 5 0 0 0,-21 12-3858 0 0,-2-5 5200 0 0,32-14-433 0 0,-2-1 69 0 0,0 0-1 0 0,0 0 1 0 0,0 0 0 0 0,0 0 0 0 0,0 0-1 0 0,0 0 1 0 0,0-1 0 0 0,0 0-1 0 0,0 1 1 0 0,0-1 0 0 0,1 0 0 0 0,-1 0-1 0 0,0-1 1 0 0,1 1 0 0 0,-1-1-1 0 0,1 1 1 0 0,-1-1 0 0 0,1 0 0 0 0,-1 0-1 0 0,1 0 1 0 0,0 0 0 0 0,0 0-1 0 0,0 0 1 0 0,1-1 0 0 0,-1 1 0 0 0,0-1-1 0 0,1 1 1 0 0,-1-1 0 0 0,1 0-1 0 0,0 1 1 0 0,0-1 0 0 0,0 0 0 0 0,0-4-1 0 0,-7-46-9 0 0,8 51-4 0 0,-1 4 1973 0 0,-1 9 5632 0 0,-1-1-855 0 0,1-5-5003 0 0,-2 2-2217 0 0,0 0 0 0 0,0 0-1 0 0,-1 0 1 0 0,0-1 0 0 0,-1 0 0 0 0,1 0 0 0 0,-1 0-1 0 0,0-1 1 0 0,-1 0 0 0 0,1 0 0 0 0,-1 0 0 0 0,0-1-1 0 0,0 0 1 0 0,0 0 0 0 0,-1-1 0 0 0,1 0 0 0 0,-1 0-1 0 0,0-1 1 0 0,0 0 0 0 0,0 0 0 0 0,0-1-1 0 0,0 0 1 0 0,0-1 0 0 0,0 1 0 0 0,-9-2 0 0 0,16 1 867 0 0,-1 0 0 0 0,1-1 0 0 0,0 1 0 0 0,-1 0 0 0 0,1-1 0 0 0,0 1 0 0 0,-1-1 0 0 0,1 1 0 0 0,0-1 0 0 0,0 0 1 0 0,0 1-1 0 0,0-1 0 0 0,-1 0 0 0 0,1 0 0 0 0,0 0 0 0 0,0 0 0 0 0,1 0 0 0 0,-1 0 0 0 0,-1-2 0 0 0,0 0 64 0 0,1 1-1 0 0,-1-1 0 0 0,1 0 1 0 0,0 0-1 0 0,0 0 0 0 0,0 0 1 0 0,1 0-1 0 0,-1-4 0 0 0,0-25 115 0 0,4 9-3297 0 0,10-36-11569 0 0,-13 57 14629 0 0,-9 28 16432 0 0,5 20-16769 0 0,4-44 18 0 0,-3 26-5 0 0,-10 0 2 0 0,6-24-117 0 0,-2-1 0 0 0,1 1 1 0 0,0-1-1 0 0,-1-1 0 0 0,0 1 1 0 0,1-2-1 0 0,-1 1 0 0 0,-9 0 1 0 0,4 0-50 0 0,-291 24-14513 0 0,98-21 14499 0 0,166-4 240 0 0,-1-2 0 0 0,1-2 0 0 0,0-2 0 0 0,0-2 1 0 0,0-1-1 0 0,-62-23 0 0 0,81 24-24 0 0,6 1 38 0 0,0 0 1 0 0,-18-10 0 0 0,32 15 98 0 0,-13-18 1038 0 0,8 6 4248 0 0,5 11-8036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6:41.678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0 1098 0 0,'1'2'13821'0'0,"3"5"-5894"0"0,0 1-4573 0 0,8 5-3352 0 0,-11-12-35 0 0,17 1-834 0 0,-17-1 833 0 0,1-1-1 0 0,0 0 1 0 0,-1 0-1 0 0,1 1 1 0 0,0-1 0 0 0,0 0-1 0 0,0 0 1 0 0,-1 0 0 0 0,1-1-1 0 0,0 1 1 0 0,0 0-1 0 0,-1-1 1 0 0,1 1 0 0 0,0-1-1 0 0,-1 0 1 0 0,4-1-1 0 0,3-2 1532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6:41.91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0 1578 0 0,'16'7'4393'0'0,"-6"-2"2290"0"0,2-3 3853 0 0,-8-2-8680 0 0,1-1-850 0 0,0 1-5408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6:44.81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1669 14 849 0 0,'0'0'2554'0'0,"-10"-11"-2068"0"0,5 9 3693 0 0,-13 6 7010 0 0,1-1-4232 0 0,-8 4-6959 0 0,-11 2-21 0 0,1 2 1 0 0,0 1-1 0 0,1 2 0 0 0,-53 29 0 0 0,86-43-167 0 0,0 1 0 0 0,1-1 1 0 0,-1 1-1 0 0,0-1 0 0 0,0 1 1 0 0,1 0-1 0 0,-1-1 0 0 0,0 1 0 0 0,1 0 1 0 0,-1 0-1 0 0,1 0 0 0 0,-1-1 0 0 0,1 1 1 0 0,-1 0-1 0 0,1 0 0 0 0,-1 1 0 0 0,1 0 274 0 0,0-1 0 0 0,0 1 0 0 0,0-1 0 0 0,0 1-1 0 0,0-1 1 0 0,0 0 0 0 0,1 1 0 0 0,-1-1 0 0 0,0 1-1 0 0,1-1 1 0 0,-1 0 0 0 0,1 1 0 0 0,0-1-1 0 0,-1 0 1 0 0,3 3 0 0 0,-1 0 153 0 0,1 0-1 0 0,1 0 1 0 0,-1-1 0 0 0,1 1-1 0 0,-1-1 1 0 0,7 5 0 0 0,1-2-311 0 0,0 0 1 0 0,1-1 0 0 0,0 0 0 0 0,0-1 0 0 0,0 0 0 0 0,0-1-1 0 0,19 2 1 0 0,7 0-3012 0 0,44 0-1 0 0,-10-9-5905 0 0,-5 0 17653 0 0,-72 9-3367 0 0,-15 4-3166 0 0,-146 25-6064 0 0,107-25-651 0 0,-91 10-5302 0 0,48-16 9351 0 0,74-4 1099 0 0,0-1 0 0 0,1-1 0 0 0,-1-2 0 0 0,1 0-1 0 0,0-2 1 0 0,-35-14 0 0 0,9-3 8902 0 0,51 24-9569 0 0,-8-5 918 0 0,2 0 3050 0 0,6 5-3808 0 0,1-1-1 0 0,-1 0 1 0 0,1 0-1 0 0,-1 1 1 0 0,1-1 0 0 0,-1 1-1 0 0,1 0 1 0 0,-1-1 0 0 0,0 1-1 0 0,1 0 1 0 0,-1 0-1 0 0,0 0 1 0 0,1 0 0 0 0,-1 0-1 0 0,0 0 1 0 0,-1 1 0 0 0,-16 0-16 0 0,15 1-39 0 0,0-1 0 0 0,1 1 0 0 0,-1 0 0 0 0,0 1 0 0 0,1-1-1 0 0,-1 0 1 0 0,1 1 0 0 0,0 0 0 0 0,0 0 0 0 0,0 0 0 0 0,-3 3 0 0 0,4-3 0 0 0,1-1 0 0 0,0 0 0 0 0,0 1 1 0 0,0-1-1 0 0,0 1 0 0 0,0-1 0 0 0,0 1 1 0 0,0 0-1 0 0,1-1 0 0 0,0 1 0 0 0,-1 0 1 0 0,1-1-1 0 0,0 1 0 0 0,0 0 0 0 0,0-1 1 0 0,1 1-1 0 0,-1 0 0 0 0,1-1 0 0 0,-1 1 0 0 0,1 0 1 0 0,0-1-1 0 0,0 1 0 0 0,0-1 0 0 0,0 0 1 0 0,3 5-1 0 0,-1-5 0 0 0,-1 1 1 0 0,1 0-1 0 0,-1-1 0 0 0,1 1 1 0 0,0-1-1 0 0,0 0 0 0 0,0 0 1 0 0,0 0-1 0 0,1 0 0 0 0,-1-1 1 0 0,0 1-1 0 0,1-1 0 0 0,-1 0 1 0 0,1 0-1 0 0,0 0 0 0 0,-1 0 1 0 0,1-1-1 0 0,0 0 0 0 0,-1 1 1 0 0,1-1-1 0 0,5-1 0 0 0,-1 0-11 0 0,1 1 0 0 0,0-2-1 0 0,0 0 1 0 0,0 0-1 0 0,0 0 1 0 0,-1-1-1 0 0,0 0 1 0 0,1-1 0 0 0,10-6-1 0 0,-17 9 6 0 0,-1 0 0 0 0,0 0 1 0 0,0 0-1 0 0,0 0 0 0 0,0 0 0 0 0,0 0 0 0 0,0 0 0 0 0,0-1 1 0 0,-1 1-1 0 0,1 0 0 0 0,0 0 0 0 0,-1-1 0 0 0,1 1 0 0 0,0 0 0 0 0,-1-1 1 0 0,0 1-1 0 0,1-1 0 0 0,-1 1 0 0 0,0 0 0 0 0,0-1 0 0 0,0 1 1 0 0,0-1-1 0 0,0 1 0 0 0,0-1 0 0 0,0 1 0 0 0,0-1 0 0 0,-1 1 0 0 0,1 0 1 0 0,0-1-1 0 0,-1 1 0 0 0,1 0 0 0 0,-2-3 0 0 0,0 0 30 0 0,1 1 1 0 0,-1 0-1 0 0,0-1 0 0 0,0 1 0 0 0,0 0 0 0 0,-1 0 1 0 0,1 0-1 0 0,-1 0 0 0 0,1 1 0 0 0,-1-1 0 0 0,-4-3 1 0 0,4 4-26 0 0,0 1 1 0 0,0-1 0 0 0,0 0 0 0 0,0 1-1 0 0,0 0 1 0 0,0 0 0 0 0,0 0 0 0 0,-1 0-1 0 0,1 0 1 0 0,0 0 0 0 0,0 1 0 0 0,-1 0-1 0 0,1 0 1 0 0,-1 0 0 0 0,1 0-1 0 0,-5 1 1 0 0,-10 0-52 0 0,11 2-170 0 0,1-1 1 0 0,0 1-1 0 0,-1 0 0 0 0,1 1 0 0 0,1-1 0 0 0,-1 1 1 0 0,0 0-1 0 0,-5 6 0 0 0,9-8-331 0 0,-48 33-10495 0 0,-4-9 6070 0 0,40-21 4906 0 0,1 0 1 0 0,-1-1-1 0 0,1-1 1 0 0,-1 0-1 0 0,0-1 0 0 0,0-1 1 0 0,0 0-1 0 0,-1-1 0 0 0,1 0 1 0 0,-26-5-1 0 0,30 3 79 0 0,-5 0 5 0 0,-1-2-1 0 0,-26-8 1 0 0,39 11 4 0 0,0 0 1 0 0,0-1-1 0 0,0 1 1 0 0,0-1 0 0 0,0 0-1 0 0,0 1 1 0 0,1-1-1 0 0,-1 0 1 0 0,1-1-1 0 0,-1 1 1 0 0,1 0 0 0 0,0-1-1 0 0,0 1 1 0 0,0-1-1 0 0,0 0 1 0 0,0 0-1 0 0,0 0 1 0 0,1 0-1 0 0,-2-3 1 0 0,3 4 56 0 0,-1 1 102 0 0,0-1-1 0 0,1 0 0 0 0,-1 0 0 0 0,1 0 0 0 0,-1 0 0 0 0,1 0 0 0 0,0 0 0 0 0,0 0 1 0 0,0 0-1 0 0,0 0 0 0 0,0 0 0 0 0,0 0 0 0 0,1-3 0 0 0,9-6 12679 0 0,-1 7-9095 0 0,-6 3-4339 0 0,-2 1 538 0 0,29 1 587 0 0,-1 6-533 0 0,-26-6-10 0 0,1 0 0 0 0,0 0 0 0 0,0 0 0 0 0,-1 1 0 0 0,1-1 0 0 0,0 1 0 0 0,-1 0 0 0 0,0 0 0 0 0,1 0 0 0 0,-1 0 0 0 0,0 0 0 0 0,0 1 0 0 0,4 4 0 0 0,-5-6-2 0 0,0 1 1 0 0,0 0 0 0 0,0 0 0 0 0,0 0 0 0 0,0 0-1 0 0,0 1 1 0 0,-1-1 0 0 0,1 0 0 0 0,-1 1-1 0 0,1-1 1 0 0,-1 1 0 0 0,0 0 0 0 0,0-1 0 0 0,0 1-1 0 0,0 0 1 0 0,-1 0 0 0 0,1-1 0 0 0,0 6 0 0 0,-3-2-270 0 0,0-1-1 0 0,0 1 1 0 0,0-1 0 0 0,-1 0 0 0 0,0 0 0 0 0,0 0 0 0 0,0 0 0 0 0,0 0 0 0 0,-1 0 0 0 0,0-1 0 0 0,0 0 0 0 0,0 0 0 0 0,0 0 0 0 0,-1 0 0 0 0,-8 5-1 0 0,-3 0-1285 0 0,-1 0-1 0 0,0-1 0 0 0,-24 7 0 0 0,21-7 889 0 0,-57 20-4238 0 0,19-9 4016 0 0,-112 20 1 0 0,73-29-3330 0 0,61-10 1805 0 0,19-2 744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6:45.758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267 14 322 0 0,'14'-13'25890'0'0,"-44"34"-25888"0"0,-15 5-553 0 0,-71 36-2451 0 0,103-55 1901 0 0,-62 29-14211 0 0,73-35 13921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6:46.408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231 4 699 0 0,'10'-4'4067'0'0,"-17"5"4694"0"0,-10 4 1290 0 0,8-3-7415 0 0,-30 14-2637 0 0,-52 30 0 0 0,59-29-15 0 0,31-16-53 0 0,-32 6-690 0 0,22-5-212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6:48.31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104 17 374 0 0,'-5'-4'12217'0'0,"-1"-5"-6681"0"0,35 5 2551 0 0,-25 6-8088 0 0,1-1 0 0 0,-1 1 0 0 0,0 0 0 0 0,0 0 0 0 0,0 1 0 0 0,0-1 0 0 0,0 1 1 0 0,0 0-1 0 0,0 0 0 0 0,-1 0 0 0 0,0 0 0 0 0,0 1 0 0 0,0-1 0 0 0,0 1 1 0 0,0 0-1 0 0,3 7 0 0 0,-2-6 2 0 0,-3-3-12 0 0,0 1 14 0 0,0 0-1 0 0,1 0 1 0 0,-1 0-1 0 0,0 0 1 0 0,-1 1-1 0 0,1-1 0 0 0,-1 0 1 0 0,1 0-1 0 0,-1 4 1 0 0,0 5-3 0 0,-1-4 0 0 0,-6 8 0 0 0,7-16 0 0 0,0 3 0 0 0,-1 0 0 0 0,0-1 0 0 0,1 1 0 0 0,-1-1 0 0 0,0 1 0 0 0,0-1 0 0 0,0 1 0 0 0,-1-1 0 0 0,1 0 0 0 0,-1 1 0 0 0,1-1 0 0 0,-4 4 0 0 0,3-4 0 0 0,0 0 0 0 0,0 0 0 0 0,0 0 0 0 0,0 0 0 0 0,0-1 0 0 0,0 1 0 0 0,0 0 0 0 0,-1-1 0 0 0,1 1 0 0 0,-1-1 0 0 0,1 0 0 0 0,-1 0 0 0 0,1 0 0 0 0,-1 0 0 0 0,0-1 0 0 0,0 1 0 0 0,1-1 0 0 0,-1 1 0 0 0,-5-1 0 0 0,-1 1 0 0 0,0 0-3 0 0,1 0 1 0 0,0 0 0 0 0,0-1 0 0 0,-1-1 0 0 0,1 1 0 0 0,-16-4 0 0 0,13 2-3 0 0,8 1-22 0 0,-5-5 38 0 0,8 5-10 0 0,-1 1 0 0 0,0-1 0 0 0,0 1-1 0 0,0-1 1 0 0,0 1 0 0 0,0-1 0 0 0,1 1 0 0 0,-1-1 0 0 0,0 0 0 0 0,1 1 0 0 0,-1-1 0 0 0,0 0 0 0 0,1 0 0 0 0,-1 1 0 0 0,0-3 0 0 0,-4-29-3645 0 0,6 25 2246 0 0,-1 1 1 0 0,1 0 0 0 0,-1 0-1 0 0,2 0 1 0 0,-1 0-1 0 0,4-9 1 0 0,-3 10 569 0 0,0 1 1 0 0,0-1-1 0 0,1 1 1 0 0,-1-1-1 0 0,1 1 0 0 0,0 0 1 0 0,1 0-1 0 0,4-4 1 0 0,-6 5 899 0 0,2 0 0 0 0,-1 1 0 0 0,0 0 0 0 0,0 0 0 0 0,1 0 0 0 0,6-3 0 0 0,-5 3-552 0 0,0 0 1 0 0,0 1-1 0 0,1-1 1 0 0,-1 1-1 0 0,1 1 1 0 0,-1-1-1 0 0,0 1 1 0 0,9 0-1 0 0,3 2-1022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7:32.673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373 154 923 0 0,'6'-7'21638'0'0,"-5"6"-21382"0"0,0 0 0 0 0,-1 0 1 0 0,1 0-1 0 0,0 0 0 0 0,-1 0 1 0 0,1 0-1 0 0,0-1 0 0 0,-1 1 1 0 0,1 0-1 0 0,-1 0 1 0 0,0-1-1 0 0,0 1 0 0 0,1 0 1 0 0,-1-3-1 0 0,-6-21-768 0 0,4 20 827 0 0,2 3-330 0 0,-4-28-15 0 0,1 26 31 0 0,0-1 0 0 0,0 0 1 0 0,-1 1-1 0 0,0-1 0 0 0,0 1 1 0 0,0 0-1 0 0,0 0 0 0 0,0 1 0 0 0,-1-1 1 0 0,0 1-1 0 0,0 0 0 0 0,0 1 1 0 0,0-1-1 0 0,0 1 0 0 0,0 0 1 0 0,-1 0-1 0 0,1 0 0 0 0,-7 0 1 0 0,6 1-1 0 0,-1 1 1 0 0,0-1 0 0 0,0 2-1 0 0,0-1 1 0 0,0 1 0 0 0,0 0-1 0 0,0 1 1 0 0,0-1 0 0 0,1 1-1 0 0,-1 1 1 0 0,1-1 0 0 0,-1 1-1 0 0,1 0 1 0 0,-11 8 0 0 0,4-3-683 0 0,1 0 0 0 0,0 2 1 0 0,0-1-1 0 0,0 1 1 0 0,2 1-1 0 0,-1 0 1 0 0,1 1-1 0 0,1 0 0 0 0,0 0 1 0 0,1 1-1 0 0,0 0 1 0 0,1 1-1 0 0,1-1 1 0 0,-10 29-1 0 0,9-21-745 0 0,5-14 235 0 0,0 0 0 0 0,0 0 1 0 0,0 0-1 0 0,1 0 0 0 0,0 8 0 0 0,0-12 1204 0 0,1 1 0 0 0,0-1 0 0 0,1 0 0 0 0,-1 0 0 0 0,1 0-1 0 0,-1 1 1 0 0,1-1 0 0 0,0 0 0 0 0,0 0 0 0 0,0 0 0 0 0,0 0 0 0 0,1 0-1 0 0,-1-1 1 0 0,5 6 0 0 0,-5-6 457 0 0,1 0 0 0 0,0 0 0 0 0,0-1-1 0 0,0 1 1 0 0,0-1 0 0 0,1 1 0 0 0,-1-1 0 0 0,0 0 0 0 0,1 0 0 0 0,-1 0-1 0 0,1 0 1 0 0,-1 0 0 0 0,1 0 0 0 0,-1-1 0 0 0,1 0 0 0 0,0 1 0 0 0,-1-1-1 0 0,1 0 1 0 0,-1 0 0 0 0,1 0 0 0 0,0 0 0 0 0,-1-1 0 0 0,1 1-1 0 0,-1-1 1 0 0,1 1 0 0 0,-1-1 0 0 0,1 0 0 0 0,3-2 0 0 0,8-4 95 0 0,0 0 0 0 0,-1-1 0 0 0,0 0 1 0 0,0-1-1 0 0,-1 0 0 0 0,-1-1 0 0 0,1-1 0 0 0,-2 0 1 0 0,19-22-1 0 0,-7 1-2211 0 0,-2 0 0 0 0,29-59 0 0 0,-46 84-3718 0 0,-1 0 3678 0 0,3-25 12677 0 0,-4 30-10687 0 0,-1 0-305 0 0,-1 6 0 0 0,0 0 1 0 0,0 0-1 0 0,0-1 1 0 0,1 1-1 0 0,0 0 1 0 0,0 0-1 0 0,0 6 1 0 0,9 38-152 0 0,-7-28-72 0 0,2-1 1 0 0,1 1 0 0 0,7 20-1 0 0,-10-34 178 0 0,0-1-1 0 0,1 1 0 0 0,0-1 1 0 0,0 0-1 0 0,0 0 0 0 0,1 0 1 0 0,-1-1-1 0 0,1 1 1 0 0,0-1-1 0 0,1 0 0 0 0,-1 0 1 0 0,1 0-1 0 0,0-1 0 0 0,9 6 1 0 0,2-2-3047 0 0,14-3 4962 0 0,-18-20-5495 0 0,-11 10-352 0 0,-5-4 2939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7:32.97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11 13 920 0 0,'0'0'3558'0'0,"-6"-8"761"0"0,1 4 1405 0 0,7 15-71 0 0,4 13 387 0 0,-1-11-6114 0 0,1-1 0 0 0,0 0-1 0 0,14 20 1 0 0,-16-27 69 0 0,0-1 0 0 0,0 0 0 0 0,0 0-1 0 0,1 0 1 0 0,-1-1 0 0 0,1 1 0 0 0,0-1-1 0 0,0 0 1 0 0,0 0 0 0 0,0-1 0 0 0,7 2-1 0 0,-11-3-310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7:33.49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142 8 836 0 0,'0'0'749'0'0,"19"-5"8748"0"0,-21 4-8958 0 0,-4-1-52 0 0,0 3 3530 0 0,-3 1 3586 0 0,-17 7-5074 0 0,20-5-2534 0 0,0 0 0 0 0,0 0 0 0 0,1 1 0 0 0,-1 0 1 0 0,1 0-1 0 0,0 0 0 0 0,0 1 0 0 0,-7 9 0 0 0,12-13 4 0 0,1 1 2 0 0,-1-2-1 0 0,0 0 0 0 0,0 0 0 0 0,0 0 0 0 0,0 0 0 0 0,0 0 0 0 0,1 0 0 0 0,-1 1 0 0 0,0-1 0 0 0,0 0 0 0 0,1 0 0 0 0,-1 0 0 0 0,0 0 0 0 0,1 0 0 0 0,0 0 0 0 0,-1 0 0 0 0,1 0 0 0 0,-1 0 0 0 0,1 0 1 0 0,1 1-1 0 0,3 3-285 0 0,1 0 1 0 0,-1 0 0 0 0,1-1 0 0 0,0 0 0 0 0,8 5 0 0 0,16 12-436 0 0,-28-20 879 0 0,8 8 162 0 0,0-1 0 0 0,0 1 0 0 0,-1 0 1 0 0,-1 1-1 0 0,12 17 0 0 0,-18-24-644 0 0,0 0 0 0 0,0 1 1 0 0,-1-1-1 0 0,0 0 0 0 0,0 1 1 0 0,0 0-1 0 0,0-1 0 0 0,0 1 1 0 0,-1-1-1 0 0,1 5 0 0 0,-2-4-386 0 0,1 0 0 0 0,-1 1 0 0 0,1-1 0 0 0,-1 0 0 0 0,0 0 0 0 0,-1 0 0 0 0,1-1 0 0 0,-1 1 0 0 0,1 0 0 0 0,-5 6 0 0 0,1-3 412 0 0,0 0 0 0 0,0-1 0 0 0,-1 1 0 0 0,0-1 0 0 0,-1 0 0 0 0,1 0 0 0 0,-1-1 0 0 0,0 0 0 0 0,0 0 0 0 0,-15 7 0 0 0,17-9 375 0 0,-1-1 0 0 0,0 0 0 0 0,0 0 0 0 0,0 0 0 0 0,0 0 0 0 0,0-1 0 0 0,0 0 1 0 0,0 0-1 0 0,0-1 0 0 0,-1 0 0 0 0,1 0 0 0 0,0 0 0 0 0,0-1 0 0 0,0 0 0 0 0,-11-2 0 0 0,16 2-704 0 0,-6-11 1509 0 0,7 12-784 0 0,0-1 1 0 0,-1 1-1 0 0,1 0 1 0 0,-1-1 0 0 0,1 1-1 0 0,0-1 1 0 0,-1 1-1 0 0,1-1 1 0 0,0 1-1 0 0,0 0 1 0 0,-1-1 0 0 0,1 1-1 0 0,0-1 1 0 0,0 1-1 0 0,0-1 1 0 0,0 1-1 0 0,0-1 1 0 0,-1 1 0 0 0,1-1-1 0 0,0 1 1 0 0,0-1-1 0 0,0 0 1 0 0,0 1 0 0 0,0-1-1 0 0,1 1 1 0 0,-1-1-1 0 0,0 1 1 0 0,0-1-1 0 0,0 1 1 0 0,0-1 0 0 0,1 1-1 0 0,-1-1 1 0 0,0 1-1 0 0,0 0 1 0 0,1-1-1 0 0,0 0 1 0 0,10-20 5239 0 0,0-1-4019 0 0,-5 13-2673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7:33.98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132 1 1075 0 0,'-1'1'10057'0'0,"-5"11"3201"0"0,4-7-11434 0 0,-53 202-1824 0 0,34-118 0 0 0,20-86-7 0 0,-42 194-10592 0 0,42-195 10464 0 0,1 0-1 0 0,0 0 1 0 0,-1 1 0 0 0,1-1-1 0 0,0 0 1 0 0,0 1 0 0 0,0-1-1 0 0,0 0 1 0 0,1 0 0 0 0,-1 1-1 0 0,1-1 1 0 0,-1 0 0 0 0,1 0-1 0 0,0 0 1 0 0,-1 1 0 0 0,1-1-1 0 0,1 0 1 0 0,-1 0 0 0 0,2 3-1 0 0,-1-4 198 0 0,0 1-1 0 0,0-1 0 0 0,-1 0 0 0 0,1 0 0 0 0,0 0 1 0 0,0 0-1 0 0,0 0 0 0 0,0-1 0 0 0,0 1 0 0 0,0-1 1 0 0,0 1-1 0 0,0-1 0 0 0,0 0 0 0 0,0 1 0 0 0,0-1 1 0 0,0 0-1 0 0,4-1 0 0 0,1 0 277 0 0,0 0 0 0 0,0-1-1 0 0,0 0 1 0 0,0 0 0 0 0,0 0 0 0 0,0-1 0 0 0,-1 0-1 0 0,1-1 1 0 0,-1 1 0 0 0,0-1 0 0 0,7-6 0 0 0,-8 7 232 0 0,-1-1 0 0 0,0 0 0 0 0,0 0 0 0 0,-1 0 0 0 0,1 0 0 0 0,-1-1 0 0 0,0 1 0 0 0,0-1 0 0 0,0 0 1 0 0,-1 0-1 0 0,0 0 0 0 0,4-10 0 0 0,-7 0-1547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7:34.27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 8 1126 0 0,'-2'-1'13989'0'0,"13"3"-5139"0"0,-5-1-6601 0 0,19 1-2955 0 0,1-2 1 0 0,48-6 0 0 0,-53 4-119 0 0,-1 0 1 0 0,1 1 0 0 0,0 1 0 0 0,0 1 0 0 0,30 4 0 0 0,-39-2-4362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7:35.35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20 46 1556 0 0,'-19'-17'23708'0'0,"29"21"-23574"0"0,1-1 1 0 0,0 0-1 0 0,0 0 1 0 0,0-1-1 0 0,0-1 1 0 0,0 0 0 0 0,13 0-1 0 0,10 1-260 0 0,541 17-9610 0 0,-487-19 9417 0 0,106-1 10213 0 0,-141-1-9780 0 0,-81 4-109 0 0,0-2 1 0 0,1-1-1 0 0,-1-1 1 0 0,0-2-1 0 0,1 0 1 0 0,-1-2-1 0 0,-43-16 1 0 0,39 8-3 0 0,15 2-4 0 0,16 11-1 0 0,117 16-189 0 0,-72-8-938 0 0,54 2-1 0 0,-66-8-763 0 0,2 1-5603 0 0,-31-2 7514 0 0,18 6 331 0 0,-30 6 223 0 0,-1 0 0 0 0,0 0 0 0 0,-1-1 0 0 0,0-1 0 0 0,-24 19 0 0 0,-1 1-479 0 0,-13 11-2495 0 0,-19 18 1239 0 0,31-16-2487 0 0,37-42 2261 0 0,3 10 6316 0 0,-3-3-3991 0 0,1-8-1799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7:36.248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23 129 1055 0 0,'3'7'16225'0'0,"4"8"-8080"0"0,-5-13-8121 0 0,-1 0-1 0 0,1-1 1 0 0,0 1 0 0 0,-1-1 0 0 0,1 1 0 0 0,0-1 0 0 0,0 0-1 0 0,0 1 1 0 0,0-1 0 0 0,0 0 0 0 0,0-1 0 0 0,0 1 0 0 0,1 0-1 0 0,-1 0 1 0 0,0-1 0 0 0,0 0 0 0 0,0 1 0 0 0,1-1 0 0 0,-1 0-1 0 0,3 0 1 0 0,3-1 42 0 0,1 0 1 0 0,-1 0-1 0 0,15-5 0 0 0,-8 2-42 0 0,1 0-392 0 0,1 0 0 0 0,-1-2 0 0 0,-1 0 0 0 0,25-13 0 0 0,-32 15 185 0 0,1-1 0 0 0,-2 0 1 0 0,1-1-1 0 0,0 0 0 0 0,-1 0 0 0 0,0-1 0 0 0,-1 0 0 0 0,0 0 0 0 0,8-11 0 0 0,-13 16 192 0 0,2-21 3630 0 0,-5 21-3638 0 0,1 0 0 0 0,-1 0 0 0 0,1 1-1 0 0,-1-1 1 0 0,0 1 0 0 0,0-1 0 0 0,1 1 0 0 0,-1 0-1 0 0,0-1 1 0 0,0 1 0 0 0,0 0 0 0 0,-1 0 0 0 0,1 0-1 0 0,0 1 1 0 0,0-1 0 0 0,0 1 0 0 0,-1-1 0 0 0,-2 1-1 0 0,-1-1 2 0 0,0 1-1 0 0,0 0 0 0 0,0 1 0 0 0,0 0 0 0 0,0 0 0 0 0,-11 3 0 0 0,-6 4-9 0 0,1 1 1 0 0,-35 19-1 0 0,54-26 6 0 0,-7 4-878 0 0,1 0 1 0 0,-1 0-1 0 0,1 1 0 0 0,0 0 1 0 0,0 0-1 0 0,1 1 1 0 0,0 0-1 0 0,0 1 1 0 0,1 0-1 0 0,0 0 0 0 0,-5 11 1 0 0,-6 25 2397 0 0,16-37 642 0 0,0 1 0 0 0,1-1 0 0 0,-1 17 0 0 0,2-20-2143 0 0,0-1-1 0 0,1 0 0 0 0,-1 0 1 0 0,1 0-1 0 0,0 0 0 0 0,0 0 1 0 0,0 0-1 0 0,0 0 1 0 0,1 0-1 0 0,0 0 0 0 0,0 0 1 0 0,0-1-1 0 0,0 1 1 0 0,0-1-1 0 0,1 1 0 0 0,-1-1 1 0 0,1 0-1 0 0,0 0 0 0 0,0 0 1 0 0,0 0-1 0 0,1-1 1 0 0,-1 1-1 0 0,1-1 0 0 0,-1 0 1 0 0,1 0-1 0 0,0 0 0 0 0,0-1 1 0 0,0 1-1 0 0,0-1 1 0 0,0 0-1 0 0,4 1 0 0 0,3 1-482 0 0,1-1 0 0 0,0-1-1 0 0,0 0 1 0 0,14 0-1 0 0,43-8-6769 0 0,-46 3 6912 0 0,0-1 1 0 0,-1-1 0 0 0,35-15-1 0 0,-47 16-651 0 0,1-1 0 0 0,0 0-1 0 0,15-12 1 0 0,-20 13-11 0 0,0 0 0 0 0,-1 0 0 0 0,0 0 0 0 0,0-1 1 0 0,-1 0-1 0 0,1 0 0 0 0,3-6 0 0 0,-3 1-2014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7:37.10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175 79 1121 0 0,'0'0'8033'0'0,"-12"2"-4640"0"0,8-1-2577 0 0,1-1-1 0 0,-1 1 0 0 0,1 0 0 0 0,0 1 1 0 0,0-1-1 0 0,-1 0 0 0 0,1 1 0 0 0,0 0 1 0 0,0-1-1 0 0,0 1 0 0 0,1 1 0 0 0,-1-1 1 0 0,0 0-1 0 0,-2 4 0 0 0,-5 3 623 0 0,-9 6-1438 0 0,9-7-1 0 0,0-1 1 0 0,-1 1 0 0 0,1-2 0 0 0,-1 0-1 0 0,-22 9 1 0 0,40-19-9 0 0,-1 0 0 0 0,0-1 0 0 0,0 0-1 0 0,0 0 1 0 0,-1 0 0 0 0,8-10 0 0 0,14-13-225 0 0,20-14-892 0 0,-8 7-1986 0 0,0 2-3785 0 0,-37 32 6560 0 0,-3 4 255 0 0,-1-1 134 0 0,1 0 0 0 0,-1 1 0 0 0,1-1 0 0 0,-1 0 0 0 0,0 0 0 0 0,0 0 0 0 0,0 0 0 0 0,0-1 0 0 0,-4 4 0 0 0,-3 2 23 0 0,-15 17-306 0 0,-14 16 2370 0 0,11-16-4557 0 0,26-23 2363 0 0,1-1 56 0 0,0 1 3 0 0,0-1 0 0 0,0 1 1 0 0,0 0-1 0 0,-1-1 0 0 0,1 1 0 0 0,0-1 0 0 0,0 1 0 0 0,-1-1 0 0 0,1 1 0 0 0,0-1 1 0 0,-1 1-1 0 0,1-1 0 0 0,0 1 0 0 0,-1-1 0 0 0,1 0 0 0 0,-1 1 0 0 0,1-1 1 0 0,-1 0-1 0 0,0 1 0 0 0,0-2 21 0 0,10-8-23 0 0,12-10-902 0 0,0 1 0 0 0,30-18 1 0 0,-34 32-2308 0 0,-10 3-2633 0 0,-17 9 3093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8:15.91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73 36 385 0 0,'0'0'4639'0'0,"-7"-11"-867"0"0,1-1 10521 0 0,5 9-10795 0 0,-1 2-3721 0 0,-8-6 67 0 0,9 6 152 0 0,1 3-3 0 0,1 2 7 0 0,0 1 1 0 0,0-1 0 0 0,-1 1 0 0 0,1-1 0 0 0,-2 9 0 0 0,-18 88 7 0 0,15-16-4 0 0,3-73-5 0 0,1 24-38 0 0,2 11 71 0 0,-2-45-28 0 0,0 28-2 0 0,-5 16-8 0 0,5-44-23 0 0,-4 17 60 0 0,3-17-54 0 0,-1 10 42 0 0,1-2-14 0 0,0-8-14 0 0,1-2 9 0 0,0 6 2 0 0,0 1 0 0 0,-1-1 0 0 0,1 0-1 0 0,-2 1 1 0 0,-1 6 0 0 0,2-11-22 0 0,0 9-11236 0 0,-1 2 8917 0 0,0-3 2938 0 0,2-9-912 0 0,0 0 0 0 0,0 0 1 0 0,0 0-1 0 0,0 0 0 0 0,0 0 0 0 0,0-1 0 0 0,1 1 0 0 0,-1 0 0 0 0,0 0 0 0 0,0 0 0 0 0,1 0 0 0 0,-1 0 0 0 0,1 0 0 0 0,-1-1 0 0 0,1 1 0 0 0,-1 0 0 0 0,1 0 0 0 0,-1-1 0 0 0,1 1 0 0 0,0 0 0 0 0,0 0 1 0 0,0 0-821 0 0,-10 6-4039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8:17.03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428 98 847 0 0,'1'0'-60'0'0,"8"-2"-304"0"0,-4 2 4352 0 0,-16 5 2860 0 0,10-4-6822 0 0,-1-1 1590 0 0,-43 23 11697 0 0,36-20-13314 0 0,-1 0 0 0 0,1-1 0 0 0,-1 0 0 0 0,0-1 0 0 0,0 0 0 0 0,-10 0 0 0 0,18-1-20 0 0,1 0-164 0 0,1 0-1 0 0,-1 0 0 0 0,0-1 1 0 0,1 1-1 0 0,-1 0 1 0 0,0 0-1 0 0,1 0 0 0 0,-1-1 1 0 0,0 1-1 0 0,1 0 0 0 0,-1 0 1 0 0,0-1-1 0 0,1 1 0 0 0,-1-1 1 0 0,1 1-1 0 0,-1-1 1 0 0,0 1-1 0 0,1-1 0 0 0,-1 1 1 0 0,1-1-1 0 0,0 1 0 0 0,-1-1 1 0 0,1 1-1 0 0,-1-1 1 0 0,1 0-1 0 0,0 1 0 0 0,-1-2 1 0 0,-6-15-9401 0 0,8 12 6568 0 0,-1 1 2804 0 0,1-1-1 0 0,-1 1 1 0 0,0 0 0 0 0,0 0-1 0 0,-1-7 1 0 0,0 9 264 0 0,1 0-1 0 0,0 0 1 0 0,0 0-1 0 0,0 0 1 0 0,0 0 0 0 0,0 0-1 0 0,0 0 1 0 0,0 0-1 0 0,1 0 1 0 0,-1 1-1 0 0,1-1 1 0 0,-1 0 0 0 0,1 0-1 0 0,1-2 1 0 0,-2 2 66 0 0,14-20 123 0 0,-12 20 4 0 0,1 0 1 0 0,0 1 0 0 0,-1-1-1 0 0,1 1 1 0 0,0-1-1 0 0,0 1 1 0 0,0 0 0 0 0,0 0-1 0 0,0 0 1 0 0,0 0-1 0 0,0 1 1 0 0,3-1 0 0 0,-3 1 387 0 0,-2 0-802 0 0,-1 1 0 0 0,1 0 1 0 0,0-1-1 0 0,0 1 0 0 0,0-1 1 0 0,0 1-1 0 0,0-1 1 0 0,0 0-1 0 0,0 1 0 0 0,0-1 1 0 0,0 0-1 0 0,0 0 0 0 0,0 0 1 0 0,0 1-1 0 0,0-1 1 0 0,0 0-1 0 0,2-1 0 0 0,-2 1 308 0 0,0 0 0 0 0,0 0 0 0 0,0 0 0 0 0,0 0 0 0 0,0 0 0 0 0,0 0-1 0 0,0 0 1 0 0,0 0 0 0 0,0 0 0 0 0,-1 0 0 0 0,1 1 0 0 0,0-1 0 0 0,0 0 0 0 0,0 1 0 0 0,0-1-1 0 0,0 1 1 0 0,-1-1 0 0 0,1 1 0 0 0,0-1 0 0 0,0 1 0 0 0,-1-1 0 0 0,1 1 0 0 0,-1 0 0 0 0,1-1-1 0 0,0 1 1 0 0,-1 0 0 0 0,1 0 0 0 0,-1-1 0 0 0,1 1 0 0 0,0 2 0 0 0,4 10-4253 0 0,8 17 13703 0 0,-10-18-12335 0 0,-2-10 2267 0 0,-5 29 3616 0 0,-10 4 3993 0 0,-11 16-7484 0 0,15-39-780 0 0,-1 0 0 0 0,0-1-1 0 0,0 0 1 0 0,-1-1 0 0 0,-1 0 0 0 0,0-1 0 0 0,0-1-1 0 0,-1 0 1 0 0,-21 10 0 0 0,13-9-380 0 0,-1-1 0 0 0,0-1-1 0 0,0-1 1 0 0,0-1 0 0 0,-41 3 0 0 0,23-10-2028 0 0,38 2 2234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8:17.81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249 272 1206 0 0,'-5'8'19903'0'0,"0"1"-14799"0"0,1 3-5104 0 0,2-4 0 0 0,-1 0 0 0 0,2 0 0 0 0,-1-1 0 0 0,1 1 0 0 0,0 0 0 0 0,1 1 0 0 0,-1-1 0 0 0,2 0 1 0 0,-1 0-1 0 0,1 0 0 0 0,3 13 0 0 0,1 15-30 0 0,-4-34-364 0 0,-1-1 0 0 0,1 1 0 0 0,-1-1-1 0 0,0 1 1 0 0,1-1 0 0 0,-1 1 0 0 0,0-1 0 0 0,0 1 0 0 0,0-1 0 0 0,0 1 0 0 0,-1-1 0 0 0,1 1 0 0 0,0-1 0 0 0,-1 1 0 0 0,1-1 0 0 0,-1 0-1 0 0,1 1 1 0 0,-1-1 0 0 0,1 1 0 0 0,-1-1 0 0 0,0 0 0 0 0,-1 2 0 0 0,-1 0-176 0 0,1-1-1 0 0,-1 1 1 0 0,0-1-1 0 0,0 0 1 0 0,0 0-1 0 0,0 0 1 0 0,0 0 0 0 0,-1 0-1 0 0,-2 1 1 0 0,-38 11-1793 0 0,7-7 3325 0 0,-12-7-867 0 0,46-1-64 0 0,-27-3 231 0 0,26 1-189 0 0,1 0 0 0 0,1 0 0 0 0,-1 0 0 0 0,0 0 1 0 0,1-1-1 0 0,0 1 0 0 0,-1-1 0 0 0,1 0 0 0 0,1 1 0 0 0,-1-1 0 0 0,0 0 0 0 0,1 0 1 0 0,0 0-1 0 0,0 0 0 0 0,0 0 0 0 0,1-1 0 0 0,-1 1 0 0 0,1 0 0 0 0,0-5 0 0 0,1-15 73 0 0,0 1 0 0 0,6-30-1 0 0,-3 25-314 0 0,7-252 687 0 0,-11 250-500 0 0,0 28-89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8:18.34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21 1372 0 0,'10'-3'657'0'0,"-10"3"-379"0"0,1 0 1 0 0,-1 0 0 0 0,1 0 0 0 0,-1 0-1 0 0,1 0 1 0 0,-1 0 0 0 0,0 1 0 0 0,1-1-1 0 0,-1 0 1 0 0,1 0 0 0 0,-1 0-1 0 0,1 1 1 0 0,-1-1 0 0 0,0 0 0 0 0,1 1-1 0 0,-1-1 1 0 0,1 0 0 0 0,-1 1-1 0 0,0-1 1 0 0,0 1 0 0 0,1-1 0 0 0,-1 0-1 0 0,0 1 1 0 0,0-1 0 0 0,1 1-1 0 0,-1-1 1 0 0,0 1 0 0 0,0 0 0 0 0,2 3-511 0 0,-1-3 1584 0 0,14 12 13623 0 0,-16-13-14983 0 0,0 0 9 0 0,0-1-1 0 0,-1 1 1 0 0,1 0-1 0 0,-1 0 1 0 0,1-1-1 0 0,-1 1 1 0 0,1 0-1 0 0,0-1 1 0 0,-1 0 0 0 0,1 1-1 0 0,0-1 1 0 0,-1 0-1 0 0,1 0 1 0 0,0 1-1 0 0,0-1 1 0 0,0 0 0 0 0,0 0-1 0 0,0 0 1 0 0,0 0-1 0 0,0-1 1 0 0,0 1-1 0 0,0 0 1 0 0,0 0-1 0 0,0-1 1 0 0,0-1 0 0 0,-1 1-328 0 0,2 1 224 0 0,-1 0 0 0 0,1 1-1 0 0,-1-1 1 0 0,1 0 0 0 0,0 1-1 0 0,-1-1 1 0 0,1 0 0 0 0,0 0 0 0 0,0 0-1 0 0,-1 1 1 0 0,1-1 0 0 0,0 0 0 0 0,0 0-1 0 0,0 0 1 0 0,0 1 0 0 0,0-1-1 0 0,0 0 1 0 0,0 0 0 0 0,0 0 0 0 0,0 1-1 0 0,1-1 1 0 0,-1 0 0 0 0,0 0-1 0 0,1 0 1 0 0,2 7-1561 0 0,-2-5 1823 0 0,-1-1 0 0 0,0 0 0 0 0,1 1-1 0 0,-1-1 1 0 0,0 0 0 0 0,1 1-1 0 0,-1-1 1 0 0,0 1 0 0 0,1-1-1 0 0,-1 0 1 0 0,0 1 0 0 0,0-1 0 0 0,0 1-1 0 0,0-1 1 0 0,1 1 0 0 0,-1-1-1 0 0,0 1 1 0 0,0-1 0 0 0,0 1-1 0 0,0-1 1 0 0,0 1 0 0 0,0 0 0 0 0,-8 15 763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8:20.06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939 19 1070 0 0,'9'4'-582'0'0,"-2"-2"4823"0"0,-16-12 5941 0 0,-1 3-7545 0 0,3-1 3042 0 0,24 15-2692 0 0,80 72-3008 0 0,32 15 35 0 0,-127-92-19 0 0,7 20 4 0 0,-20-13-37 0 0,0 1 0 0 0,-1-2 0 0 0,0 1 0 0 0,-1-2 0 0 0,1 0 0 0 0,-2 0 0 0 0,1-1 0 0 0,-26 7 1 0 0,-6 1-3114 0 0,-68 9 1 0 0,76-21-3738 0 0,33-2 7005 0 0,1-1 1 0 0,-1 1 0 0 0,0-1-1 0 0,1 0 1 0 0,-1 0 0 0 0,1-1-1 0 0,-5-1 1 0 0,6 2 429 0 0,-1-1 1 0 0,1 0-1 0 0,-1 0 1 0 0,1 0-1 0 0,0 0 1 0 0,0 0-1 0 0,0-1 1 0 0,0 1-1 0 0,0 0 1 0 0,0-1-1 0 0,1 0 0 0 0,-1 1 1 0 0,1-1-1 0 0,0 0 1 0 0,0 0-1 0 0,0 0 1 0 0,0 0-1 0 0,0 0 1 0 0,1 0-1 0 0,-1 0 1 0 0,1 0-1 0 0,0-3 1 0 0,-2-3-548 0 0,2 0 0 0 0,-1 0 0 0 0,1 0 0 0 0,1 0 0 0 0,-1 1 0 0 0,1-1 0 0 0,1 0 0 0 0,0 0 0 0 0,0 1 0 0 0,1-1 0 0 0,0 1 0 0 0,0 0 1 0 0,1 0-1 0 0,0 0 0 0 0,1 0 0 0 0,-1 1 0 0 0,1-1 0 0 0,1 1 0 0 0,10-10 0 0 0,5-2-16 0 0,-19 18-2 0 0,0 0 21 0 0,0 0 0 0 0,0 0-1 0 0,0 1 1 0 0,0-1 0 0 0,0 0 0 0 0,0 1 0 0 0,0 0 0 0 0,0-1 0 0 0,0 1-1 0 0,0 0 1 0 0,0 0 0 0 0,0 0 0 0 0,4 1 0 0 0,-1 0-164 0 0,0 0 0 0 0,0 1 0 0 0,0 0 1 0 0,0 0-1 0 0,0 0 0 0 0,0 1 0 0 0,0 0 0 0 0,-1 0 0 0 0,1 0 0 0 0,-1 0 1 0 0,0 1-1 0 0,0-1 0 0 0,0 1 0 0 0,4 6 0 0 0,-4-5-1275 0 0,-1 0-1 0 0,1 0 1 0 0,-1 0-1 0 0,-1 1 1 0 0,1-1-1 0 0,-1 1 1 0 0,2 7-1 0 0,-3-9 1418 0 0,-1-1 0 0 0,0 0 0 0 0,0 0 0 0 0,0 0 0 0 0,-1 0 1 0 0,1 0-1 0 0,-1 0 0 0 0,0 0 0 0 0,0 0 0 0 0,0 0 0 0 0,0 0 0 0 0,0 0 0 0 0,0 0 0 0 0,-1 0 0 0 0,0-1 0 0 0,1 1 0 0 0,-1 0 0 0 0,0-1 0 0 0,0 0 1 0 0,-5 5-1 0 0,-4 3 70 0 0,0 0 1 0 0,-22 15-1 0 0,31-24-49 0 0,-24 17-17 0 0,0-2 0 0 0,-1-1 0 0 0,-1-1 0 0 0,0-1 0 0 0,-1-1 0 0 0,0-2 0 0 0,-1-1 0 0 0,0-1 0 0 0,-43 5 0 0 0,44-13-508 0 0,-3-6 3422 0 0,30 5-2465 0 0,-1 0 0 0 0,1 0 0 0 0,0 0 0 0 0,0-1 0 0 0,0 1 0 0 0,-1-1-1 0 0,1 1 1 0 0,0-1 0 0 0,1 0 0 0 0,-1 1 0 0 0,0-1 0 0 0,0 0 0 0 0,1 0 0 0 0,-1 0 0 0 0,1-1 0 0 0,0 1 0 0 0,0 0-1 0 0,-1 0 1 0 0,1-1 0 0 0,1 1 0 0 0,-1-1 0 0 0,0 1 0 0 0,1-1 0 0 0,-1 1 0 0 0,1-4 0 0 0,-1 5 189 0 0,-2-22-607 0 0,3 21-30 0 0,-11 9-22 0 0,0 0 36 0 0,0 1 0 0 0,1 0 0 0 0,-16 17 0 0 0,-14 10-219 0 0,-16 10-411 0 0,-16 13-6130 0 0,-75 78 0 0 0,127-117 6058 0 0,16-16 221 0 0,0 1-1 0 0,0 0 1 0 0,0 0-1 0 0,1 0 1 0 0,-1 1-1 0 0,1-1 1 0 0,0 1-1 0 0,-5 9 1 0 0,6-10-69 0 0,0 1 1 0 0,0-1 0 0 0,-1 0-1 0 0,0 0 1 0 0,0 0 0 0 0,0-1-1 0 0,0 1 1 0 0,-5 3 0 0 0,-4 2-1260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8:20.628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416 0 750 0 0,'0'0'4691'0'0,"-2"1"-1570"0"0,-16 4 12395 0 0,13-3-13380 0 0,3-1-2136 0 0,0 0 0 0 0,1 1 0 0 0,-1-1 0 0 0,0 1 0 0 0,0 0 0 0 0,1-1 0 0 0,-1 1 0 0 0,1 0 0 0 0,0 0 0 0 0,-3 4 0 0 0,-9 11 0 0 0,-130 122 0 0 0,94-100-84 0 0,-65 59-236 0 0,102-82 26 0 0,10-13 241 0 0,0 0 1 0 0,0 0-1 0 0,-1 0 0 0 0,1-1 1 0 0,0 1-1 0 0,-1-1 0 0 0,0 1 1 0 0,0-1-1 0 0,1 0 0 0 0,-5 2 1 0 0,-2 0 1329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8:21.40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423 171 935 0 0,'-3'3'8417'0'0,"-12"7"973"0"0,6-9-8548 0 0,4 0-474 0 0,-1 0 1 0 0,0 0-1 0 0,1 0 0 0 0,-1-1 1 0 0,0 0-1 0 0,0 0 0 0 0,1 0 1 0 0,-1-1-1 0 0,0 0 0 0 0,1 0 0 0 0,-1 0 1 0 0,1-1-1 0 0,-1 0 0 0 0,1 0 1 0 0,-1 0-1 0 0,1-1 0 0 0,-7-4 1 0 0,10 5-370 0 0,0 1 1 0 0,0-1 0 0 0,0 0 0 0 0,1 0 0 0 0,-1 0 0 0 0,0 0 0 0 0,1 0 0 0 0,-1-1-1 0 0,1 1 1 0 0,0 0 0 0 0,0-1 0 0 0,0 1 0 0 0,0-1 0 0 0,0 1 0 0 0,1-1-1 0 0,-2-3 1 0 0,1-2-10 0 0,2 4 11 0 0,0 1 0 0 0,0-1 0 0 0,0 1 0 0 0,0 0 0 0 0,1 0 0 0 0,0-1 0 0 0,-1 1 0 0 0,1 0 0 0 0,0 0 0 0 0,1 1 1 0 0,2-5-1 0 0,37-32 1 0 0,-8 8-13 0 0,-32 30-16 0 0,0 0-26 0 0,0 0-1 0 0,0 0 1 0 0,0 1-1 0 0,0-1 0 0 0,0 1 1 0 0,0 0-1 0 0,0-1 1 0 0,0 1-1 0 0,0 0 0 0 0,0 0 1 0 0,0 0-1 0 0,0 0 1 0 0,1 1-1 0 0,1-1 1 0 0,0 2 719 0 0,4 2-307 0 0,2 16-545 0 0,-3 18 186 0 0,-9-26-333 0 0,0 0 1 0 0,0 0-1 0 0,-2-1 1 0 0,1 1-1 0 0,-1-1 0 0 0,-1 0 1 0 0,0 0-1 0 0,0-1 1 0 0,-1 1-1 0 0,0-1 1 0 0,-10 11-1 0 0,0-3-717 0 0,-1 0-1 0 0,-1-1 0 0 0,-1 0 1 0 0,-27 18-1 0 0,-14 6-4249 0 0,22-17 2403 0 0,-68 33 0 0 0,104-56 2327 0 0,-10-2 5407 0 0,1-1-4995 0 0,-3-9-3324 0 0,7 5 2172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8:21.84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495 1 739 0 0,'-2'0'8156'0'0,"-6"2"-5744"0"0,4-1-755 0 0,-1 0 0 0 0,1 1 0 0 0,0-1 0 0 0,0 1 0 0 0,-1 0-1 0 0,-3 3 1 0 0,-20 19 1652 0 0,18-14-3838 0 0,-1-1-1 0 0,0 0 1 0 0,-18 11 0 0 0,-4 2-392 0 0,-155 111-12252 0 0,148-109 12105 0 0,-51 24 1 0 0,88-47 558 0 0,0 7-645 0 0,0-1 18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8:22.56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5 6 851 0 0,'9'-6'1559'0'0,"-5"9"769"0"0,5 5-182 0 0,-23 11 17171 0 0,12-18-19328 0 0,-9-16-593 0 0,62 21 440 0 0,-49-6-756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8:26.78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617 89 583 0 0,'-8'0'13101'0'0,"8"1"-12747"0"0,-1 11 10486 0 0,0 2-7761 0 0,-1 3-4829 0 0,2-13 1750 0 0,0 0 0 0 0,1 0 0 0 0,-1 0 0 0 0,1 0 0 0 0,0 0 0 0 0,0-1 0 0 0,0 1 0 0 0,0 0 0 0 0,1 0 1 0 0,0-1-1 0 0,-1 1 0 0 0,1-1 0 0 0,1 1 0 0 0,-1-1 0 0 0,0 0 0 0 0,1 0 0 0 0,0 0 0 0 0,-1 0 0 0 0,6 4 0 0 0,46 16 5 0 0,-53-22-6 0 0,17-13-11053 0 0,-4 3 4338 0 0,-4 0 6740 0 0,23-37 17161 0 0,-32 40-16614 0 0,-1 5-576 0 0,-1 0 1 0 0,1 1-1 0 0,-1-1 1 0 0,1 0-1 0 0,0 0 0 0 0,-1 1 1 0 0,1-1-1 0 0,0 0 1 0 0,0 0-1 0 0,-1 0 1 0 0,1 1-1 0 0,0-1 1 0 0,0 0-1 0 0,0 0 1 0 0,0 0-1 0 0,0 0 1 0 0,0 1-1 0 0,0-1 1 0 0,0 0-1 0 0,0 0 1 0 0,1 0-1 0 0,-1 1 1 0 0,0-1-1 0 0,0 0 1 0 0,1 0-1 0 0,0-1 1 0 0,1-5 23 0 0,0 1-1 0 0,0-1 1 0 0,1 0 0 0 0,7-11 0 0 0,-9 17-70 0 0,3-50 66 0 0,-4 50 9 0 0,-12-20-11 0 0,-29 14 3 0 0,39 6-25 0 0,-4 4-92 0 0,0-1 117 0 0,0 0 0 0 0,0-1 0 0 0,0 1 0 0 0,-8 0 0 0 0,7-1 7 0 0,3 2-22 0 0,0-1 0 0 0,1 1 0 0 0,-1 0-1 0 0,1 0 1 0 0,-1 0 0 0 0,1 0 0 0 0,0 1-1 0 0,0-1 1 0 0,1 1 0 0 0,-1 0 0 0 0,-3 6 0 0 0,-26 62-10720 0 0,32-70 10699 0 0,-4 4-5682 0 0,-3 6 4078 0 0,0 2 1767 0 0,1-7-68 0 0,-1 0-1 0 0,1-1 1 0 0,-1 0-1 0 0,0 0 1 0 0,-1 0 0 0 0,1-1-1 0 0,-18 8 1 0 0,6-3-77 0 0,-1-2 0 0 0,-27 8 0 0 0,-36 0 53 0 0,79-15 206 0 0,0-1 1 0 0,0 0-1 0 0,0 0 1 0 0,0 0-1 0 0,0-1 1 0 0,0 1-1 0 0,1-1 0 0 0,-5-1 1 0 0,-20-3 2535 0 0,22 5-1063 0 0,1-1 0 0 0,-1 0-1 0 0,0 0 1 0 0,1 0 0 0 0,-6-3 0 0 0,-14-2 60 0 0,23 5-1791 0 0,-1 0-1 0 0,1 0 1 0 0,0-1-1 0 0,0 1 1 0 0,0 0-1 0 0,0-1 1 0 0,0 1 0 0 0,0-1-1 0 0,0 0 1 0 0,-3-3-1 0 0,-5-4-227 0 0,2 1-1743 0 0,0 0 0 0 0,1-1 0 0 0,0 1 0 0 0,-10-17-1 0 0,-13-16-5277 0 0,29 40 7247 0 0,-9-27-64 0 0,2 17 219 0 0,-1-1 0 0 0,-11-21 0 0 0,19 31 279 0 0,-8-13 2295 0 0,22 35 8378 0 0,5 13-9938 0 0,8 13-5933 0 0,13 8-5391 0 0,-34-50 10190 0 0,0 0 0 0 0,0 1 0 0 0,1-2-1 0 0,-1 1 1 0 0,1-1 0 0 0,0 0 0 0 0,6 3 0 0 0,12 6-231 0 0,-23-11 206 0 0,17 9 64 0 0,-84 53-92 0 0,0-13-22 0 0,34-32-417 0 0,6-5 1577 0 0,11-2 5274 0 0,14-9-6348 0 0,-18 6 4258 0 0,2 1-3931 0 0,18-29-20263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8:30.28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465 12 461 0 0,'0'0'818'0'0,"9"-12"7379"0"0,-25 25 1432 0 0,1 0-3950 0 0,-4 4-2840 0 0,-9 9-3543 0 0,-4 4-1508 0 0,12-12 3554 0 0,-70 56-5718 0 0,1-2-4491 0 0,51-42 3702 0 0,20-17 4960 0 0,-11 10 1975 0 0,7 0 5029 0 0,21-21-6853 0 0,-15 14 537 0 0,10-10 7155 0 0,4-4-7551 0 0,1-1 0 0 0,-1 1-1 0 0,0-1 1 0 0,0 1-1 0 0,0-1 1 0 0,0 0 0 0 0,0 1-1 0 0,0-1 1 0 0,-3 1 0 0 0,1-1 100 0 0,-5 4-1433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8:31.83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875 161 668 0 0,'6'-7'4725'0'0,"-9"16"5048"0"0,-4 12-955 0 0,3-5-6588 0 0,2 3-2230 0 0,1 2 0 0 0,-1-12-5 0 0,0-1 0 0 0,-1 0 1 0 0,0 0-1 0 0,-5 9 1 0 0,6-15-69 0 0,0 0 130 0 0,-2 2-47 0 0,0 1-8 0 0,-1 0 0 0 0,1 0 1 0 0,-1-1-1 0 0,0 0 0 0 0,0 0 0 0 0,-1 0 0 0 0,1-1 1 0 0,-1 0-1 0 0,0 0 0 0 0,0 0 0 0 0,0-1 0 0 0,-13 4 1 0 0,9-4-13 0 0,8-1-6 0 0,1-1 0 0 0,0 0 0 0 0,-1 1 0 0 0,1-1 0 0 0,-1 0 0 0 0,0 0-1 0 0,1 1 1 0 0,-1-1 0 0 0,1 0 0 0 0,-1-1 0 0 0,1 1 0 0 0,-1 0 0 0 0,1 0 0 0 0,-1-1-1 0 0,1 1 1 0 0,-1-1 0 0 0,1 1 0 0 0,-1-1 0 0 0,1 0 0 0 0,0 1 0 0 0,-1-1-1 0 0,1 0 1 0 0,0 0 0 0 0,0 0 0 0 0,-1 0 0 0 0,1 0 0 0 0,0 0 0 0 0,0 0 0 0 0,0-1-1 0 0,0 1 1 0 0,1 0 0 0 0,-2-2 0 0 0,-5-6-1073 0 0,7 9 991 0 0,-1-1 0 0 0,1 0 0 0 0,0 1 0 0 0,-1-1 0 0 0,1 0 0 0 0,0 1 0 0 0,0-1 0 0 0,0 0 0 0 0,0 1 0 0 0,0-1 0 0 0,0 0 0 0 0,0 0 0 0 0,0 1 0 0 0,0-1 0 0 0,0 0 0 0 0,0 1 0 0 0,0-1 0 0 0,0 0 0 0 0,0 1 0 0 0,1-1-1 0 0,-1 0 1 0 0,1 0 0 0 0,-1 0-3 0 0,0 0 0 0 0,1 0-1 0 0,-1 0 1 0 0,0 0 0 0 0,0 0-1 0 0,1 0 1 0 0,-1 0-1 0 0,0 0 1 0 0,0 0 0 0 0,0 0-1 0 0,0 1 1 0 0,0-1-1 0 0,0 0 1 0 0,-1 0 0 0 0,1 0-1 0 0,0-1 1 0 0,-2-2-927 0 0,1 0 0 0 0,0-1 0 0 0,0 1 1 0 0,1 0-1 0 0,-1 0 0 0 0,1-1 0 0 0,0 1 0 0 0,0 0 0 0 0,1 0 1 0 0,0-7-1 0 0,2-3 14132 0 0,-2 28-9320 0 0,-6 5-3772 0 0,-14 33 0 0 0,17-49-12 0 0,0 0 0 0 0,0 1-1 0 0,0-1 1 0 0,0-1 0 0 0,0 1 0 0 0,-1 0 0 0 0,1 0-1 0 0,-1-1 1 0 0,0 1 0 0 0,0-1 0 0 0,0 0 0 0 0,0 0-1 0 0,0 0 1 0 0,-1 0 0 0 0,1-1 0 0 0,0 1 0 0 0,-1-1-1 0 0,1 0 1 0 0,-1 0 0 0 0,1 0 0 0 0,-1-1 0 0 0,0 1 0 0 0,1-1-1 0 0,-1 0 1 0 0,-6 0 0 0 0,8 0-24 0 0,0-1-72 0 0,-1 0-1 0 0,1-1 0 0 0,0 1 0 0 0,-1 0 0 0 0,1-1 0 0 0,0 0 0 0 0,0 1 1 0 0,0-1-1 0 0,0 0 0 0 0,0 0 0 0 0,0 0 0 0 0,0 0 0 0 0,1-1 0 0 0,-1 1 0 0 0,1 0 1 0 0,-2-3-1 0 0,0-1-1843 0 0,1 4 1260 0 0,-3-10 879 0 0,1-6 3172 0 0,4 9-3201 0 0,0 7-422 0 0,0 0 1 0 0,0 1-1 0 0,0-1 0 0 0,0 0 1 0 0,0 0-1 0 0,0 0 0 0 0,0 1 1 0 0,0-1-1 0 0,-1 0 1 0 0,1 0-1 0 0,-1 1 0 0 0,0-1 1 0 0,1 0-1 0 0,-1 1 0 0 0,0-1 1 0 0,0 1-1 0 0,0-1 0 0 0,0 1 1 0 0,-2-4-1 0 0,5 2-601 0 0,4-8-6914 0 0,-13 18 3521 0 0,-33 65 3999 0 0,32-63 203 0 0,-1-1 0 0 0,0 0 0 0 0,0 0 0 0 0,-1-1 0 0 0,0-1-1 0 0,0 0 1 0 0,0 0 0 0 0,-1-1 0 0 0,0 0 0 0 0,-13 4 0 0 0,-20 10 407 0 0,42-18-243 0 0,-12-5 196 0 0,13 4-312 0 0,0 0 0 0 0,0 0 1 0 0,0 0-1 0 0,0-1 0 0 0,0 1 1 0 0,0 0-1 0 0,0 0 0 0 0,1-1 0 0 0,-1 1 1 0 0,0 0-1 0 0,0-1 0 0 0,0 1 1 0 0,1-1-1 0 0,-1 1 0 0 0,0-1 1 0 0,0 1-1 0 0,1-1 0 0 0,-1 0 0 0 0,1 1 1 0 0,-1-1-1 0 0,0 0 0 0 0,0-1 1 0 0,-4-7 920 0 0,1-1 0 0 0,1 0 1 0 0,-1 0-1 0 0,2 0 0 0 0,-1 0 1 0 0,1 0-1 0 0,1-1 1 0 0,0 1-1 0 0,0-1 0 0 0,2-11 1 0 0,-3-8 3100 0 0,1-7 78 0 0,5-38-5187 0 0,-5 22-3240 0 0,-8 3-4942 0 0,9 48 9198 0 0,-6-5-3150 0 0,6 6 3177 0 0,0 1-1 0 0,-1-1 1 0 0,1 1-1 0 0,0-1 1 0 0,0 1-1 0 0,-1-1 1 0 0,1 1-1 0 0,0-1 1 0 0,0 1-1 0 0,-1-1 1 0 0,1 1-1 0 0,-1 0 1 0 0,1-1-1 0 0,0 1 1 0 0,-1-1 0 0 0,1 1-1 0 0,-1 0 1 0 0,1-1-1 0 0,-1 1 1 0 0,1 0-1 0 0,-1 0 1 0 0,0-1-1 0 0,-24 14 133 0 0,0 0 0 0 0,0 2-1 0 0,2 0 1 0 0,-1 2 0 0 0,2 1 0 0 0,-34 34-1 0 0,53-48-74 0 0,0-1-19 0 0,0 0 0 0 0,-1 0 0 0 0,1 0 0 0 0,-1 0 0 0 0,1 0-1 0 0,-1 0 1 0 0,-5 5 10088 0 0,12-3-4374 0 0,5 2-3606 0 0,10-7-2999 0 0,-1-1 0 0 0,1 0 0 0 0,-1-2 0 0 0,1 0 0 0 0,-1-1 1 0 0,23-8-1 0 0,-36 11 910 0 0,16-8-3443 0 0,-18 8 1293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8:34.26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43 20 459 0 0,'-17'-5'14470'0'0,"12"8"-11362"0"0,3-1-3310 0 0,1-1 1133 0 0,-15-9 6514 0 0,15 7-7451 0 0,57 54 15 0 0,8-16-9 0 0,-50-33 0 0 0,0 0 0 0 0,1-2 0 0 0,0 0 0 0 0,-1 0 0 0 0,25-2 0 0 0,-11 0 0 0 0,47-2 0 0 0,-31-7-1 0 0,-42 9-9 0 0,5-2 0 0 0,0 1 12 0 0,-1-1 1 0 0,1-1-1 0 0,-1 1 1 0 0,0-1-1 0 0,12-7 0 0 0,0 0-15 0 0,19-2 14 0 0,-35 11-91 0 0,-2 0-209 0 0,1-1 295 0 0,-1 0-1 0 0,1 0 0 0 0,0 0 1 0 0,0 1-1 0 0,0-1 0 0 0,0 0 0 0 0,0 1 1 0 0,0-1-1 0 0,1 1 0 0 0,-1 0 1 0 0,0-1-1 0 0,1 1 0 0 0,-1 0 1 0 0,1-1-1 0 0,1 0 0 0 0,9-5-5977 0 0,42-17-11271 0 0,-52 23 16135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8:37.208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0 109 888 0 0,'4'-15'9549'0'0,"2"21"-6512"0"0,-4-5-2358 0 0,0 1 0 0 0,0-1 0 0 0,-1 0 0 0 0,1 0 0 0 0,0 0 0 0 0,0 0 0 0 0,0 0 0 0 0,0 0 0 0 0,0-1-1 0 0,0 1 1 0 0,1-1 0 0 0,-1 1 0 0 0,0-1 0 0 0,0 0 0 0 0,3 0 0 0 0,7 2 1198 0 0,29 8-1877 0 0,0-2 0 0 0,0-2 0 0 0,1-1 0 0 0,71-2 0 0 0,-82-4 0 0 0,1-1 0 0 0,-1-2 0 0 0,-1-1 0 0 0,1-2 0 0 0,-1-1 0 0 0,57-23 0 0 0,17-24-10116 0 0,-102 54 10215 0 0,54-30 69 0 0,-54 30-364 0 0,-9 14 9029 0 0,2-5-7861 0 0,-11 31-972 0 0,6-18 240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3T14:38:44.90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0 200 20295,'2512'-199'0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9:11.45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1113 72 683 0 0,'4'4'25511'0'0,"-8"-3"-25524"0"0,-17-5-17 0 0,33-1 63 0 0,-11 2-124 0 0,-9 4 45 0 0,0-1 98 0 0,15-4-34 0 0,-2 1 33 0 0,-4 2-48 0 0,-19 10-313 0 0,32-17 580 0 0,-13 8-238 0 0,-15 5 1 0 0,11-4-40 0 0,12-2 26 0 0,-4 0-3 0 0,-1 0-95 0 0,-18 7 105 0 0,12-5 2 0 0,15-8-86 0 0,-11 4 106 0 0,-9 8-23 0 0,4-3-53 0 0,0 0-55 0 0,18-6 89 0 0,-14 3 93 0 0,-19 7-95 0 0,20-6 498 0 0,8 5-3261 0 0,-18-7-4119 0 0,3 0 6369 0 0,4 2 1520 0 0,13 6-9983 0 0,-8-4 8709 0 0,-11-5 315 0 0,3 0 921 0 0,8 5-819 0 0,-4-2-156 0 0,1 0 1 0 0,-1 0-1 0 0,0 0 1 0 0,0 0-1 0 0,0 0 1 0 0,1 1 0 0 0,-1-1-1 0 0,0 0 1 0 0,0 0-1 0 0,0 0 1 0 0,1 0-1 0 0,-1 0 1 0 0,0 1-1 0 0,0-1 1 0 0,0 0-1 0 0,0 0 1 0 0,0 0-1 0 0,0 1 1 0 0,1-1-1 0 0,-1 0 1 0 0,0 0-1 0 0,0 0 1 0 0,0 1-1 0 0,0-1 1 0 0,0 0-1 0 0,0 0 1 0 0,0 0-1 0 0,0 1 1 0 0,0-1 0 0 0,0 0-1 0 0,0 0 1 0 0,0 1-1 0 0,0-1 1 0 0,0 0-1 0 0,0 0 1 0 0,0 0-1 0 0,0 1 1 0 0,0-1-1 0 0,0 0 1 0 0,0 0-1 0 0,0 0 1 0 0,-1 1-1 0 0,1-1 1 0 0,0 0-1 0 0,0 0 1 0 0,0 0-1 0 0,0 1 1 0 0,0-1-1 0 0,-1 0 1 0 0,1 0-1 0 0,0 0 1 0 0,0 0 0 0 0,0 0-1 0 0,-1 1 1 0 0,1-1-1 0 0,0 0 1 0 0,0 0-1 0 0,0 0 1 0 0,-1 0-1 0 0,1 0 1 0 0,0 0-1 0 0,0 0 1 0 0,0 0-1 0 0,-1 0 1 0 0,1 0-1 0 0,-5 2 4 0 0,2 0 18 0 0,6 5-14 0 0,2 1-21 0 0,-20 5-1 0 0,16-3 335 0 0,-6 6 17493 0 0,8-16-16613 0 0,4-3-3738 0 0,-5 2 2535 0 0,-13 10-5452 0 0,10-8 5338 0 0,0-1 0 0 0,0 0-1 0 0,0 1 1 0 0,0-1 0 0 0,0 1-1 0 0,0 0 1 0 0,0-1 0 0 0,0 1-1 0 0,0 0 1 0 0,1-1 0 0 0,-1 1-1 0 0,0 0 1 0 0,0 0 0 0 0,1 0 0 0 0,-1 0-1 0 0,1 0 1 0 0,-1 0 0 0 0,1 0-1 0 0,-1 0 1 0 0,1 0 0 0 0,-1 1-1 0 0,2 14-7992 0 0,-1-15 8079 0 0,1 0 0 0 0,-1-1 0 0 0,1 1 0 0 0,-1 0-1 0 0,1 0 1 0 0,-1 0 0 0 0,1 0 0 0 0,-1 0-1 0 0,1 0 1 0 0,0-1 0 0 0,-1 1 0 0 0,1 0 0 0 0,0-1-1 0 0,0 1 1 0 0,0 0 0 0 0,-1-1 0 0 0,1 1-1 0 0,0-1 1 0 0,0 1 0 0 0,1-1 0 0 0,0 1 36 0 0,-13 14 5 0 0,36 13 16827 0 0,3-17-16877 0 0,-23-5 75 0 0,-4-5-26 0 0,18 3-8 0 0,-17-3-4 0 0,11-12 6 0 0,-12 10-13 0 0,15-7 13 0 0,-14 7 10 0 0,11-16-56 0 0,-14-4 82 0 0,1 19-36 0 0,10-18-246 0 0,-3-12-17317 0 0,0 22 19092 0 0,-10 6-1497 0 0,1 1 0 0 0,1 0 0 0 0,-1-1 0 0 0,0 1 0 0 0,1-1-1 0 0,-2-5 1 0 0,-18-41-22 0 0,21 48-16 0 0,-16-33 15820 0 0,16 34-15605 0 0,0 0-218 0 0,-1 0 7 0 0,1 0 0 0 0,0 0 0 0 0,0 0-1 0 0,-1 0 1 0 0,1 0 0 0 0,0 0 0 0 0,-1 1 0 0 0,1-1-1 0 0,-1 0 1 0 0,1 0 0 0 0,-1 0 0 0 0,1 1-1 0 0,-1-1 1 0 0,0 0 0 0 0,1 1 0 0 0,-1-1-1 0 0,0 1 1 0 0,0-1 0 0 0,1 0 0 0 0,-1 1 0 0 0,0 0-1 0 0,0-1 1 0 0,0 1 0 0 0,0-1 0 0 0,1 1-1 0 0,-1 0 1 0 0,0 0 0 0 0,-1-1 0 0 0,-24 0 2 0 0,24 1-10 0 0,1 3-26 0 0,0 0 37 0 0,0-1 0 0 0,0 1 0 0 0,-1 0 0 0 0,1 0 0 0 0,-1-1 1 0 0,1 1-1 0 0,-3 2 0 0 0,-1 2-148 0 0,4-6 119 0 0,-2 4-1522 0 0,-1 19-13637 0 0,3-19 16133 0 0,0 10-939 0 0,1-13-10 0 0,0 0-1 0 0,-1 0 1 0 0,1 0 0 0 0,0 0-1 0 0,0 0 1 0 0,0 0 0 0 0,0 0-1 0 0,0 0 1 0 0,1 0 0 0 0,-1 0-1 0 0,1 0 1 0 0,-1-1 0 0 0,1 1-1 0 0,0 0 1 0 0,0 0 0 0 0,-1 0-1 0 0,1-1 1 0 0,2 4 0 0 0,-2-4 14 0 0,-17-10 9 0 0,12 23 389 0 0,-2 6-694 0 0,3-10 4762 0 0,-3 2 6868 0 0,-23-5-11336 0 0,28-7-124 0 0,-1-1 0 0 0,1 0-1 0 0,-1 1 1 0 0,1-1-1 0 0,-1 1 1 0 0,1 0 0 0 0,-1 0-1 0 0,0-1 1 0 0,1 1 0 0 0,-1 0-1 0 0,1 0 1 0 0,-1 1 0 0 0,1-1-1 0 0,-1 0 1 0 0,0 0 0 0 0,1 1-1 0 0,-1-1 1 0 0,1 1-1 0 0,-1-1 1 0 0,1 1 0 0 0,-1 0-1 0 0,1-1 1 0 0,0 1 0 0 0,-1 0-1 0 0,1 0 1 0 0,0 0 0 0 0,0 0-1 0 0,0 0 1 0 0,-1 1 0 0 0,1-1-1 0 0,0 0 1 0 0,1 0-1 0 0,-1 1 1 0 0,0-1 0 0 0,0 0-1 0 0,0 2 1 0 0,0-1-52 0 0,-9 5-647 0 0,-5 2-7853 0 0,-36 5 6837 0 0,49-14 1833 0 0,-23 5 19 0 0,-17-4-22 0 0,31-2-1804 0 0,-2-1 3660 0 0,-23-8 11194 0 0,27 7-11128 0 0,7 3-1321 0 0,-1-2-603 0 0,0 0-1 0 0,-1 0 0 0 0,1 0-1 0 0,0 0 1 0 0,0-1-1 0 0,0 1 1 0 0,0-1-1 0 0,0 1 1 0 0,-3-5 0 0 0,5 5 5 0 0,-13-17 6 0 0,12 17-13 0 0,0-10 8 0 0,0 2-6 0 0,1 8-2 0 0,-13-43-33 0 0,8 28 71 0 0,5 16-42 0 0,-1-11 19 0 0,-3-5-57 0 0,3 0 6 0 0,12 34 104 0 0,-9-16-107 0 0,5 9-24 0 0,16 32 184 0 0,-21-40-159 0 0,5 18-8 0 0,-4-10-2340 0 0,-1-2-5751 0 0,-1-1 4238 0 0,-1-4 3917 0 0,1-1 1 0 0,-1 1-1 0 0,0-1 1 0 0,0 1-1 0 0,0-1 1 0 0,0 0-1 0 0,0 0 1 0 0,-1 1-1 0 0,1-1 1 0 0,-1 0-1 0 0,1 0 1 0 0,-1 0-1 0 0,0 0 1 0 0,0-1-1 0 0,-3 4 1 0 0,-35 22-84 0 0,38-26 75 0 0,-30 13-36 0 0,6-5 4 0 0,0-2 0 0 0,-42 7 0 0 0,66-14 3 0 0,-35-1 106 0 0,33 0-75 0 0,1 0-1 0 0,-1 0 1 0 0,0-1-1 0 0,1 0 1 0 0,-1 1-1 0 0,1-1 1 0 0,-6-4-1 0 0,0-1-62 0 0,8 7 99 0 0,-1-7 7653 0 0,-1 5-4111 0 0,2 2-3663 0 0,1 0 0 0 0,-1 0 1 0 0,0 0-1 0 0,1 0 0 0 0,-1 0 0 0 0,0 0 0 0 0,1 0 1 0 0,-1 0-1 0 0,1 1 0 0 0,-1-1 0 0 0,1 0 0 0 0,-1 0 1 0 0,0 1-1 0 0,1-1 0 0 0,-1 0 0 0 0,1 1 0 0 0,-1-1 1 0 0,1 1-1 0 0,0-1 0 0 0,-1 0 0 0 0,0 2 0 0 0,-9 18-8404 0 0,-2 13 7014 0 0,-1 6 1649 0 0,-22 33-166 0 0,-6 17 20 0 0,-93 146 0 0 0,105-193 7 0 0,20-26-48 0 0,-2 0-1 0 0,0 0 1 0 0,0-1-1 0 0,-2-1 1 0 0,0 0-1 0 0,-22 19 1 0 0,33-32-31 0 0,-8 9 4444 0 0,-6 8-1644 0 0,16-12-771 0 0,12-3 1355 0 0,7-10-2884 0 0,-17 7-2143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9:12.043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5 0 1080 0 0,'9'3'3470'0'0,"-18"-1"1450"0"0,8-2-4811 0 0,1 0-1 0 0,0 0 1 0 0,0 0-1 0 0,0 0 0 0 0,0 0 1 0 0,-1 0-1 0 0,1 0 1 0 0,0 1-1 0 0,0-1 1 0 0,0 0-1 0 0,0 0 1 0 0,0 0-1 0 0,-1 0 1 0 0,1 0-1 0 0,0 0 1 0 0,0 0-1 0 0,0 0 1 0 0,0 0-1 0 0,0 1 1 0 0,0-1-1 0 0,0 0 1 0 0,-1 0-1 0 0,1 0 1 0 0,0 0-1 0 0,0 0 1 0 0,0 1-1 0 0,0-1 1 0 0,0 0-1 0 0,0 0 0 0 0,0 0 1 0 0,0 0-1 0 0,0 1 1 0 0,0-1-1 0 0,0 0 1 0 0,0 0-1 0 0,0 0 1 0 0,0 0-1 0 0,0 1 1 0 0,0-1-1 0 0,0 0 1 0 0,0 0-1 0 0,0 0 1 0 0,0 0-1 0 0,0 1 1 0 0,0-1-1 0 0,7 10 4934 0 0,12 9 1453 0 0,-18-18-6278 0 0,16 18-233 0 0,-16-18 22 0 0,33-9-3242 0 0,-27 5 1815 0 0,-5 2-333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9:12.40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17 0 1249 0 0,'-17'9'11883'0'0,"20"2"-4127"0"0,2 1-3278 0 0,8 11-2381 0 0,-13-22-2203 0 0,1 0 0 0 0,0 0 0 0 0,0 1 0 0 0,0-1-1 0 0,0 0 1 0 0,0 0 0 0 0,0 0 0 0 0,0 0 0 0 0,0 0 0 0 0,1 0 0 0 0,-1 0 0 0 0,0 0-1 0 0,0 0 1 0 0,1-1 0 0 0,-1 1 0 0 0,1 0 0 0 0,-1-1 0 0 0,1 1 0 0 0,-1-1 0 0 0,0 0-1 0 0,1 0 1 0 0,2 1 0 0 0,28-13-545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9:13.13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161 0 491 0 0,'-2'3'6768'0'0,"-10"12"9885"0"0,9-10-14351 0 0,-5 6-2302 0 0,0 0 0 0 0,0-1 0 0 0,-1 0 0 0 0,0 0 0 0 0,-16 13 0 0 0,13-12 0 0 0,0 0-1 0 0,0 1 0 0 0,1 0 0 0 0,-12 19 1 0 0,22-30-22 0 0,-5 10-1589 0 0,14-20 2633 0 0,-7 8-1455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9:14.02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505 1 1229 0 0,'0'0'3955'0'0,"-13"3"111"0"0,13-3-3545 0 0,-1 0 0 0 0,0 0 1 0 0,0 0-1 0 0,0 0 1 0 0,1 0-1 0 0,-1 0 1 0 0,0 0-1 0 0,0 0 0 0 0,1 1 1 0 0,-1-1-1 0 0,0 0 1 0 0,0 0-1 0 0,1 1 1 0 0,-1-1-1 0 0,0 1 0 0 0,1-1 1 0 0,-1 0-1 0 0,0 1 1 0 0,1 0-1 0 0,-1-1 1 0 0,1 1-1 0 0,-1-1 0 0 0,1 1 1 0 0,-1 0-1 0 0,1-1 1 0 0,-1 1-1 0 0,1 0 0 0 0,0-1 1 0 0,-1 2-1 0 0,0 0 801 0 0,0-1-1322 0 0,0 0 0 0 0,0 0 0 0 0,0 0 0 0 0,1 0 0 0 0,-1 1 0 0 0,0-1 0 0 0,0 0 0 0 0,1 0 0 0 0,-1 0 0 0 0,1 1 0 0 0,-1-1 0 0 0,1 0 0 0 0,0 1 0 0 0,-1-1 0 0 0,1 0 0 0 0,0 1 0 0 0,0-1 0 0 0,0 0 0 0 0,0 1 0 0 0,0-1 0 0 0,0 0 0 0 0,0 1 0 0 0,1-1 0 0 0,-1 0 0 0 0,0 1 0 0 0,1-1 0 0 0,-1 0 0 0 0,1 1 0 0 0,-1-1 0 0 0,1 0 0 0 0,0 0 0 0 0,-1 0 0 0 0,1 0 0 0 0,0 1 0 0 0,0-1 0 0 0,2 1 0 0 0,-2 0 0 0 0,0-1 0 0 0,1 1 0 0 0,-1-1 0 0 0,0 1 0 0 0,0 0 0 0 0,0 0 0 0 0,0 0 0 0 0,0-1 0 0 0,0 1 0 0 0,-1 0 0 0 0,1 0 0 0 0,0 0 0 0 0,-1 0 0 0 0,0 0 0 0 0,1 0 0 0 0,-1 5 0 0 0,-1-4 0 0 0,1 0 0 0 0,0 0 0 0 0,1 0 0 0 0,-1 0 0 0 0,0 0 0 0 0,1 0 0 0 0,-1 0 0 0 0,1 0 0 0 0,0 0 0 0 0,0 0 0 0 0,0 0 0 0 0,4 5 0 0 0,-1-1 0 0 0,-3-6 0 0 0,-1-1 0 0 0,1 1 0 0 0,-1-1 0 0 0,1 1 0 0 0,-1-1 0 0 0,0 1 0 0 0,1 0 0 0 0,-1-1 0 0 0,0 1 0 0 0,1-1 0 0 0,-1 1 0 0 0,0 0 0 0 0,0-1 0 0 0,1 1 0 0 0,-1 0 0 0 0,0-1 0 0 0,0 1 0 0 0,0 0 0 0 0,0 0 0 0 0,0-1 0 0 0,0 2 0 0 0,-1 26 0 0 0,5 3 0 0 0,-2-22-383 0 0,0 0 0 0 0,-1 0 1 0 0,-1 0-1 0 0,1 1 0 0 0,-1-1 0 0 0,-1 0 1 0 0,0 0-1 0 0,0 1 0 0 0,-1-1 1 0 0,0 0-1 0 0,-1 0 0 0 0,0-1 1 0 0,0 1-1 0 0,-1 0 0 0 0,0-1 1 0 0,0 0-1 0 0,-9 11 0 0 0,3-7-385 0 0,-1-1 0 0 0,-1 0 0 0 0,0-1 0 0 0,-1-1 0 0 0,0 0 0 0 0,0 0 0 0 0,-1-1-1 0 0,-22 9 1 0 0,23-11 993 0 0,0 0-1 0 0,-1-1 1 0 0,0 0-1 0 0,0-1 1 0 0,0-1-1 0 0,0 0 1 0 0,-1-1-1 0 0,-23 1 1 0 0,28-4-53 0 0,0 0 1 0 0,0 0 0 0 0,-1-1-1 0 0,1 0 1 0 0,1 0-1 0 0,-1-1 1 0 0,0-1-1 0 0,1 0 1 0 0,-1 0 0 0 0,1-1-1 0 0,0 0 1 0 0,1 0-1 0 0,-12-9 1 0 0,17 10 210 0 0,-1 1 1 0 0,0 0-1 0 0,1-1 0 0 0,0 0 1 0 0,0 0-1 0 0,0 0 0 0 0,0 0 1 0 0,-3-8-1 0 0,3 5-395 0 0,0 0 0 0 0,1-1 0 0 0,0 1 0 0 0,0-1 1 0 0,1 0-1 0 0,0 1 0 0 0,0-1 0 0 0,1-12 0 0 0,1 6-345 0 0,1 0 0 0 0,0 0 1 0 0,0 0-1 0 0,2 0 0 0 0,0 1 1 0 0,0-1-1 0 0,10-18 0 0 0,-6 18-878 0 0,0 0-1 0 0,1 0 1 0 0,1 1-1 0 0,1 1 0 0 0,-1 0 1 0 0,2 0-1 0 0,0 1 1 0 0,0 1-1 0 0,1 0 0 0 0,26-16 1 0 0,-38 25 267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9:14.46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12 1398 0 0,'2'-1'13135'0'0,"4"-3"-4936"0"0,0-1-4719 0 0,-4 5-3484 0 0,10 4 10 0 0,-11-3-6 0 0,1-1 0 0 0,-1 1 0 0 0,0-1 0 0 0,0 1 0 0 0,0 0 0 0 0,0-1 0 0 0,0 1 0 0 0,0 0 0 0 0,0 0 0 0 0,0 0 0 0 0,0 0 0 0 0,-1 0 0 0 0,1 0 0 0 0,0 0 0 0 0,0 0 0 0 0,-1 0 0 0 0,1 1 0 0 0,-1-1 0 0 0,1 0 0 0 0,-1 0 0 0 0,0 0 0 0 0,1 1 0 0 0,-1 0 0 0 0,0 12 0 0 0,0-13 0 0 0,0-1 0 0 0,0 1 0 0 0,0-1 0 0 0,0 1 0 0 0,0-1 0 0 0,0 1 0 0 0,0-1 0 0 0,-1 1 0 0 0,1-1 0 0 0,0 1 0 0 0,0-1 0 0 0,0 0 0 0 0,0 1 0 0 0,-1-1 0 0 0,1 1 0 0 0,0-1 0 0 0,-1 0 0 0 0,1 1 0 0 0,0-1 0 0 0,-1 0 0 0 0,1 1 0 0 0,0-1 0 0 0,-1 0 0 0 0,1 1 0 0 0,-1-1 0 0 0,1 0 0 0 0,0 0 0 0 0,-1 0 0 0 0,1 1 0 0 0,-1-1 0 0 0,1 0 0 0 0,-1 0 0 0 0,1 0 0 0 0,-1 0 0 0 0,1 0 0 0 0,-1 0 0 0 0,1 0 0 0 0,-1 0 0 0 0,1 0 0 0 0,0 0 0 0 0,-1 0 0 0 0,1 0 0 0 0,-1 0 0 0 0,1 0 0 0 0,-1 0 0 0 0,0-1 0 0 0,-17-7 0 0 0,17 8-32 0 0,1-1 0 0 0,-1 1 1 0 0,0-1-1 0 0,1 1 0 0 0,-1-1 0 0 0,1 0 1 0 0,-1 1-1 0 0,1-1 0 0 0,-1 0 1 0 0,1 1-1 0 0,-1-1 0 0 0,1 0 1 0 0,0 0-1 0 0,-1 1 0 0 0,1-1 1 0 0,0 0-1 0 0,0 0 0 0 0,-1 1 1 0 0,1-1-1 0 0,0 0 0 0 0,0 0 1 0 0,0 0-1 0 0,0 0 0 0 0,0 1 0 0 0,0-1 1 0 0,0 0-1 0 0,0 0 0 0 0,1 0 1 0 0,-1 1-1 0 0,0-1 0 0 0,0 0 1 0 0,1-1-1 0 0,15-20-1976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9:24.32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155 9 698 0 0,'-2'-2'99'0'0,"-5"-5"288"0"0,23 10 14286 0 0,-1 10-9080 0 0,-11-3-5198 0 0,0 0 0 0 0,-1 1 1 0 0,0-1-1 0 0,-1 1 0 0 0,0 0 1 0 0,0-1-1 0 0,-1 1 0 0 0,-1 20 1 0 0,0-20-155 0 0,1 0 0 0 0,0 1 0 0 0,0-1 0 0 0,5 19 1 0 0,-2-11-242 0 0,0 0 0 0 0,-1 0 0 0 0,-2 0 0 0 0,0 0 0 0 0,-1 0 0 0 0,-4 35 0 0 0,2-37 0 0 0,-2 0 0 0 0,0-1 0 0 0,0 1 0 0 0,-2-1 0 0 0,-13 29 0 0 0,-49 69 0 0 0,57-95 0 0 0,1-6 0 0 0,1-1 0 0 0,-2 1 0 0 0,1-1 0 0 0,-2-1 0 0 0,-16 13 0 0 0,10-11 0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9:26.003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952 74 563 0 0,'-20'11'22082'0'0,"18"5"-18459"0"0,2 20-3683 0 0,1-30 48 0 0,7 11 20 0 0,-7-6-33 0 0,0-9 26 0 0,-1 0 1 0 0,1 0-1 0 0,-1 1 1 0 0,1-1-1 0 0,0 0 0 0 0,0 0 1 0 0,0 0-1 0 0,0 0 0 0 0,0 0 1 0 0,0 0-1 0 0,1 0 1 0 0,-1 0-1 0 0,1 0 0 0 0,-1 0 1 0 0,4 2-1 0 0,-1 0-16 0 0,-3-3 16 0 0,0 1 1 0 0,0-1-1 0 0,0 0 0 0 0,1 0 1 0 0,-1 0-1 0 0,0 0 1 0 0,1 0-1 0 0,-1 0 1 0 0,1 0-1 0 0,-1-1 1 0 0,1 1-1 0 0,3 0 1 0 0,-4-1-4 0 0,0 0 1 0 0,0 0 0 0 0,0 0-1 0 0,0 0 1 0 0,0-1-1 0 0,0 1 1 0 0,0 0 0 0 0,0-1-1 0 0,0 1 1 0 0,0-1 0 0 0,0 0-1 0 0,0 1 1 0 0,0-1 0 0 0,0 1-1 0 0,0-1 1 0 0,0 0-1 0 0,-1 0 1 0 0,2-1 0 0 0,11-12-12 0 0,-5 4 13 0 0,-4 5 3 0 0,-1 0 1 0 0,1 1-1 0 0,-1-1 0 0 0,0 0 0 0 0,0-1 0 0 0,-1 1 0 0 0,1-1 0 0 0,2-10 0 0 0,-3-27-43 0 0,-4 7 98 0 0,1 31-59 0 0,-1 0 0 0 0,0 0-1 0 0,0 0 1 0 0,0 0 0 0 0,-1 0 0 0 0,1 1-1 0 0,-5-5 1 0 0,6 8-11 0 0,1 0-20 0 0,0 1 32 0 0,0-1 0 0 0,0 1 0 0 0,0 0 0 0 0,0-1 0 0 0,-1 1 1 0 0,1-1-1 0 0,0 1 0 0 0,0 0 0 0 0,0-1 0 0 0,-1 1 0 0 0,1 0 0 0 0,0-1 0 0 0,-1 1 0 0 0,1 0 0 0 0,0-1 0 0 0,-1 1 0 0 0,1 0 0 0 0,0 0 0 0 0,-1-1 0 0 0,1 1 1 0 0,0 0-1 0 0,-1 0 0 0 0,1 0 0 0 0,-1 0 0 0 0,1 0 0 0 0,0-1 0 0 0,-1 1 0 0 0,1 0 0 0 0,-1 0 0 0 0,1 0 0 0 0,-1 0 0 0 0,1 0 0 0 0,0 0 0 0 0,-1 0 0 0 0,1 0 1 0 0,-1 0-1 0 0,1 1 0 0 0,-1-1 0 0 0,1 0 0 0 0,0 0 0 0 0,-1 0 0 0 0,1 0 0 0 0,-1 1 0 0 0,-20 8 28 0 0,16-6 140 0 0,-1 1 0 0 0,1 0 0 0 0,1 1 0 0 0,-1-1 1 0 0,-5 7-1 0 0,-31 51-10830 0 0,1-1-151 0 0,35-55 10851 0 0,1-1 0 0 0,-2 0 1 0 0,1 0-1 0 0,-10 7 0 0 0,9-8-37 0 0,0 0 0 0 0,0 0 0 0 0,0-1 0 0 0,0 0 0 0 0,-1 0 1 0 0,0 0-1 0 0,-11 2 0 0 0,15-5 35 0 0,1 1 1 0 0,-1-1 0 0 0,0 0-1 0 0,1 0 1 0 0,-1 0 0 0 0,1-1-1 0 0,-1 1 1 0 0,0-1 0 0 0,1 1-1 0 0,-1-1 1 0 0,1 0 0 0 0,-1 0-1 0 0,1 0 1 0 0,-1 0 0 0 0,1 0 0 0 0,0-1-1 0 0,0 1 1 0 0,0-1 0 0 0,-1 1-1 0 0,2-1 1 0 0,-1 0 0 0 0,0 0-1 0 0,-2-3 1 0 0,0 1-387 0 0,3 2 337 0 0,-1 0 1 0 0,0 0-1 0 0,0 0 1 0 0,0 0-1 0 0,0 0 1 0 0,0 0-1 0 0,0 1 1 0 0,0-1-1 0 0,-4-1 1 0 0,6 2 3 0 0,-1 0 0 0 0,0 0 0 0 0,1 0 0 0 0,-1 0 0 0 0,1 0 0 0 0,-1-1 0 0 0,1 1 0 0 0,0 0 1 0 0,-1 0-1 0 0,1 0 0 0 0,0-1 0 0 0,0 1 0 0 0,0 0 0 0 0,0-1 0 0 0,0-1 0 0 0,-1-7 104 0 0,-3-15-118 0 0,3 22 61 0 0,1 0-15 0 0,0-23-149 0 0,0 23 114 0 0,-3-5 2085 0 0,-10 7 5832 0 0,-2 7 3 0 0,8-2-5830 0 0,0 1-2843 0 0,-1 1 0 0 0,1 1 0 0 0,1-1 0 0 0,-1 1 0 0 0,1 1 0 0 0,1-1 0 0 0,-9 13 0 0 0,12-16 192 0 0,0 0 0 0 0,0 0 1 0 0,-1 0-1 0 0,0-1 0 0 0,0 1 0 0 0,0-1 0 0 0,0 0 1 0 0,-1 0-1 0 0,1 0 0 0 0,-1 0 0 0 0,-4 2 0 0 0,-46 24-5720 0 0,48-27 6351 0 0,1-1 1 0 0,0 1 0 0 0,0-1-1 0 0,-1 0 1 0 0,1 0 0 0 0,-1 0-1 0 0,1-1 1 0 0,-1 0 0 0 0,1 0-1 0 0,-7-1 1 0 0,10 1-24 0 0,-6-3-645 0 0,-15-20 13046 0 0,15 16-12151 0 0,0-4-1883 0 0,6-6 3641 0 0,3 13-1103 0 0,-1 1-112 0 0,0 1-623 0 0,0-9 55 0 0,0-2 2937 0 0,0 11-2508 0 0,-16 27-689 0 0,15-23 2 0 0,-16 30-1762 0 0,-1-2 1 0 0,-45 57-1 0 0,-55 47-7032 0 0,38-47 6195 0 0,22-35 843 0 0,56-51 1219 0 0,0 11 1521 0 0,0-7-1535 0 0,1 2-4003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9:26.45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3 1029 0 0,'20'7'25174'0'0,"-19"-6"-25214"0"0,11 2-116 0 0,-11-2 81 0 0,0-1 0 0 0,0 1-1 0 0,0-1 1 0 0,0 1-1 0 0,0-1 1 0 0,0 0 0 0 0,1 1-1 0 0,-1-1 1 0 0,0 0 0 0 0,0 0-1 0 0,0 0 1 0 0,0 0-1 0 0,0 0 1 0 0,2 0 0 0 0,49-17 275 0 0,-51 17-1000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9:26.69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 1 578 0 0,'0'0'1922'0'0,"-4"23"18685"0"0,5-22-19876 0 0,2 15 1481 0 0,8-18-2507 0 0,3-2-2467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9:27.07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170 0 965 0 0,'0'0'1153'0'0,"-4"4"3207"0"0,-14 12-1403 0 0,16-14-2793 0 0,-71 63 13159 0 0,38-41-10322 0 0,7-1-3420 0 0,19-17 1129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9:27.63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455 7 1053 0 0,'0'0'427'0'0,"-1"-1"34"0"0,0 1 1 0 0,-1-1-1 0 0,1 0 1 0 0,-1 0-1 0 0,1 1 1 0 0,-1-1-1 0 0,1 1 1 0 0,-1 0-1 0 0,0-1 1 0 0,-2 1-1 0 0,-3 14 1660 0 0,2 15 5662 0 0,6 10-55 0 0,3-7-5702 0 0,2 11-3787 0 0,-3-9-4662 0 0,-3 56-1 0 0,-5-39 3768 0 0,4-45 2669 0 0,0-1-1 0 0,-1 0 1 0 0,0 0-1 0 0,0 0 1 0 0,-1 0 0 0 0,0 0-1 0 0,1 0 1 0 0,-1 0-1 0 0,-1-1 1 0 0,1 0-1 0 0,-1 0 1 0 0,0 0 0 0 0,0 0-1 0 0,0 0 1 0 0,0-1-1 0 0,-1 1 1 0 0,-9 4-1 0 0,0 0 3 0 0,-1 0-1 0 0,0-1 0 0 0,0 0 1 0 0,-28 7-1 0 0,26-11-9 0 0,0-1 1 0 0,-1 0-1 0 0,1-1 1 0 0,-1-1-1 0 0,1 0 1 0 0,-35-7-1 0 0,50 7-5 0 0,-1-1 0 0 0,1 0 0 0 0,-1 0 0 0 0,1 0 0 0 0,-1-1 0 0 0,1 1 0 0 0,-1 0 0 0 0,1-1-1 0 0,0 0 1 0 0,-4-3 0 0 0,1 0 0 0 0,-1 1-12 0 0,0-1 1 0 0,0 1 0 0 0,1-1 0 0 0,0-1 0 0 0,0 1 0 0 0,0-1-1 0 0,1 1 1 0 0,-1-1 0 0 0,2-1 0 0 0,-1 1 0 0 0,1 0 0 0 0,0-1-1 0 0,0 0 1 0 0,-2-8 0 0 0,3 10-80 0 0,1 0 0 0 0,0 0 0 0 0,0 0 0 0 0,0-1 0 0 0,1 1 0 0 0,0 0 0 0 0,0-1-1 0 0,0 1 1 0 0,1 0 0 0 0,-1 0 0 0 0,1-1 0 0 0,0 1 0 0 0,1 0 0 0 0,0 0 0 0 0,-1 0 0 0 0,1 0 0 0 0,1 0 0 0 0,-1 1 0 0 0,5-7 0 0 0,56-70-5808 0 0,-57 72 4506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9:27.95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60 63 1278 0 0,'-13'7'2190'0'0,"7"-4"3506"0"0,-5-1 2921 0 0,10-2-8266 0 0,0 0 1 0 0,0 0-1 0 0,0 0 0 0 0,0 0 1 0 0,0 0-1 0 0,0 0 0 0 0,0-1 1 0 0,0 1-1 0 0,0 0 1 0 0,0-1-1 0 0,0 1 0 0 0,0-1 1 0 0,0 1-1 0 0,0-1 0 0 0,0 0 1 0 0,0 1-1 0 0,0-1 0 0 0,1 0 1 0 0,-1 1-1 0 0,0-1 1 0 0,0 0-1 0 0,1 0 0 0 0,-2-1 1 0 0,-5-20-367 0 0,7 21-3 0 0,0 0 0 0 0,0 0 0 0 0,0-1 0 0 0,1 1 0 0 0,-1 0-1 0 0,0 0 1 0 0,1 0 0 0 0,-1-1 0 0 0,1 1 0 0 0,-1 0 0 0 0,1 0 0 0 0,-1 0 0 0 0,1 0 0 0 0,0 0 0 0 0,-1 0 0 0 0,1 0 0 0 0,0 0 0 0 0,0 0 0 0 0,0 0 0 0 0,0 1 0 0 0,0-1 0 0 0,0 0 0 0 0,0 1 0 0 0,0-1-1 0 0,0 0 1 0 0,0 1 0 0 0,0-1 0 0 0,2 1 0 0 0,30-12 99 0 0,-31 11 19 0 0,0 1-940 0 0,-3 1-785 0 0,-3 8-366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9:29.49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825 67 859 0 0,'-2'0'395'0'0,"1"0"0"0"0,-1 0 0 0 0,1 0-1 0 0,-1 0 1 0 0,1 0 0 0 0,-1 0 0 0 0,1 0 0 0 0,-1 1 0 0 0,1-1 0 0 0,-1 1-1 0 0,1-1 1 0 0,-2 2 0 0 0,2-1 503 0 0,-1 0-1 0 0,1 0 1 0 0,0 0 0 0 0,-1 0-1 0 0,1 0 1 0 0,0 0-1 0 0,0 0 1 0 0,0 0 0 0 0,0 1-1 0 0,0-1 1 0 0,0 0 0 0 0,0 1-1 0 0,0-1 1 0 0,1 1-1 0 0,-1-1 1 0 0,0 1 0 0 0,1 0-1 0 0,0-1 1 0 0,-1 1 0 0 0,1-1-1 0 0,0 4 1 0 0,-4 21-468 0 0,-2 4-386 0 0,6-27-45 0 0,0 0 1 0 0,0 0 0 0 0,0 0-1 0 0,0 0 1 0 0,1 0 0 0 0,-1 0-1 0 0,1 0 1 0 0,-1 0 0 0 0,1 0 0 0 0,0 0-1 0 0,0 0 1 0 0,1 0 0 0 0,1 3-1 0 0,-2-4-7 0 0,13 10 19 0 0,-13-11-12 0 0,0-1 1 0 0,0 1 1 0 0,1-1-1 0 0,-1 1 0 0 0,0-1 0 0 0,0 0 0 0 0,0 1 0 0 0,1-1 0 0 0,-1 0 0 0 0,0 0 0 0 0,0 0 0 0 0,1 0 1 0 0,-1 0-1 0 0,0 0 0 0 0,1 0 0 0 0,-1 0 0 0 0,0-1 0 0 0,0 1 0 0 0,1 0 0 0 0,-1-1 0 0 0,0 1 0 0 0,0-1 1 0 0,2-1-1 0 0,0 1-3 0 0,1 0 1 0 0,-1-1-1 0 0,1 0 1 0 0,-1 0 0 0 0,0 0-1 0 0,0 0 1 0 0,0 0 0 0 0,0-1-1 0 0,0 1 1 0 0,0-1-1 0 0,-1 0 1 0 0,1 0 0 0 0,-1 0-1 0 0,0 0 1 0 0,0 0 0 0 0,0 0-1 0 0,0-1 1 0 0,0 1-1 0 0,0-5 1 0 0,1 2 0 0 0,-1 1 1 0 0,-1-1-1 0 0,1 0 0 0 0,-1 0 0 0 0,0-1 1 0 0,-1 1-1 0 0,1 0 0 0 0,-1 0 1 0 0,0 0-1 0 0,-2-11 0 0 0,1 12 5 0 0,0 0 1 0 0,1 1-1 0 0,-2-1 1 0 0,1 1-1 0 0,0-1 0 0 0,-1 1 1 0 0,-4-7-1 0 0,3 4-28 0 0,2 6 56 0 0,-12 0-77 0 0,12 0 50 0 0,0 1 0 0 0,0 0-1 0 0,0 0 1 0 0,0 0 0 0 0,0 0 0 0 0,-1 0 0 0 0,1 0-1 0 0,0 0 1 0 0,0 1 0 0 0,0-1 0 0 0,0 0 0 0 0,0 1-1 0 0,0-1 1 0 0,0 1 0 0 0,-1-1 0 0 0,1 1-1 0 0,1-1 1 0 0,-1 1 0 0 0,0 0 0 0 0,-1 0 0 0 0,-12 9-462 0 0,0 1 0 0 0,-16 16 0 0 0,-23 17-1199 0 0,29-27-3519 0 0,-32 14 1 0 0,38-22 3348 0 0,0-1 1 0 0,-33 9 0 0 0,39-14 1755 0 0,1 0 0 0 0,-1-1 1 0 0,1-1-1 0 0,-1 0 1 0 0,0 0-1 0 0,1-1 0 0 0,-1 0 1 0 0,0-1-1 0 0,1-1 1 0 0,-1 0-1 0 0,1 0 1 0 0,-1-1-1 0 0,-20-8 0 0 0,-96-51 551 0 0,123 60-460 0 0,0-1 1 0 0,0 0-1 0 0,0-1 0 0 0,1 1 1 0 0,-1-1-1 0 0,1 0 0 0 0,0 0 1 0 0,0 0-1 0 0,0 0 0 0 0,1-1 1 0 0,-5-7-1 0 0,2 2 6 0 0,1 0 0 0 0,0-1 0 0 0,0 0 0 0 0,-4-16 0 0 0,9 25 51 0 0,-2-2 34 0 0,-3-7-141 0 0,6 9-5 0 0,7 6 31 0 0,-6-3 16 0 0,-1 1 0 0 0,0-1 0 0 0,1 0 0 0 0,-1 1 0 0 0,0-1 1 0 0,0 1-1 0 0,0 0 0 0 0,0-1 0 0 0,0 1 0 0 0,0 0 0 0 0,-1-1 0 0 0,1 1 0 0 0,-1 0 1 0 0,1 0-1 0 0,0 3 0 0 0,-1-3 178 0 0,1 1 1 0 0,0 0-1 0 0,-1-1 0 0 0,1 1 1 0 0,1 0-1 0 0,-1-1 0 0 0,0 1 1 0 0,3 3-1 0 0,20 21 5084 0 0,4-2-4238 0 0,-17-16-2212 0 0,0-1 0 0 0,0 0 0 0 0,1 0 0 0 0,0-2 0 0 0,0 1 1 0 0,14 4-1 0 0,-24-11 1387 0 0,-23 18-270 0 0,14-14 58 0 0,1 0 1 0 0,0 0 0 0 0,-1-1-1 0 0,0 0 1 0 0,0 0 0 0 0,0-1-1 0 0,-9 3 1 0 0,3-1 35 0 0,5 0-35 0 0,-1 0 0 0 0,1 0 0 0 0,0 1 0 0 0,0 0 0 0 0,-10 8 0 0 0,-24 15 101 0 0,0-2-147 0 0,32-19 227 0 0,-1 0-1 0 0,1-2 1 0 0,-1 1 0 0 0,0-1-1 0 0,-22 7 1 0 0,16-7-709 0 0,18-5 246 0 0,-1 0 1 0 0,1 0-1 0 0,0-1 1 0 0,-1 1 0 0 0,1 0-1 0 0,-1-1 1 0 0,1 1-1 0 0,-1-1 1 0 0,1 1-1 0 0,-1 0 1 0 0,1-1-1 0 0,-1 1 1 0 0,1-1-1 0 0,-1 1 1 0 0,0-1-1 0 0,1 0 1 0 0,-1 1 0 0 0,0-1-1 0 0,1 1 1 0 0,-1-1-1 0 0,0 0 1 0 0,0 1-1 0 0,1-2 1 0 0,0-7-1078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9:29.84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421 1 749 0 0,'0'0'1210'0'0,"-7"14"1412"0"0,2-4 3313 0 0,-11 9-2011 0 0,-1 1 1 0 0,0-2-1 0 0,-31 24 1 0 0,-100 68-3925 0 0,122-90-30 0 0,-23 22-1 0 0,-7 6-47 0 0,55-47 72 0 0,1 0 1 0 0,-1-1-1 0 0,1 0 1 0 0,0 1 0 0 0,-1-1-1 0 0,1 1 1 0 0,-1-1-1 0 0,0 0 1 0 0,1 1-1 0 0,-1-1 1 0 0,1 0-1 0 0,-1 1 1 0 0,0-1-1 0 0,1 0 1 0 0,-1 0 0 0 0,1 0-1 0 0,-1 0 1 0 0,0 1-1 0 0,1-1 1 0 0,-1 0-1 0 0,0 0 1 0 0,1 0-1 0 0,-1 0 1 0 0,0-1-1 0 0,1 1 1 0 0,-1 0 0 0 0,1 0-1 0 0,-1 0 1 0 0,0 0-1 0 0,1-1 1 0 0,-1 1-1 0 0,1 0 1 0 0,-1-1-1 0 0,0 1 1 0 0,1 0 0 0 0,-1-1-1 0 0,1 1 1 0 0,-1-1-1 0 0,1 1 1 0 0,-1 0-1 0 0,1-1 1 0 0,0 0-1 0 0,-1 1 1 0 0,1-1-1 0 0,0 1 1 0 0,-1-1 0 0 0,-5-10-675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9:31.06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836 163 879 0 0,'-6'-8'479'0'0,"2"11"907"0"0,2 5 2723 0 0,-1 8 11572 0 0,-9 30-12109 0 0,-13-1-3506 0 0,5-9-37 0 0,18-34-29 0 0,1 1 0 0 0,-1 0 0 0 0,0-1 0 0 0,0 1 0 0 0,0-1 0 0 0,0 0 0 0 0,-1 0 0 0 0,1 0 0 0 0,0 0 0 0 0,-1 0 0 0 0,1-1 0 0 0,-1 1 0 0 0,0-1 0 0 0,0 1 0 0 0,0-1 0 0 0,1 0 0 0 0,-1 0 0 0 0,0 0 0 0 0,0-1 0 0 0,0 1 0 0 0,-1-1 0 0 0,1 1 0 0 0,0-1 0 0 0,0 0 0 0 0,0 0 0 0 0,0-1 0 0 0,0 1 0 0 0,0-1 0 0 0,0 1 0 0 0,0-1 0 0 0,0 0 0 0 0,0 0 0 0 0,0 0 0 0 0,0 0 0 0 0,1-1 0 0 0,-1 1 0 0 0,0-1 0 0 0,1 0 0 0 0,-1 0 0 0 0,1 0 0 0 0,0 0 0 0 0,-1 0 0 0 0,1 0 0 0 0,0-1 0 0 0,0 1 0 0 0,-2-4 0 0 0,-20-63-1625 0 0,24 67 1278 0 0,-3-10 1199 0 0,2 5 157 0 0,-2 17-910 0 0,-8 29-144 0 0,-4-4-3604 0 0,13-32 2636 0 0,0 1 0 0 0,0-1 1 0 0,-1 0-1 0 0,0 1 0 0 0,0-1 0 0 0,0 0 0 0 0,0-1 1 0 0,0 1-1 0 0,0 0 0 0 0,-1-1 0 0 0,1 0 0 0 0,-1 0 1 0 0,0 0-1 0 0,0 0 0 0 0,1-1 0 0 0,-8 3 0 0 0,9-3 1015 0 0,-1 0-1 0 0,0-1 1 0 0,0 1-1 0 0,0 0 0 0 0,0-1 1 0 0,0 0-1 0 0,0 0 0 0 0,0 0 1 0 0,0 0-1 0 0,0 0 1 0 0,0 0-1 0 0,0-1 0 0 0,1 1 1 0 0,-1-1-1 0 0,0 0 0 0 0,0 0 1 0 0,0 0-1 0 0,1 0 1 0 0,-4-2-1 0 0,2 0 1 0 0,1 0 1 0 0,0-1-1 0 0,0 1 1 0 0,0-1-1 0 0,1 1 1 0 0,-1-1-1 0 0,1 0 1 0 0,0 0-1 0 0,0 0 1 0 0,0 0-1 0 0,-2-9 1 0 0,-2-8 265 0 0,-2-28 6336 0 0,8 47-6556 0 0,-7 7 1660 0 0,-9 22 8035 0 0,10-17-7276 0 0,-19 17-5424 0 0,19-21 1258 0 0,-1-1 0 0 0,0 0 1 0 0,0 0-1 0 0,0-1 0 0 0,0 0 1 0 0,-1 0-1 0 0,0 0 0 0 0,-8 2 1 0 0,-12 0-412 0 0,26-7 2111 0 0,1 1 0 0 0,0 0 1 0 0,-1 0-1 0 0,1 0 0 0 0,0-1 0 0 0,-1 1 1 0 0,1-1-1 0 0,0 1 0 0 0,0-1 0 0 0,0 1 0 0 0,-1-1 1 0 0,1 0-1 0 0,0 1 0 0 0,0-1 0 0 0,0 0 1 0 0,0 0-1 0 0,0 0 0 0 0,0 0 0 0 0,0 0 0 0 0,1 0 1 0 0,-1 0-1 0 0,0 0 0 0 0,0 0 0 0 0,1-1 1 0 0,-1 1-1 0 0,1 0 0 0 0,-1 0 0 0 0,1 0 1 0 0,0-1-1 0 0,-1-1 0 0 0,-7-45 682 0 0,6 38 294 0 0,-4-63-266 0 0,5 51-1282 0 0,0 0 1 0 0,-2 0 0 0 0,-10-41 0 0 0,11 60 568 0 0,1-1 0 0 0,0 0 1 0 0,-1 1-1 0 0,1 0 1 0 0,-1-1-1 0 0,0 1 1 0 0,0 0-1 0 0,-1 0 1 0 0,1 0-1 0 0,-1 0 1 0 0,1 0-1 0 0,-1 0 1 0 0,0 1-1 0 0,0 0 1 0 0,-4-3-1 0 0,4 5 1 0 0,0 0-1 0 0,1 0 1 0 0,-1 0-1 0 0,0 1 1 0 0,0-1 0 0 0,0 1-1 0 0,0-1 1 0 0,0 1-1 0 0,0 0 1 0 0,1 0-1 0 0,-1 1 1 0 0,0-1-1 0 0,1 0 1 0 0,-1 1 0 0 0,1 0-1 0 0,0 0 1 0 0,-3 1-1 0 0,-38 38 3 0 0,32-31 332 0 0,-37 45-700 0 0,47-53 356 0 0,-2 12 3034 0 0,2-7-2782 0 0,11 3-3558 0 0,-9-9 3337 0 0,27 0 3998 0 0,-19-3-856 0 0,-8 2-3165 0 0,0 0 0 0 0,0 0 0 0 0,0 0 0 0 0,0 0 1 0 0,1 0-1 0 0,-1 0 0 0 0,0 0 0 0 0,0 1 1 0 0,0-1-1 0 0,0 0 0 0 0,0 1 0 0 0,0-1 1 0 0,0 0-1 0 0,0 1 0 0 0,2 1 0 0 0,1 2 2761 0 0,-2 3 3410 0 0,-5 1-5238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9:31.61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185 25 536 0 0,'1'-5'8290'0'0,"-1"-14"2733"0"0,-7 23-10561 0 0,1 1 0 0 0,-1 0-1 0 0,1 0 1 0 0,0 0 0 0 0,1 1-1 0 0,-1 0 1 0 0,1 0 0 0 0,-4 7 0 0 0,-34 57 1747 0 0,29-42-2888 0 0,0 0 1 0 0,2 0-1 0 0,1 1 1 0 0,2 1-1 0 0,0 0 1 0 0,-4 36-1 0 0,11-52 341 0 0,1 0 0 0 0,1 0-1 0 0,0 0 1 0 0,1 0 0 0 0,0-1-1 0 0,1 1 1 0 0,1 0 0 0 0,0-1-1 0 0,1 1 1 0 0,0-1-1 0 0,1 0 1 0 0,0 0 0 0 0,1-1-1 0 0,1 0 1 0 0,0 0 0 0 0,11 15-1 0 0,-7-15-280 0 0,-1-1 0 0 0,1 0-1 0 0,1 0 1 0 0,0-1 0 0 0,1-1 0 0 0,0 0-1 0 0,0-1 1 0 0,0 0 0 0 0,1-1-1 0 0,1 0 1 0 0,-1-1 0 0 0,1-1-1 0 0,27 6 1 0 0,-4-4-387 0 0,1-1 0 0 0,-1-2 0 0 0,1-2 0 0 0,55-3 1 0 0,-29-3-1002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39:45.75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251 0 720 0 0,'-2'1'12619'0'0,"-5"0"-6894"0"0,-14 5 797 0 0,-133 100-5920 0 0,89-65-615 0 0,64-40 37 0 0,12-23-24 0 0,-2 14-3 0 0,-1 0 0 0 0,1 1 0 0 0,0 0 1 0 0,1 0-1 0 0,0 1 0 0 0,0 0 0 0 0,16-6 0 0 0,37-24-1288 0 0,-63 36 1067 0 0,10-7-1349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0:18.863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17 72 858 0 0,'0'0'4603'0'0,"-11"-1"-843"0"0,5 1 1793 0 0,16 2-34 0 0,14 2 402 0 0,-1-5-6006 0 0,41 1 1 0 0,-9 2-173 0 0,247-10-14594 0 0,-171 2 14656 0 0,-100 3 364 0 0,33-9 1 0 0,28-2 289 0 0,-87 13-299 0 0,224-18 745 0 0,-131 13 6052 0 0,-45 4-798 0 0,-51 2-5723 0 0,16-6-399 0 0,-17 6-37 0 0,-25 1-1450 0 0,10 2 2920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0:20.833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291 1 694 0 0,'0'0'4034'0'0,"-3"6"-1962"0"0,-5 10 13826 0 0,-21 26-11623 0 0,25-37-4344 0 0,0 0 0 0 0,0-1 0 0 0,-1 0 0 0 0,0 0 0 0 0,0 0 0 0 0,0 0 0 0 0,0-1 0 0 0,0 0 0 0 0,-1 0 0 0 0,-7 3 0 0 0,0 0 4 0 0,0 0-1 0 0,1 1 1 0 0,0 1 0 0 0,-13 9 0 0 0,9-5-5 0 0,-24 20-4968 0 0,0 0-5358 0 0,39-31 9440 0 0,-14 2 4905 0 0,13 0-2243 0 0,9-1 409 0 0,1-2 6425 0 0,-7-8-8530 0 0,-3-1 453 0 0,2 7-470 0 0,25 19 17 0 0,128 127-6910 0 0,-135-126 11568 0 0,0 0-5165 0 0,10 12-7220 0 0,-27-29 6709 0 0,3 2-971 0 0,16 15 11244 0 0,-28-11-7286 0 0,-2-3-2551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0:34.91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81 20 969 0 0,'0'0'726'0'0,"-1"-1"-841"0"0,-19-14 22627 0 0,18 13-21348 0 0,-1 0-11 0 0,7 3-1395 0 0,7 2 285 0 0,-9-3-48 0 0,-23 30 14 0 0,17-25-9 0 0,-3 28 0 0 0,4 15 0 0 0,-3 70 0 0 0,0-64-11 0 0,2-40 19 0 0,2 7-8 0 0,2-19-7 0 0,-6 21-7 0 0,5-3 36 0 0,1-18-26 0 0,0-2-18 0 0,0 0 15 0 0,-1 0-1 0 0,1 0 1 0 0,0 0 0 0 0,-1 1 0 0 0,1-1 0 0 0,0 0 0 0 0,-1 0 0 0 0,1 0-1 0 0,0 0 1 0 0,-1 1 0 0 0,1-1 0 0 0,0 0 0 0 0,0 0 0 0 0,-1 1 0 0 0,1-1 0 0 0,0 0-1 0 0,0 0 1 0 0,-1 1 0 0 0,1-1 0 0 0,0 0 0 0 0,0 1 0 0 0,0-1 0 0 0,0 0 0 0 0,-1 1-1 0 0,1-1 1 0 0,0 0 0 0 0,0 1 0 0 0,0-1 0 0 0,0 0 0 0 0,0 1 0 0 0,0-1 0 0 0,0 1-1 0 0,0-1 1 0 0,0 0 0 0 0,0 1 0 0 0,0-1 0 0 0,0 0 0 0 0,0 1 0 0 0,0-1-1 0 0,1 0 1 0 0,-1 1 0 0 0,0-1 0 0 0,0 0 0 0 0,0 1 0 0 0,1-1 0 0 0,6 18-415 0 0,-7-17 398 0 0,-5 19-56 0 0,-3-8 962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4:59.70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102 1 691 0 0,'-17'3'3158'0'0,"-8"1"16536"0"0,23-4-19421 0 0,-1-1 0 0 0,1 1 0 0 0,-1 0-1 0 0,1-1 1 0 0,-1 1 0 0 0,0 0 0 0 0,1 1 0 0 0,-1-1 0 0 0,1 0-1 0 0,-1 1 1 0 0,-3 1 0 0 0,-15 1-886 0 0,37 10 623 0 0,-2-9-81 0 0,-1 0 1 0 0,1 0 0 0 0,0-1 0 0 0,0-1 0 0 0,18 1 0 0 0,12 2-317 0 0,-32-3 282 0 0,2 0 409 0 0,1 0 0 0 0,29-2 1 0 0,-131-6-307 0 0,-50 5-2739 0 0,135 1 2356 0 0,-18 1 2290 0 0,16-3-1411 0 0,21-2 119 0 0,11 1-894 0 0,1 0 0 0 0,-1 2 0 0 0,1 0 0 0 0,0 3 0 0 0,30 4 0 0 0,-57-6-1805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5:01.18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729 11 876 0 0,'-4'-3'11823'0'0,"-8"-4"-91"0"0,10 12-11524 0 0,2-3-96 0 0,-1 0 1 0 0,1 0-1 0 0,-1 0 1 0 0,1 0-1 0 0,0 1 1 0 0,0-1-1 0 0,0 0 1 0 0,0 0-1 0 0,1 0 1 0 0,-1 1-1 0 0,1-1 1 0 0,-1 0-1 0 0,2 4 1 0 0,11 43-113 0 0,-8-32 0 0 0,0 0 0 0 0,-1 1 0 0 0,-1-1 0 0 0,-1 1 0 0 0,0 20 0 0 0,-3-31-293 0 0,0-1 0 0 0,0 0 0 0 0,-1 0 0 0 0,0 0 0 0 0,0 0 1 0 0,0 0-1 0 0,-1 0 0 0 0,0-1 0 0 0,0 1 0 0 0,0-1 1 0 0,-1 1-1 0 0,0-1 0 0 0,0-1 0 0 0,0 1 0 0 0,-1 0 0 0 0,0-1 1 0 0,1 0-1 0 0,-1 0 0 0 0,-1 0 0 0 0,-9 4 0 0 0,5-2-341 0 0,-1 0 0 0 0,1-1 1 0 0,-1-1-1 0 0,-1 0 0 0 0,1 0 0 0 0,0-1 0 0 0,-1-1 0 0 0,0 0 0 0 0,0 0 0 0 0,-14-1 0 0 0,20-1 529 0 0,0 0-1 0 0,0-1 1 0 0,0 0 0 0 0,0 0-1 0 0,0 0 1 0 0,0-1-1 0 0,1 0 1 0 0,-1 0 0 0 0,0 0-1 0 0,1-1 1 0 0,-10-6-1 0 0,12 7 103 0 0,0 0-1 0 0,1 0 1 0 0,-1-1-1 0 0,1 0 0 0 0,-1 1 1 0 0,1-1-1 0 0,0 0 1 0 0,0 0-1 0 0,0 0 0 0 0,1 0 1 0 0,-1 0-1 0 0,1-1 1 0 0,0 1-1 0 0,0 0 0 0 0,0-1 1 0 0,0 1-1 0 0,0-1 1 0 0,1 1-1 0 0,-1-1 0 0 0,1-4 1 0 0,0 5 15 0 0,1-1-1 0 0,-1 1 1 0 0,1 0 0 0 0,0 0 0 0 0,0 0 0 0 0,0 0-1 0 0,0 0 1 0 0,1 0 0 0 0,-1 0 0 0 0,1 0 0 0 0,0 0 0 0 0,0 1-1 0 0,0-1 1 0 0,0 1 0 0 0,0-1 0 0 0,4-2 0 0 0,-2 1 1166 0 0,1 0 1 0 0,0 0-1 0 0,0 0 1 0 0,1 1 0 0 0,-1 0-1 0 0,12-5 1 0 0,-15 8-477 0 0,8-4 448 0 0,-9 4-969 0 0,1-1-1 0 0,-1 0 1 0 0,0 1-1 0 0,1-1 1 0 0,-1 1-1 0 0,1 0 1 0 0,-1-1-1 0 0,1 1 1 0 0,-1 0-1 0 0,1 0 1 0 0,-1 0-1 0 0,1 0 1 0 0,-1 0-1 0 0,1 0 1 0 0,-1 1 0 0 0,1-1-1 0 0,-1 0 1 0 0,0 1-1 0 0,1-1 1 0 0,-1 1-1 0 0,1 0 1 0 0,1 0-1 0 0,-1 1-180 0 0,1-1 1 0 0,-1 0-1 0 0,1 1 0 0 0,-1-1 1 0 0,0 1-1 0 0,0 0 0 0 0,0 0 1 0 0,0 0-1 0 0,0 0 0 0 0,0 0 1 0 0,0 0-1 0 0,0 0 0 0 0,-1 1 0 0 0,1-1 1 0 0,-1 0-1 0 0,0 1 0 0 0,0 0 1 0 0,0-1-1 0 0,0 1 0 0 0,0 0 1 0 0,-1-1-1 0 0,1 1 0 0 0,0 4 1 0 0,0 4-198 0 0,-1-1 1 0 0,0 0 0 0 0,0 1-1 0 0,-1-1 1 0 0,-1 1 0 0 0,1-1 0 0 0,-2 0-1 0 0,1 0 1 0 0,-1 0 0 0 0,-1 0-1 0 0,0 0 1 0 0,0-1 0 0 0,-12 18-1 0 0,8-15-414 0 0,-1-1-1 0 0,-1 0 1 0 0,0-1-1 0 0,-1 0 0 0 0,0 0 1 0 0,0-1-1 0 0,-1-1 1 0 0,0 0-1 0 0,-15 7 0 0 0,-5 0-583 0 0,0-1-1 0 0,-1-2 1 0 0,-1-2-1 0 0,0 0 1 0 0,0-3-1 0 0,-1-1 1 0 0,-53 3-1 0 0,9-10-3967 0 0,64 0 2549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5:01.83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26 0 914 0 0,'-5'8'15960'0'0,"-5"12"-7681"0"0,1-3-7218 0 0,7-25-4893 0 0,3 5 1639 0 0,2 11 2123 0 0,-1 4 4661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5:02.25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16 0 1241 0 0,'0'0'3914'0'0,"0"13"-249"0"0,4 5 7079 0 0,-6-1-4094 0 0,-3-6-6650 0 0,0-8-9 0 0,3-12-19 0 0,3-10-117 0 0,0 17-179 0 0,1-2 260 0 0,-12 11 634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5:03.04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558 117 787 0 0,'0'0'4411'0'0,"-5"7"-607"0"0,3-6-3073 0 0,1 0-1 0 0,0 0 1 0 0,-1 0-1 0 0,1 0 1 0 0,-1 0 0 0 0,1 0-1 0 0,-1 0 1 0 0,0 0-1 0 0,1-1 1 0 0,-1 1 0 0 0,0-1-1 0 0,1 1 1 0 0,-1-1-1 0 0,0 0 1 0 0,1 0-1 0 0,-1 0 1 0 0,-2 0 0 0 0,-5 0 3330 0 0,-7-1-4061 0 0,9-1 0 0 0,-4-5 0 0 0,9 5-24 0 0,-1 0 1 0 0,1 0 0 0 0,0 0 0 0 0,0 0 0 0 0,0 0 0 0 0,1 0 0 0 0,-1-1 0 0 0,0 1-1 0 0,1-1 1 0 0,0 1 0 0 0,-1-1 0 0 0,1 0 0 0 0,-1-5 0 0 0,3 5-425 0 0,0-1 0 0 0,0 1 0 0 0,1 0 0 0 0,-1-1 0 0 0,1 1 1 0 0,0 0-1 0 0,0 0 0 0 0,0 0 0 0 0,0 0 0 0 0,1 0 0 0 0,-1 1 1 0 0,1-1-1 0 0,0 1 0 0 0,-1-1 0 0 0,1 1 0 0 0,6-3 0 0 0,3-2-2234 0 0,1 0 0 0 0,24-8-1 0 0,-35 14 2687 0 0,0 0-1 0 0,0 1 1 0 0,0-1-1 0 0,0 0 0 0 0,0 1 1 0 0,0-1-1 0 0,0 1 0 0 0,0 0 1 0 0,0 0-1 0 0,0 0 0 0 0,0 0 1 0 0,1 0-1 0 0,-1 0 0 0 0,0 1 1 0 0,0-1-1 0 0,0 1 0 0 0,0-1 1 0 0,0 1-1 0 0,0 0 0 0 0,0 0 1 0 0,0 0-1 0 0,0 0 0 0 0,-1 0 1 0 0,1 0-1 0 0,0 0 0 0 0,0 0 1 0 0,-1 1-1 0 0,1-1 0 0 0,-1 1 1 0 0,1 0-1 0 0,-1-1 0 0 0,0 1 1 0 0,0 0-1 0 0,0 0 0 0 0,0-1 1 0 0,0 1-1 0 0,1 4 0 0 0,0-1 64 0 0,0 0-1 0 0,-1 1 0 0 0,1-1 0 0 0,-1 1 1 0 0,-1 0-1 0 0,1-1 0 0 0,-1 1 0 0 0,0 0 1 0 0,0-1-1 0 0,-1 1 0 0 0,0 0 0 0 0,-2 10 1 0 0,-2-5-22 0 0,-1 0 1 0 0,1 0-1 0 0,-2 0 1 0 0,0 0 0 0 0,0-1-1 0 0,0-1 1 0 0,-1 1 0 0 0,-1-1-1 0 0,0 0 1 0 0,0-1 0 0 0,-1 0-1 0 0,1-1 1 0 0,-2 0 0 0 0,1 0-1 0 0,-15 6 1 0 0,-20 9-142 0 0,-1-2 0 0 0,-64 19 0 0 0,-16-6-2783 0 0,-2-14-3317 0 0,98-18 3619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5:04.805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1071 537 1016 0 0,'0'0'3277'0'0,"-17"5"-2540"0"0,11-3 3602 0 0,3 1-3140 0 0,-3 3 1219 0 0,0 0 0 0 0,0 0 0 0 0,0 1 0 0 0,-5 9 0 0 0,9-13-1973 0 0,0 1-1 0 0,0 0 0 0 0,1 0 1 0 0,-1 0-1 0 0,1 0 1 0 0,0 0-1 0 0,-1 7 1 0 0,0 0-445 0 0,2-10 0 0 0,0-1 0 0 0,0 1 0 0 0,0-1 0 0 0,0 1 0 0 0,0-1 0 0 0,-1 0 0 0 0,1 1 0 0 0,0-1 0 0 0,0 1 0 0 0,0-1 0 0 0,1 1 0 0 0,-1-1 0 0 0,0 1 0 0 0,0-1 0 0 0,0 1 0 0 0,0-1 0 0 0,0 1 0 0 0,1-1 0 0 0,-1 1 0 0 0,0-1 0 0 0,0 0 0 0 0,1 1 0 0 0,-1 0 0 0 0,7 10 0 0 0,-7-10 0 0 0,2 1 0 0 0,-1 1 0 0 0,0-1 0 0 0,0 1 0 0 0,1-1 0 0 0,-1 0 0 0 0,1 0 0 0 0,0 1 0 0 0,0-1 0 0 0,0 0 0 0 0,0-1 0 0 0,0 1 0 0 0,0 0 0 0 0,0-1 0 0 0,1 1 0 0 0,-1-1 0 0 0,0 1 0 0 0,1-1 0 0 0,0 0 0 0 0,-1 0 0 0 0,1 0 0 0 0,-1-1 0 0 0,1 1 0 0 0,0-1 0 0 0,0 1 0 0 0,-1-1 0 0 0,1 0 0 0 0,5 0 0 0 0,-5 0-208 0 0,1 0 1 0 0,0 0 0 0 0,0 0 0 0 0,0-1 0 0 0,0 1 0 0 0,0-1 0 0 0,-1 0 0 0 0,1 0 0 0 0,0 0-1 0 0,-1 0 1 0 0,1-1 0 0 0,-1 0 0 0 0,1 1 0 0 0,-1-1 0 0 0,0-1 0 0 0,0 1 0 0 0,0 0 0 0 0,0-1-1 0 0,0 1 1 0 0,0-1 0 0 0,-1 0 0 0 0,1 0 0 0 0,-1 0 0 0 0,0 0 0 0 0,0-1 0 0 0,0 1-1 0 0,0 0 1 0 0,0-1 0 0 0,-1 0 0 0 0,0 1 0 0 0,2-6 0 0 0,-2 2-178 0 0,1 1 1 0 0,-1 0-1 0 0,-1-1 1 0 0,1 1-1 0 0,-1-1 0 0 0,0 0 1 0 0,0 1-1 0 0,-1-1 1 0 0,0 1-1 0 0,0-1 1 0 0,-1 1-1 0 0,1 0 0 0 0,-1 0 1 0 0,-1-1-1 0 0,1 1 1 0 0,-1 1-1 0 0,-7-12 1 0 0,7 13 132 0 0,0-1 0 0 0,-1 1 0 0 0,1 0 0 0 0,-1 0 0 0 0,-7-5 0 0 0,0 3 2019 0 0,-2 2 3399 0 0,12 3-3896 0 0,-13 6-132 0 0,-9 6 2736 0 0,2 3-3965 0 0,6 0-5367 0 0,-26 28-1 0 0,18-16 2260 0 0,0-3 5131 0 0,8-11-1986 0 0,0-1 0 0 0,0 0 0 0 0,-1-1 0 0 0,0-1 0 0 0,-1 0 0 0 0,-35 12 0 0 0,45-18 288 0 0,-1-1 0 0 0,0-1 0 0 0,0 1 1 0 0,-1-1-1 0 0,1-1 0 0 0,0 1 0 0 0,0-1 0 0 0,-9-2 0 0 0,11 1 498 0 0,1 0-1 0 0,0 0 0 0 0,-1-1 0 0 0,1 0 0 0 0,0 0 0 0 0,0 0 0 0 0,0-1 0 0 0,0 1 1 0 0,0-1-1 0 0,1 0 0 0 0,-1-1 0 0 0,-7-7 0 0 0,11 10-302 0 0,0 0-313 0 0,0 0 0 0 0,0 1 0 0 0,1-1 1 0 0,-1 0-1 0 0,0 1 0 0 0,1-1 0 0 0,-1 0 0 0 0,0 0 0 0 0,1 0 0 0 0,-1 0 0 0 0,1 0 0 0 0,0 1 1 0 0,-1-1-1 0 0,1 0 0 0 0,0 0 0 0 0,-1 0 0 0 0,1 0 0 0 0,0 0 0 0 0,0 0 0 0 0,0-2 0 0 0,-4-23-103 0 0,2 19-19 0 0,1-1 1 0 0,0 1 0 0 0,1 0-1 0 0,0-16 1 0 0,1 21 24 0 0,-1-21-143 0 0,-10 54 146 0 0,9-25-13 0 0,-1-1 0 0 0,0 1 0 0 0,0 0 0 0 0,0-1 0 0 0,0 1 0 0 0,-1-1-1 0 0,0 1 1 0 0,0-1 0 0 0,-1 0 0 0 0,0-1 0 0 0,-5 7 0 0 0,-1-4-155 0 0,0 0 1 0 0,-1 0-1 0 0,0-1 1 0 0,0 0-1 0 0,-1-1 0 0 0,0 0 1 0 0,0-1-1 0 0,0-1 1 0 0,0 0-1 0 0,0 0 1 0 0,-1-1-1 0 0,1-1 0 0 0,-1 0 1 0 0,-24-1-1 0 0,33-1-271 0 0,0 1 0 0 0,1-1-1 0 0,-1 0 1 0 0,0 0 0 0 0,1 0 0 0 0,-1 0-1 0 0,1-1 1 0 0,-1 1 0 0 0,1-1-1 0 0,0 0 1 0 0,-1 0 0 0 0,1 0 0 0 0,0-1-1 0 0,1 1 1 0 0,-1-1 0 0 0,0 1 0 0 0,1-1-1 0 0,-1 0 1 0 0,1 0 0 0 0,0 0-1 0 0,-3-6 1 0 0,-8-31-2541 0 0,6-4 3391 0 0,7 43-405 0 0,0-1-52 0 0,-2-6 5044 0 0,0-4-1850 0 0,4 23 1598 0 0,2 10-3756 0 0,-2-5-1095 0 0,-1-13 78 0 0,4 27 16 0 0,-4-26-10 0 0,0-2-1 0 0,-1 0 0 0 0,1-1 0 0 0,0 1 0 0 0,-1 0 0 0 0,0-1 0 0 0,1 1 0 0 0,-1 0 0 0 0,0 0 1 0 0,0-1-1 0 0,0 1 0 0 0,0 0 0 0 0,0 0 0 0 0,0-1 0 0 0,-1 1 0 0 0,1 0 0 0 0,0-1 0 0 0,-1 1 0 0 0,0 0 0 0 0,1-1 1 0 0,-3 4-1 0 0,2-2-223 0 0,-1-1 1 0 0,1 1 0 0 0,-1-1 0 0 0,0 0-1 0 0,0 1 1 0 0,0-1 0 0 0,0 0 0 0 0,-1 0-1 0 0,1 0 1 0 0,-1 0 0 0 0,1-1 0 0 0,-1 1-1 0 0,1-1 1 0 0,-1 1 0 0 0,0-1 0 0 0,0 0 0 0 0,0 0-1 0 0,0 0 1 0 0,0 0 0 0 0,0-1 0 0 0,0 1-1 0 0,-4-1 1 0 0,-3 2-178 0 0,0 0-856 0 0,0-1 1 0 0,0 0 0 0 0,0-1 0 0 0,0 0 0 0 0,-10-1 0 0 0,8-1 1240 0 0,0 0 0 0 0,0 0 1 0 0,0-1-1 0 0,1 0 0 0 0,-1-1 0 0 0,-19-10 1 0 0,30 13 52 0 0,-22-13 199 0 0,14-4 7563 0 0,3-1-3879 0 0,5 7-3942 0 0,0 0 1 0 0,1-1 0 0 0,0-12 0 0 0,1-12 1145 0 0,-1 18-1222 0 0,2 0 0 0 0,0-1 0 0 0,8-34 1 0 0,0 5-318 0 0,-3-7-4721 0 0,2-76-1 0 0,-14 8 6069 0 0,-7 82-139 0 0,11 37 1606 0 0,5 18 2168 0 0,-3-11-4417 0 0,0 1 1 0 0,0 0 0 0 0,-1 0 0 0 0,1 0 0 0 0,-1 0-1 0 0,0 0 1 0 0,0 0 0 0 0,0 0 0 0 0,0 0 0 0 0,-2 5-1 0 0,-3 22-2641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5:05.75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3 10 753 0 0,'1'-10'1998'0'0,"-4"13"-1951"0"0,2 16 20011 0 0,14-1-15975 0 0,-5-6-4808 0 0,-6-8 725 0 0,-6-11 0 0 0,-5-11 0 0 0,9 17 1 0 0,0 0-1 0 0,0 1 1 0 0,-1-1 0 0 0,1 1 0 0 0,0-1 0 0 0,0 1 0 0 0,0-1 0 0 0,0 1 0 0 0,0-1 0 0 0,0 1 0 0 0,0-1 0 0 0,0 0 0 0 0,0 1-1 0 0,0-1 1 0 0,1 1 0 0 0,-1-1 0 0 0,0 1 0 0 0,0-1 0 0 0,0 1 0 0 0,1-1 0 0 0,-1 1 0 0 0,0-1 0 0 0,1 1 0 0 0,-1-1 0 0 0,0 1 0 0 0,1 0-1 0 0,-1-1 1 0 0,1 1 0 0 0,-1-1 0 0 0,0 1 0 0 0,1 0 0 0 0,-1 0 0 0 0,1-1 0 0 0,-1 1 0 0 0,1 0 0 0 0,-1 0 0 0 0,1-1 0 0 0,-1 1-1 0 0,1 0 1 0 0,-1 0 0 0 0,1 0 0 0 0,0 0 0 0 0,0 0 0 0 0,22 6-203 0 0,-21-5-623 0 0,1 19 1067 0 0,-3-18-1062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5:06.26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4 1007 0 0,'2'0'-933'0'0,"17"7"23712"0"0,-18-6-21897 0 0,3 4 1583 0 0,-6-6-2157 0 0,-12-3-936 0 0,25-2 1536 0 0,-8 3-2675 0 0,-13 0 2960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5:07.082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47 9 818 0 0,'0'0'2795'0'0,"-15"-7"7039"0"0,11 22 2931 0 0,4-13-12769 0 0,-1 25 7 0 0,-2-19 0 0 0,3-8-3 0 0,-1 0 0 0 0,1 0 0 0 0,0 1 0 0 0,0-1 0 0 0,0 0 0 0 0,0 0 0 0 0,0 1 0 0 0,-1-1 0 0 0,1 0 0 0 0,0 0 0 0 0,0 0 0 0 0,0 0 0 0 0,-1 1 0 0 0,1-1 0 0 0,0 0 0 0 0,0 0 0 0 0,-1 0 0 0 0,1 0 0 0 0,0 0 0 0 0,0 1 0 0 0,-1-1 0 0 0,1 0 0 0 0,0 0 0 0 0,-1 0 0 0 0,1 0 0 0 0,0 0 0 0 0,0 0 0 0 0,-1 0 0 0 0,1 0 0 0 0,0 0 0 0 0,0 0 0 0 0,-1 0 0 0 0,1 0 0 0 0,0 0 0 0 0,-1-1 0 0 0,1 1 0 0 0,0 0 0 0 0,0 0 0 0 0,-1 0 0 0 0,1 0 0 0 0,0 0 0 0 0,0 0 0 0 0,0-1 0 0 0,-1 1 0 0 0,1 0 0 0 0,0 0 0 0 0,0 0 0 0 0,0-1 0 0 0,-1 1 0 0 0,1 0 0 0 0,0 0 0 0 0,0-1 0 0 0,0 1 0 0 0,0 0 0 0 0,0 0 0 0 0,0-1 0 0 0,0 1 0 0 0,-1 0 0 0 0,1 0 0 0 0,0-1 0 0 0,0 1 0 0 0,0 0 0 0 0,0 0 0 0 0,0-1 0 0 0,-5-10 0 0 0,2 4 0 0 0,0-3 0 0 0,5-6-4 0 0,-2 14-3 0 0,19-2-2335 0 0,-13 19 3776 0 0,-5-14-2539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5:20.625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162 1 951 0 0,'0'0'5115'0'0,"3"6"-3241"0"0,6 9 13089 0 0,4-5-11647 0 0,13 3-2626 0 0,-3-1-1385 0 0,-14-6 695 0 0,1 1 0 0 0,-1 1 0 0 0,9 10 0 0 0,35 31-3 0 0,-52-48-2 0 0,5 6-5 0 0,-6-6 11 0 0,1-1 0 0 0,-1 1-1 0 0,0 0 1 0 0,0 0-1 0 0,0-1 1 0 0,0 1-1 0 0,0 0 1 0 0,0 0-1 0 0,0 0 1 0 0,0-1 0 0 0,0 1-1 0 0,0 0 1 0 0,0 0-1 0 0,0-1 1 0 0,-1 1-1 0 0,1 0 1 0 0,0 0-1 0 0,-1-1 1 0 0,1 1 0 0 0,0 0-1 0 0,-1-1 1 0 0,1 1-1 0 0,-1-1 1 0 0,1 1-1 0 0,-1 0 1 0 0,1-1-1 0 0,-1 1 1 0 0,1-1 0 0 0,-1 1-1 0 0,0-1 1 0 0,1 1-1 0 0,-1-1 1 0 0,0 0-1 0 0,1 1 1 0 0,-1-1-1 0 0,0 0 1 0 0,-1 1 0 0 0,-18 10-36 0 0,-35 17-1522 0 0,-78 26-11865 0 0,74-32 11908 0 0,15-6 1520 0 0,41-15 19 0 0,-11 5 31 0 0,13-18-8033 0 0,4-1 6182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5:21.35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349 75 923 0 0,'-19'10'9600'0'0,"6"-3"-4369"0"0,4-3-5908 0 0,8-4 1349 0 0,-26-1 9791 0 0,24 1-10467 0 0,-4-6 6 0 0,6 6-2 0 0,-1 0 0 0 0,1-1 1 0 0,-1 0-1 0 0,1 1 0 0 0,0-1 0 0 0,-1 0 0 0 0,1 0 1 0 0,0 0-1 0 0,0 0 0 0 0,-1 0 0 0 0,1 0 0 0 0,0 0 1 0 0,0 0-1 0 0,0 0 0 0 0,0 0 0 0 0,1-1 0 0 0,-3-1 1 0 0,3 1-2 0 0,-1 1 1 0 0,1-1 0 0 0,-1 1 0 0 0,1 0 0 0 0,0-1 0 0 0,0 1-1 0 0,0-1 1 0 0,-1 1 0 0 0,1-1 0 0 0,0 1 0 0 0,1-1 0 0 0,-1 1-1 0 0,0-1 1 0 0,0 1 0 0 0,1-1 0 0 0,-1 1 0 0 0,1-1-1 0 0,-1 1 1 0 0,1 0 0 0 0,0-1 0 0 0,-1 1 0 0 0,1 0 0 0 0,1-2-1 0 0,-1 2-6 0 0,19-15 19 0 0,40-1-33 0 0,-58 17-44 0 0,29 9-1432 0 0,-30-8 915 0 0,0-1 0 0 0,0 1 1 0 0,1-1-1 0 0,-1 1 0 0 0,0 0 1 0 0,0 0-1 0 0,0 0 0 0 0,0 0 0 0 0,0-1 1 0 0,0 1-1 0 0,0 0 0 0 0,0 1 1 0 0,-1-1-1 0 0,1 0 0 0 0,0 0 1 0 0,0 0-1 0 0,-1 0 0 0 0,1 1 0 0 0,-1-1 1 0 0,1 0-1 0 0,-1 0 0 0 0,0 1 1 0 0,1 2-1 0 0,-1 0 150 0 0,0 0-1 0 0,0 0 1 0 0,0 0 0 0 0,-1 0-1 0 0,1 0 1 0 0,-1 0 0 0 0,0 0-1 0 0,-2 4 1 0 0,-1 4 659 0 0,-1-1 0 0 0,-1 0 1 0 0,1-1-1 0 0,-14 19 0 0 0,7-14-80 0 0,-1 0-1 0 0,0 0 1 0 0,-21 16 0 0 0,27-25 126 0 0,-1-1 1 0 0,1 0 0 0 0,-1 0-1 0 0,-1-1 1 0 0,1 0 0 0 0,-1 0-1 0 0,1-1 1 0 0,-1-1-1 0 0,-13 3 1 0 0,6-1-1419 0 0,-1-2-1 0 0,1 0 1 0 0,-1 0 0 0 0,0-2-1 0 0,1 0 1 0 0,-1-1-1 0 0,-27-6 1 0 0,31 4-924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5:23.241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890 486 1066 0 0,'-5'-3'21577'0'0,"-19"32"-18018"0"0,21-22-3590 0 0,-1 0 1 0 0,1 0-1 0 0,0 0 1 0 0,1 0-1 0 0,0 0 1 0 0,-2 9-1 0 0,4-13 204 0 0,-11 42-121 0 0,1-18-2263 0 0,8-23 1268 0 0,1-1-1 0 0,-1 1 1 0 0,0-1-1 0 0,0 0 1 0 0,0 0-1 0 0,-1 0 0 0 0,1 0 1 0 0,-1 0-1 0 0,0-1 1 0 0,1 1-1 0 0,-1-1 1 0 0,0 1-1 0 0,0-1 1 0 0,-6 2-1 0 0,8-3 922 0 0,-24 5-945 0 0,21-6 2326 0 0,-1-1-1 0 0,1 0 0 0 0,0 0 1 0 0,-1 0-1 0 0,1 0 0 0 0,-5-3 1 0 0,5 2-1056 0 0,1 0 0 0 0,0 0 0 0 0,0 0 0 0 0,0 0 0 0 0,0 0 0 0 0,1 0 1 0 0,-1-1-1 0 0,1 1 0 0 0,-1-1 0 0 0,1 0 0 0 0,0 0 0 0 0,0 0 0 0 0,0 0 0 0 0,0 0 0 0 0,1 0 0 0 0,-1 0 1 0 0,1-1-1 0 0,0 1 0 0 0,0-1 0 0 0,0 1 0 0 0,0-1 0 0 0,0-3 0 0 0,1 5-216 0 0,1-12 558 0 0,3-11-486 0 0,-3 19-157 0 0,-11 34-21 0 0,8-24 19 0 0,1-1 0 0 0,-1 1 0 0 0,0 0 0 0 0,0-1 0 0 0,0 1 0 0 0,0-1 0 0 0,-1 0 0 0 0,1 1 0 0 0,-1-1 0 0 0,0-1 0 0 0,0 1 0 0 0,0 0 0 0 0,-5 2 0 0 0,-1 1 0 0 0,0-2 0 0 0,-1 1 0 0 0,-19 5 0 0 0,27-9-86 0 0,0 0 1 0 0,0-1 0 0 0,0 1 0 0 0,0-1-1 0 0,-1 1 1 0 0,1-1 0 0 0,0 0 0 0 0,0 0-1 0 0,0 0 1 0 0,-1 0 0 0 0,1 0 0 0 0,0-1-1 0 0,0 1 1 0 0,0-1 0 0 0,0 1 0 0 0,0-1-1 0 0,0 0 1 0 0,0 0 0 0 0,0 1 0 0 0,0-2-1 0 0,0 1 1 0 0,0 0 0 0 0,-2-2 0 0 0,-1 0 338 0 0,4 2-554 0 0,-1-1 0 0 0,0 1 0 0 0,1-1 0 0 0,-1 1 0 0 0,1-1 0 0 0,0 0 0 0 0,-1 0 0 0 0,1 1 0 0 0,0-1 0 0 0,0 0 0 0 0,0 0 0 0 0,0 0 0 0 0,1 0 0 0 0,-1-1 0 0 0,0 1 0 0 0,1 0 0 0 0,-1-4 0 0 0,0-37-7877 0 0,2 25 14964 0 0,0 10-1905 0 0,1-2-2785 0 0,-1 12-2061 0 0,1 16 1286 0 0,-6-9-1274 0 0,1 0 0 0 0,-1-1 0 0 0,0 1 0 0 0,-6 8 0 0 0,6-14-361 0 0,0 1-1 0 0,0-1 1 0 0,0 0-1 0 0,-1 0 0 0 0,1 0 1 0 0,-5 2-1 0 0,2-2-1406 0 0,0-1 1 0 0,0 0-1 0 0,1 0 0 0 0,-2 0 0 0 0,1-1 1 0 0,-9 1-1 0 0,-5-5-697 0 0,15 0 2411 0 0,0 1 1 0 0,0-1-1 0 0,0 0 1 0 0,0 0 0 0 0,-7-7-1 0 0,9 5 52 0 0,0 1-1 0 0,1-1 1 0 0,0-1-1 0 0,0 1 1 0 0,0 0-1 0 0,0-1 1 0 0,1 0-1 0 0,-2-8 1 0 0,0 3 1102 0 0,3 9-630 0 0,1 0 1 0 0,-1 1 0 0 0,1-1-1 0 0,0 0 1 0 0,-1 1 0 0 0,1-1-1 0 0,0 0 1 0 0,0 0 0 0 0,0 1 0 0 0,1-1-1 0 0,-1 0 1 0 0,0 0 0 0 0,1-1-1 0 0,2 2 2720 0 0,-1 16 1464 0 0,0 5-6661 0 0,2 13 1842 0 0,-3-16-6926 0 0,-2-15 7627 0 0,0-1 1 0 0,1 1-1 0 0,-1 0 0 0 0,0 0 1 0 0,0-1-1 0 0,-1 1 0 0 0,1-1 0 0 0,0 1 1 0 0,0-1-1 0 0,-1 1 0 0 0,1-1 0 0 0,-1 0 1 0 0,1 1-1 0 0,-1-1 0 0 0,-2 1 0 0 0,-3 3-1547 0 0,-33 11-640 0 0,30-13-283 0 0,0-1 1 0 0,0 0 0 0 0,0-1-1 0 0,-14 0 1 0 0,-42-8-3860 0 0,25-2 10694 0 0,39 8-4817 0 0,-24-6 6270 0 0,15-6-343 0 0,2-21-6054 0 0,7 26-355 0 0,0 1 0 0 0,1-1 1 0 0,0 0-1 0 0,1 0 1 0 0,0 0-1 0 0,0 0 0 0 0,2-11 1 0 0,-1 6-98 0 0,3-88-6074 0 0,0 18 2215 0 0,-5 27 5141 0 0,0 10-672 0 0,7-80 1 0 0,-7 66-22 0 0,0 45 2226 0 0,-1-9 499 0 0,3 17-4080 0 0,6 15 5998 0 0,-5 0-1556 0 0,-6 16-6579 0 0,-4-7 1456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5:24.03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34 2 1002 0 0,'-11'-1'21744'0'0,"-1"22"-17527"0"0,7-2-4966 0 0,1 3 749 0 0,4-18 0 0 0,-1-26-1617 0 0,2 14 932 0 0,4 23 1272 0 0,-4-13-976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5:24.55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6 863 0 0,'5'-4'436'0'0,"15"14"21099"0"0,-17-5-17832 0 0,3 6-4029 0 0,-5-10 317 0 0,2 9 21 0 0,-2-7-12 0 0,0-1 0 0 0,-1-6 0 0 0,0-12 0 0 0,2-5-6 0 0,-2 19-16 0 0,2 2-541 0 0,-1 0 569 0 0,0 0 0 0 0,0-1 0 0 0,0 1 0 0 0,0 0 0 0 0,0 1 0 0 0,0-1 0 0 0,1 0 0 0 0,-1 0 0 0 0,0 0 0 0 0,0 1-1 0 0,0-1 1 0 0,0 1 0 0 0,0-1 0 0 0,0 1 0 0 0,0-1 0 0 0,0 1 0 0 0,0-1 0 0 0,0 1 0 0 0,0 0 0 0 0,0 0 0 0 0,-1-1 0 0 0,1 1 0 0 0,0 0 0 0 0,0 0 0 0 0,-1 0 0 0 0,1 0 0 0 0,-1 0 0 0 0,1 0 0 0 0,-1 0 0 0 0,1 0 0 0 0,-1 0-1 0 0,1 0 1 0 0,-1 0 0 0 0,0 0 0 0 0,0 1 0 0 0,1-1 0 0 0,-1 0 0 0 0,0 0 0 0 0,0 0 0 0 0,0 0 0 0 0,0 0 0 0 0,-1 1 0 0 0,1-1 0 0 0,0 0 0 0 0,0 0 0 0 0,-1 0 0 0 0,1 0 0 0 0,0 0 0 0 0,-1 0 0 0 0,1 0 0 0 0,-1 0-1 0 0,0 0 1 0 0,1 0 0 0 0,-1 0 0 0 0,0 0 0 0 0,1 0 0 0 0,-1-1 0 0 0,0 1 0 0 0,-1 1 0 0 0,-19 16 228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5:26.29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639 11 1227 0 0,'-6'-5'16040'0'0,"-3"-1"-7126"0"0,17 40-8881 0 0,-1-1-33 0 0,-5-5 0 0 0,4 0 0 0 0,-4-14 0 0 0,1 1 0 0 0,-2 0 0 0 0,0-1 0 0 0,-1 1 0 0 0,-2 20 0 0 0,3-3 0 0 0,-7 8-3111 0 0,5-32 3358 0 0,0-1 1 0 0,0 0 0 0 0,0 0 0 0 0,-1 0 0 0 0,-1 0 0 0 0,1 0 0 0 0,-1 0-1 0 0,0-1 1 0 0,0 1 0 0 0,-1-1 0 0 0,-5 8 0 0 0,-1-1-1997 0 0,1-1 1 0 0,-2-1-1 0 0,1 1 1 0 0,-2-2 0 0 0,-20 16-1 0 0,16-14 1581 0 0,-1-1 0 0 0,0-1-1 0 0,-37 17 1 0 0,34-20 174 0 0,0 0 1 0 0,-1-2-1 0 0,1 0 0 0 0,-1-1 0 0 0,0-1 0 0 0,0-2 1 0 0,-28 1-1 0 0,36-3-5 0 0,0 0 1 0 0,0-1 0 0 0,0 0-1 0 0,0-1 1 0 0,0 0-1 0 0,0-1 1 0 0,1 0-1 0 0,0-1 1 0 0,0-1 0 0 0,0 0-1 0 0,0 0 1 0 0,-18-15-1 0 0,25 16 4 0 0,0 0 0 0 0,0 0 0 0 0,1-1 0 0 0,0 1 0 0 0,0-1 0 0 0,1 0 0 0 0,-1 0 0 0 0,1 0 0 0 0,0-1-1 0 0,1 1 1 0 0,0-1 0 0 0,0 1 0 0 0,0-1 0 0 0,1 0 0 0 0,0 1 0 0 0,0-1 0 0 0,0 0 0 0 0,1 0 0 0 0,0 0 0 0 0,2-12-1 0 0,0 6-88 0 0,0 0 0 0 0,1 1 0 0 0,0-1 0 0 0,1 1 0 0 0,0 0 0 0 0,1-1-1 0 0,0 2 1 0 0,1-1 0 0 0,0 1 0 0 0,10-14 0 0 0,-8 16-447 0 0,-1 1 0 0 0,1 0 0 0 0,1 0 0 0 0,-1 0 0 0 0,1 1 0 0 0,18-10 1 0 0,-24 15 246 0 0,0 0 1 0 0,0 0 0 0 0,1 0 0 0 0,-1 1 0 0 0,1-1 0 0 0,-1 1 0 0 0,1 0-1 0 0,-1 0 1 0 0,1 0 0 0 0,0 1 0 0 0,-1-1 0 0 0,1 1 0 0 0,0 0 0 0 0,0 0-1 0 0,-1 0 1 0 0,1 0 0 0 0,0 1 0 0 0,-1 0 0 0 0,1-1 0 0 0,0 2 0 0 0,-1-1-1 0 0,1 0 1 0 0,5 3 0 0 0,0 3-1715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5:26.801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8 2 889 0 0,'0'0'4859'0'0,"14"13"9487"0"0,-10-8-8658 0 0,0 0-3647 0 0,-1 1-3938 0 0,1 2 2177 0 0,-2-3-272 0 0,-7-10-6 0 0,-14-17-4 0 0,19 19-1357 0 0,-9-11-4544 0 0,8 16 4364 0 0,-4 5-353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5:27.55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166 1 670 0 0,'7'-1'7617'0'0,"-25"14"5342"0"0,5-4-7991 0 0,0 2-4968 0 0,-1 0-1 0 0,-1-1 1 0 0,0-1 0 0 0,-1 0 0 0 0,1-1 0 0 0,-2 0 0 0 0,-18 5 0 0 0,33-12-10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5:29.945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756 162 858 0 0,'0'0'7046'0'0,"-8"-4"-3465"0"0,7 3-3254 0 0,1 0-1 0 0,-1 0 1 0 0,1 1 0 0 0,-1-1 0 0 0,1 0 0 0 0,0 0 0 0 0,-1 0 0 0 0,1 0 0 0 0,0 0-1 0 0,0 0 1 0 0,-1 0 0 0 0,1 0 0 0 0,0 0 0 0 0,0 0 0 0 0,0 0 0 0 0,0 0 0 0 0,0 1-1 0 0,0-1 1 0 0,1 0 0 0 0,-1 0 0 0 0,0 0 0 0 0,0 0 0 0 0,1 0 0 0 0,0-1 0 0 0,10-35 5623 0 0,-6 25-5343 0 0,1-13-607 0 0,-5 23 0 0 0,-1-1 0 0 0,1 1 0 0 0,0-1 0 0 0,0 1 0 0 0,0 0 0 0 0,0 0 0 0 0,0-1 0 0 0,0 1 0 0 0,1 0 0 0 0,-1 0 0 0 0,1 0 0 0 0,-1 0 0 0 0,1 1 0 0 0,3-4 0 0 0,-3 3-297 0 0,0 0 0 0 0,1-1 0 0 0,-1 1 0 0 0,1 1 0 0 0,-1-1 0 0 0,1 0 0 0 0,0 1 0 0 0,-1-1 0 0 0,1 1 0 0 0,0 0 0 0 0,0-1 0 0 0,0 2 0 0 0,0-1 0 0 0,0 0 0 0 0,0 1 0 0 0,0-1 0 0 0,1 1 0 0 0,-1 0 0 0 0,0 0 0 0 0,0 0 0 0 0,0 0 0 0 0,5 2 0 0 0,-6-2 84 0 0,14 3-636 0 0,1 2 0 0 0,-1 0 0 0 0,-1 0 0 0 0,1 2 0 0 0,-1 0 0 0 0,22 14-1 0 0,15 6-151 0 0,-40-20 1012 0 0,-10-5 48 0 0,1 1 0 0 0,-1-2 0 0 0,1 1 0 0 0,0 0 0 0 0,0 0 0 0 0,0-1 0 0 0,0 0 0 0 0,0 1 0 0 0,0-1 1 0 0,0 0-1 0 0,0-1 0 0 0,5 2 0 0 0,-31 23 13147 0 0,-189 64-23081 0 0,111-50 6681 0 0,65-25 3189 0 0,1-1-1 0 0,-69 14 1 0 0,90-25 14 0 0,-1 1 1 0 0,1-2 0 0 0,-1 0 0 0 0,1-1 0 0 0,-1 0-1 0 0,1-1 1 0 0,0-1 0 0 0,-1 0 0 0 0,1-1-1 0 0,-25-9 1 0 0,24 4 2176 0 0,12 7-2394 0 0,0-1 1 0 0,1 0 0 0 0,-1 0-1 0 0,1 0 1 0 0,-1 0 0 0 0,1 0-1 0 0,0 0 1 0 0,0-1 0 0 0,0 1 0 0 0,0-1-1 0 0,-2-3 1 0 0,3 4 204 0 0,1 2 2 0 0,-1-1 0 0 0,0 1 1 0 0,1-1-1 0 0,-1 1 0 0 0,0-1 0 0 0,1 0 0 0 0,-1 1 1 0 0,1-1-1 0 0,-1 0 0 0 0,1 0 0 0 0,-1 1 0 0 0,1-1 1 0 0,-1 0-1 0 0,1 0 0 0 0,0 0 0 0 0,0 1 1 0 0,-1-1-1 0 0,1 0 0 0 0,0 0 0 0 0,0 0 0 0 0,0 0 1 0 0,0-1-1 0 0,-3-20-69 0 0,3 21 69 0 0,0-1 7 0 0,8-20-165 0 0,-5 19 1489 0 0,0 0-1 0 0,1-1 1 0 0,0 1 0 0 0,-1 1 0 0 0,1-1-1 0 0,0 1 1 0 0,7-4 0 0 0,-5 4-811 0 0,0 0 0 0 0,0 0 0 0 0,0 0 1 0 0,0 1-1 0 0,8-1 0 0 0,-6 1-542 0 0,-1 1 0 0 0,1 0-1 0 0,0 0 1 0 0,0 1 0 0 0,-1 0 0 0 0,1 0-1 0 0,-1 1 1 0 0,1 0 0 0 0,12 6 0 0 0,-18-8 16 0 0,27 43 19 0 0,-26-40-13 0 0,1 7 2 0 0,-7 14 2 0 0,1-17-280 0 0,0 0 0 0 0,-1 0 0 0 0,0 0 0 0 0,0-1 0 0 0,-1 1 0 0 0,0-1 0 0 0,0 0 0 0 0,0 0 0 0 0,-1-1 0 0 0,0 1 0 0 0,0-1 0 0 0,0 0 0 0 0,-1 0 0 0 0,0 0 0 0 0,1-1 0 0 0,-2 0 0 0 0,1 0 0 0 0,0-1 0 0 0,-10 4 0 0 0,-15 6-1486 0 0,1-2-1 0 0,-2-2 0 0 0,-33 7 0 0 0,36-9 1432 0 0,9-3 394 0 0,-96 21-2714 0 0,97-22 1007 0 0,0-1 1 0 0,0-1-1 0 0,0-1 1 0 0,-23-2-1 0 0,26 0-822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5:30.86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8 6 948 0 0,'7'-5'15552'0'0,"-5"13"-7758"0"0,-2 5-5874 0 0,-1-9-2168 0 0,0 16-162 0 0,2-14 2197 0 0,0 5-6722 0 0,-1-11 4865 0 0,0 0 0 0 0,0 0 1 0 0,0 0-1 0 0,-1 0 0 0 0,1 1 0 0 0,0-1 0 0 0,0 0 0 0 0,0 0 0 0 0,0 0 1 0 0,0 0-1 0 0,-1 0 0 0 0,1 0 0 0 0,0 0 0 0 0,0 1 0 0 0,0-1 1 0 0,0 0-1 0 0,-1 0 0 0 0,1 0 0 0 0,0 0 0 0 0,0 0 0 0 0,0 0 1 0 0,-1 0-1 0 0,1 0 0 0 0,0 0 0 0 0,0 0 0 0 0,0 0 0 0 0,0 0 1 0 0,-1 0-1 0 0,1 0 0 0 0,0 0 0 0 0,0 0 0 0 0,0 0 0 0 0,-1-1 0 0 0,1 1 1 0 0,0 0-1 0 0,0 0 0 0 0,0 0 0 0 0,0 0 0 0 0,-1 0 0 0 0,1 0 1 0 0,0 0-1 0 0,0-1 0 0 0,0 1 0 0 0,0 0 0 0 0,0 0 0 0 0,0 0 1 0 0,0 0-1 0 0,-1 0 0 0 0,1-1 0 0 0,-8-5 7368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5:33.12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792 22 529 0 0,'-1'-16'13450'0'0,"-7"13"-4864"0"0,7 2-8411 0 0,1 1 1 0 0,0 0-1 0 0,-1 0 1 0 0,1 0-1 0 0,-1-1 1 0 0,1 1-1 0 0,-1 0 0 0 0,1 0 1 0 0,0 0-1 0 0,-1 0 1 0 0,1 0-1 0 0,-1 0 0 0 0,1 0 1 0 0,-1 0-1 0 0,1 0 1 0 0,-1 0-1 0 0,1 0 0 0 0,0 0 1 0 0,-1 0-1 0 0,1 0 1 0 0,-1 1-1 0 0,1-1 1 0 0,-1 0-1 0 0,1 0 0 0 0,-1 1 1 0 0,-4 16-1088 0 0,12 22 912 0 0,-1-19 0 0 0,-6-17 0 0 0,1 18 0 0 0,12 93-4 0 0,-13-111 5 0 0,8 21-2 0 0,-7-22-8 0 0,14 40 17 0 0,-15-40-6 0 0,-44-3-11210 0 0,-1-1 7600 0 0,0-1 4175 0 0,-47 4 0 0 0,75 1-562 0 0,0 1 0 0 0,0 1 0 0 0,-21 8-1 0 0,-3 0 23 0 0,39-11-39 0 0,-9 1-588 0 0,10-2 875 0 0,1 0-1 0 0,0 0 0 0 0,-1 0 1 0 0,1 1-1 0 0,0-1 1 0 0,-1 0-1 0 0,1 0 0 0 0,0 1 1 0 0,0-1-1 0 0,-1 0 1 0 0,1 1-1 0 0,0-1 0 0 0,0 0 1 0 0,-1 1-1 0 0,1-1 1 0 0,0 0-1 0 0,0 1 0 0 0,0-1 1 0 0,0 0-1 0 0,-1 1 1 0 0,1-1-1 0 0,0 1 0 0 0,0-1 1 0 0,0 0-1 0 0,0 1 1 0 0,0-1-1 0 0,0 1 0 0 0,8 15 7218 0 0,5-4-8425 0 0,-1-3 933 0 0,1 1-1 0 0,27 14 0 0 0,-39-23-1 0 0,20 16-7 0 0,-16-10-1246 0 0,-4-6 982 0 0,0 0 0 0 0,0 0 0 0 0,0 0 0 0 0,0 0 0 0 0,-1 1-1 0 0,1-1 1 0 0,0 0 0 0 0,-1 0 0 0 0,1 1 0 0 0,-1-1-1 0 0,1 0 1 0 0,0 3 0 0 0,-3 19 5096 0 0,1-21-4836 0 0,1 2 11 0 0,0-1 0 0 0,-1 1 0 0 0,0-1 0 0 0,0 0 1 0 0,0 1-1 0 0,0-1 0 0 0,-2 4 0 0 0,-31 28-8317 0 0,-11-4 3692 0 0,-4-4 4113 0 0,0-9 4531 0 0,-8-8-4949 0 0,36-9 3652 0 0,1-1 1 0 0,-34-4-1 0 0,6-4 305 0 0,1-4-4001 0 0,19 4-3119 0 0,1-2-3608 0 0,25 9 6911 0 0,-2 0 810 0 0,1-1 1 0 0,-1 1-1 0 0,1-1 1 0 0,0 0-1 0 0,-1 0 1 0 0,1-1-1 0 0,-4-3 1 0 0,6 6-5 0 0,-3-5 13 0 0,0 1 1 0 0,1 0 0 0 0,-1-1 0 0 0,1 0 0 0 0,-1 0 0 0 0,2 0 0 0 0,-1 0 0 0 0,0-1-1 0 0,1 1 1 0 0,0-1 0 0 0,0 1 0 0 0,1-1 0 0 0,0 0 0 0 0,0 1 0 0 0,-1-9-1 0 0,2 12 16 0 0,2-37 296 0 0,0 26-381 0 0,1 0 0 0 0,1 1 0 0 0,0 0 0 0 0,1 0 1 0 0,1 0-1 0 0,-1 0 0 0 0,2 1 0 0 0,0 0 0 0 0,0 0 0 0 0,1 1 1 0 0,0 0-1 0 0,0 0 0 0 0,12-9 0 0 0,-6 7-759 0 0,0 0-1 0 0,1 1 0 0 0,22-12 1 0 0,-18 13-1401 0 0,0 1 0 0 0,33-12 0 0 0,-35 17 395 0 0,-3 2-397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3T14:45:34.12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14 25490,'0'29'0,"25"-14"0,0-30 0,-25-14 0,-25 15 0,0 28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5:57.82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1997 6 710 0 0,'-15'-6'21629'0'0,"15"7"-21165"0"0,-1 0-286 0 0,1 0-1 0 0,0 0 1 0 0,0 1 0 0 0,-1-1-1 0 0,1 0 1 0 0,0 1-1 0 0,0-1 1 0 0,0 0 0 0 0,0 0-1 0 0,0 1 1 0 0,1-1 0 0 0,-1 0-1 0 0,0 1 1 0 0,1-1 0 0 0,-1 0-1 0 0,1 0 1 0 0,-1 1-1 0 0,1-1 1 0 0,-1 0 0 0 0,1 0-1 0 0,0 0 1 0 0,0 0 0 0 0,0 1-1 0 0,13 15-1029 0 0,-7-9 85 0 0,1 0 1 0 0,1 0 0 0 0,-1-1 0 0 0,1 0 0 0 0,16 10 0 0 0,-16-12-158 0 0,-1 0 0 0 0,0 1 0 0 0,0 1 0 0 0,0-1-1 0 0,-1 1 1 0 0,12 14 0 0 0,-4 4-6051 0 0,-2-1 6414 0 0,1 5 4208 0 0,-13-28-3131 0 0,3 9 961 0 0,-1 3 5212 0 0,-3-12-6343 0 0,0 6-499 0 0,-9 4 5195 0 0,3-7-4969 0 0,-1-1 0 0 0,1 0 0 0 0,-1 0 0 0 0,0-1 0 0 0,0 0 0 0 0,0 0-1 0 0,0 0 1 0 0,0-1 0 0 0,-1 0 0 0 0,-6 0 0 0 0,-6 1-398 0 0,19-2 281 0 0,-82 11-5328 0 0,71-10 3276 0 0,0-1 0 0 0,0 0 0 0 0,1-1-1 0 0,-1 0 1 0 0,-14-4 0 0 0,24 5 2110 0 0,0-1 0 0 0,0 1 0 0 0,0-1 0 0 0,0 0 0 0 0,1 0 0 0 0,-1 0 0 0 0,0 0-1 0 0,0 0 1 0 0,0 0 0 0 0,1-1 0 0 0,-1 1 0 0 0,1 0 0 0 0,-1-1 0 0 0,1 1 0 0 0,0-1 0 0 0,-1 0 0 0 0,1 0 0 0 0,0 1 0 0 0,0-1-1 0 0,0 0 1 0 0,0 0 0 0 0,1 0 0 0 0,-1 0 0 0 0,0 0 0 0 0,1 0 0 0 0,-1 0 0 0 0,1 0 0 0 0,0 0 0 0 0,0-4 0 0 0,0 0 31 0 0,0 0 0 0 0,0 0 0 0 0,1 0 0 0 0,0 0 0 0 0,1 1 0 0 0,-1-1 0 0 0,4-7 0 0 0,-2 3-170 0 0,1 1 1 0 0,0 0-1 0 0,1 0 1 0 0,-1 0 0 0 0,2 0-1 0 0,-1 1 1 0 0,1 0 0 0 0,1 0-1 0 0,-1 0 1 0 0,1 1 0 0 0,13-10-1 0 0,-17 15 125 0 0,1 1 0 0 0,0 0-1 0 0,0 0 1 0 0,0 0-1 0 0,0 0 1 0 0,-1 1-1 0 0,1-1 1 0 0,0 1 0 0 0,0 0-1 0 0,0 0 1 0 0,0 1-1 0 0,0-1 1 0 0,0 1-1 0 0,0 0 1 0 0,3 1 0 0 0,-4-1-12 0 0,-1-1 68 0 0,26 18-250 0 0,-27-16 188 0 0,0-1 0 0 0,0 1 0 0 0,0 0-1 0 0,0-1 1 0 0,-1 1 0 0 0,1 0 0 0 0,0-1 0 0 0,-1 1 0 0 0,1 0-1 0 0,-1 0 1 0 0,0 0 0 0 0,0 0 0 0 0,0 0 0 0 0,1-1-1 0 0,-2 5 1 0 0,1-4 15 0 0,0 0 149 0 0,0 13 4490 0 0,1-4-2838 0 0,-1-9-988 0 0,1 0 0 0 0,-1 1 0 0 0,0-1 0 0 0,0 1 0 0 0,0-1 0 0 0,0 0 1 0 0,-1 1-1 0 0,1-1 0 0 0,-1 1 0 0 0,1-1 0 0 0,-1 0 0 0 0,-2 5 0 0 0,-11 13 1386 0 0,9-14-2243 0 0,-1-1 0 0 0,0 0 1 0 0,0-1-1 0 0,0 1 0 0 0,0-1 1 0 0,-1 0-1 0 0,1-1 0 0 0,-1 1 1 0 0,0-2-1 0 0,0 1 0 0 0,-10 2 1 0 0,-14 3-78 0 0,-41 5 1 0 0,55-11 28 0 0,-2 1-1033 0 0,-37 1 0 0 0,19-9-3760 0 0,33 5 3723 0 0,1-1 0 0 0,0-1 0 0 0,0 1 0 0 0,0 0 0 0 0,0-1 0 0 0,0 0 0 0 0,0 0 0 0 0,-3-2 0 0 0,5 3 187 0 0,-19-40 839 0 0,16-4 196 0 0,4 43 43 0 0,3-34 1261 0 0,-3 21 16357 0 0,-6 56-17712 0 0,4-34-18 0 0,-1 0 1 0 0,1 0-1 0 0,-1 0 0 0 0,-6 10 1 0 0,-20 7-1896 0 0,19-18 185 0 0,-1 0 0 0 0,1-1 0 0 0,-2 0 0 0 0,1-1 0 0 0,0 0 0 0 0,-1-1 0 0 0,-17 3 0 0 0,-14-4-937 0 0,41-2 2637 0 0,-18-7 53 0 0,18 6-42 0 0,0 1 0 0 0,0-1 0 0 0,0 0 0 0 0,0 1 0 0 0,0-1 0 0 0,0 0 0 0 0,0 0 0 0 0,0 0 0 0 0,1-1 0 0 0,-1 1 0 0 0,0 0 0 0 0,1-1 0 0 0,-1 1 0 0 0,1-1 0 0 0,-1 1 0 0 0,-1-3 0 0 0,2 3-19 0 0,-4-23 96 0 0,6 5 14035 0 0,-3 39-10114 0 0,2-16-4096 0 0,-1-1 0 0 0,0 1 1 0 0,0-1-1 0 0,-1 1 0 0 0,1-1 0 0 0,-1 1 1 0 0,1-1-1 0 0,-1 0 0 0 0,0 0 1 0 0,0 0-1 0 0,-1 0 0 0 0,1 0 1 0 0,-1 0-1 0 0,1-1 0 0 0,-1 1 0 0 0,0-1 1 0 0,0 0-1 0 0,0 1 0 0 0,0-1 1 0 0,0-1-1 0 0,-1 1 0 0 0,-3 1 1 0 0,1 0-1802 0 0,1-1 1 0 0,-1 0 0 0 0,0-1 0 0 0,1 1 0 0 0,-1-1-1 0 0,-6 0 1 0 0,-11-1-738 0 0,0-6 3345 0 0,21 6-705 0 0,1-1-6 0 0,-1 1 1 0 0,1 0-1 0 0,0-1 1 0 0,-1 1-1 0 0,1-1 0 0 0,0 0 1 0 0,-1 1-1 0 0,1-1 1 0 0,0 0-1 0 0,0 0 0 0 0,-1 0 1 0 0,1 0-1 0 0,0 0 1 0 0,0 0-1 0 0,0 0 0 0 0,0 0 1 0 0,0 0-1 0 0,1-1 1 0 0,-1 1-1 0 0,0 0 0 0 0,1 0 1 0 0,-1-1-1 0 0,0 1 1 0 0,1-1-1 0 0,0 1 0 0 0,-1-2 1 0 0,-8-39-19 0 0,8 38 26 0 0,1 2-34 0 0,-2-25 28 0 0,1 18 2937 0 0,1-3 11601 0 0,-1 21-14556 0 0,0-5 1 0 0,0 0 1 0 0,0 0 0 0 0,0 0 0 0 0,0 0 0 0 0,-1-1 0 0 0,1 1 0 0 0,-1 0-1 0 0,0-1 1 0 0,0 1 0 0 0,0-1 0 0 0,-1 0 0 0 0,1 0 0 0 0,-1 0-1 0 0,0 0 1 0 0,0 0 0 0 0,0 0 0 0 0,-4 2 0 0 0,-15 9-1498 0 0,13-10-423 0 0,1 1-1 0 0,-1-2 1 0 0,0 1 0 0 0,-16 3-1 0 0,19-6 1674 0 0,0 0-1 0 0,0 0 0 0 0,0 0 0 0 0,0-1 0 0 0,-8-1 0 0 0,-8-4 4342 0 0,2-4 4719 0 0,19 8-8838 0 0,-1-1 3 0 0,0 1 0 0 0,0-1-1 0 0,0 1 1 0 0,0-1 0 0 0,1 0-1 0 0,-1 0 1 0 0,0 0 0 0 0,1 0-1 0 0,0 0 1 0 0,-1 0 0 0 0,1-1-1 0 0,0 1 1 0 0,0 0 0 0 0,0-4 0 0 0,-1 4-53 0 0,0-7-1705 0 0,1 1 1 0 0,0-1-1 0 0,0 0 1 0 0,0 1-1 0 0,1-1 1 0 0,1 0-1 0 0,-1 0 1 0 0,4-11 0 0 0,-4 10 4732 0 0,-2 30 11185 0 0,2-18-14123 0 0,-6 35-10903 0 0,-3-15 5806 0 0,7-18 4977 0 0,-1-1 1 0 0,1 0-1 0 0,-1 1 1 0 0,0-1-1 0 0,0-1 1 0 0,-6 6-1 0 0,-3-1 522 0 0,1-1-1 0 0,-21 10 0 0 0,24-13-1442 0 0,6-2 1052 0 0,-33 7 272 0 0,5-12 3011 0 0,6-6-6939 0 0,22 9 3629 0 0,-2-7 1568 0 0,-1-3 3638 0 0,1-1-6770 0 0,-3-17 6588 0 0,7 27-4989 0 0,-2-10-9958 0 0,0 8 14013 0 0,-2 16 5549 0 0,2-3-7435 0 0,1-5-2149 0 0,0 0 0 0 0,0 0-1 0 0,-1 0 1 0 0,1 0 0 0 0,-1-1-1 0 0,0 1 1 0 0,0 0 0 0 0,0-1-1 0 0,0 0 1 0 0,-1 1 0 0 0,1-1-1 0 0,-1 0 1 0 0,0 0 0 0 0,0 0-1 0 0,0-1 1 0 0,-7 5 0 0 0,5-3-121 0 0,0 0 1 0 0,-1-1 0 0 0,0 1 0 0 0,1-1-1 0 0,-1-1 1 0 0,0 1 0 0 0,0-1 0 0 0,-1 0-1 0 0,1 0 1 0 0,0-1 0 0 0,-1 0 0 0 0,1 0-1 0 0,-1-1 1 0 0,-9 1 0 0 0,3-2-115 0 0,0-1 0 0 0,0 0-1 0 0,0 0 1 0 0,1-1 0 0 0,-16-6-1 0 0,14 4-73 0 0,1-1-1 0 0,0 0 0 0 0,-12-8 1 0 0,15 7-1093 0 0,0 1 0 0 0,1-2 0 0 0,0 0 0 0 0,1 0 0 0 0,0 0 0 0 0,0-1 0 0 0,-8-12 0 0 0,-11-22-757 0 0,-13-24 2774 0 0,26 46 2811 0 0,0 2 4800 0 0,13 18-7925 0 0,-20-20 2915 0 0,16 16-2692 0 0,3 4-566 0 0,3 11-39 0 0,0 0 50 0 0,0 1 1 0 0,1-1-1 0 0,1 0 1 0 0,-1 0-1 0 0,9 18 1 0 0,30 53-6 0 0,-33-63-3425 0 0,1 1 6284 0 0,-8-18-2314 0 0,13 25-3303 0 0,-13-24 2107 0 0,-1 0 0 0 0,1 0 0 0 0,-1 0-1 0 0,0 0 1 0 0,1-1 0 0 0,-1 1 0 0 0,0 0-1 0 0,0 0 1 0 0,0 0 0 0 0,-1 0 0 0 0,1 0-1 0 0,0 0 1 0 0,-1 0 0 0 0,1 0 0 0 0,-1 0-1 0 0,0 1 1 0 0,-2 3 271 0 0,1-1-1 0 0,-1 0 1 0 0,0 0 0 0 0,0 0-1 0 0,-6 6 1 0 0,0-1 909 0 0,-1-1 0 0 0,0 1 0 0 0,0-2 0 0 0,-12 9 0 0 0,-25 10-2638 0 0,40-23 3136 0 0,0-1 0 0 0,-1 1 0 0 0,1-2 1 0 0,-1 1-1 0 0,0-1 0 0 0,-12 1 0 0 0,12-2 16 0 0,0-1 0 0 0,1 0 0 0 0,-1-1 0 0 0,0 0 0 0 0,0 0 0 0 0,0 0 0 0 0,-10-4 0 0 0,-41-20-1096 0 0,57 24 50 0 0,2 1-82 0 0,-1 0 0 0 0,0 0 0 0 0,0 0 0 0 0,1 0 0 0 0,-1-1 0 0 0,0 1 0 0 0,0 0 0 0 0,1-1 0 0 0,-1 1 1 0 0,0-1-1 0 0,1 1 0 0 0,-1-1 0 0 0,1 1 0 0 0,-1-1 0 0 0,0 1 0 0 0,1-1 0 0 0,-1 1 0 0 0,1-1 0 0 0,0 0 0 0 0,-1 1 0 0 0,1-1 0 0 0,-1 0 0 0 0,1 1 0 0 0,0-1 0 0 0,0 0 0 0 0,-1 1 1 0 0,1-1-1 0 0,0 0 0 0 0,0 0 0 0 0,0 0 0 0 0,0 1 0 0 0,0-1 0 0 0,0 0 0 0 0,0 0 0 0 0,0 1 0 0 0,0-2 0 0 0,0 0 180 0 0,0 1-1 0 0,1-1 0 0 0,-1 1 1 0 0,0-1-1 0 0,1 1 1 0 0,-1-1-1 0 0,1 1 0 0 0,-1 0 1 0 0,1-1-1 0 0,0 1 0 0 0,0 0 1 0 0,-1 0-1 0 0,1-1 1 0 0,0 1-1 0 0,0 0 0 0 0,0 0 1 0 0,3-2-1 0 0,4-2-1053 0 0,-1-2 3267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5:58.861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8 9 1183 0 0,'-6'-9'8799'0'0,"4"17"-725"0"0,3 7-2209 0 0,2-5-3696 0 0,-3-8-2787 0 0,8-4-5130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5:59.187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0 870 0 0,'0'0'7973'0'0,"1"12"-4513"0"0,0-10-2672 0 0,-1 0 1 0 0,1 0 0 0 0,0-1 0 0 0,-1 1 0 0 0,1 0 0 0 0,0-1-1 0 0,0 1 1 0 0,0 0 0 0 0,0-1 0 0 0,0 1 0 0 0,0-1 0 0 0,1 0 0 0 0,-1 1-1 0 0,3 1 1 0 0,2 4 1290 0 0,-5-5-2149 0 0,1 0 0 0 0,-1 0 0 0 0,0-1 0 0 0,0 1 0 0 0,1-1 1 0 0,-1 1-1 0 0,1-1 0 0 0,-1 1 0 0 0,1-1 0 0 0,0 0 0 0 0,-1 0 0 0 0,1 0 1 0 0,0 0-1 0 0,0 0 0 0 0,0 0 0 0 0,0 0 0 0 0,0 0 0 0 0,0-1 0 0 0,0 1 1 0 0,0-1-1 0 0,0 0 0 0 0,3 1 0 0 0,-11 5-4987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5:59.962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6 1285 0 0,'1'-5'12196'0'0,"-2"10"-12142"0"0,1 2 8566 0 0,2 1-4499 0 0,8 10-4946 0 0,-7-12 1586 0 0,-3-5-771 0 0,1 0-1 0 0,-1-1 0 0 0,0 1 1 0 0,1 0-1 0 0,-1-1 0 0 0,1 1 1 0 0,-1 0-1 0 0,1-1 1 0 0,-1 1-1 0 0,1-1 0 0 0,-1 1 1 0 0,1-1-1 0 0,0 1 0 0 0,-1-1 1 0 0,1 1-1 0 0,-1-1 1 0 0,1 1-1 0 0,0-1 0 0 0,0 0 1 0 0,-1 0-1 0 0,1 1 0 0 0,0-1 1 0 0,0 0-1 0 0,-1 0 1 0 0,1 0-1 0 0,0 0 0 0 0,0 0 1 0 0,-1 0-1 0 0,1 0 0 0 0,1 0 1 0 0,23-9-366 0 0,-23 8 371 0 0,8-3 717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6:00.29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 1 976 0 0,'8'1'22060'0'0,"-9"-1"-21967"0"0,1 0-1 0 0,-1 0 0 0 0,1 1 1 0 0,-1-1-1 0 0,1 0 1 0 0,0 0-1 0 0,-1 1 0 0 0,1-1 1 0 0,-1 0-1 0 0,1 1 0 0 0,-1-1 1 0 0,1 0-1 0 0,0 1 0 0 0,-1-1 1 0 0,1 1-1 0 0,0-1 1 0 0,-1 0-1 0 0,1 1 0 0 0,0-1 1 0 0,0 1-1 0 0,0-1 0 0 0,-1 1 1 0 0,1-1-1 0 0,0 1 0 0 0,0-1 1 0 0,0 1-1 0 0,0 0 1 0 0,0-1-1 0 0,0 1 0 0 0,0-1 1 0 0,0 1-1 0 0,0-1 0 0 0,0 1 1 0 0,0-1-1 0 0,0 1 0 0 0,0-1 1 0 0,0 1-1 0 0,1-1 1 0 0,-1 1-1 0 0,0-1 0 0 0,0 1 1 0 0,1 0-1 0 0,5 12-886 0 0,-3-6 792 0 0,-2-6-4 0 0,-2 0-41 0 0,1 0 0 0 0,0 0 0 0 0,0 0 0 0 0,0-1 0 0 0,1 1 0 0 0,-1 0 0 0 0,0 0 0 0 0,0-1 0 0 0,0 1 0 0 0,0 0 0 0 0,1 0 0 0 0,-1-1 0 0 0,0 1 0 0 0,1 0 0 0 0,-1-1 0 0 0,1 1 0 0 0,-1 0 0 0 0,0-1 0 0 0,1 1 0 0 0,0 0 0 0 0,-1-1 0 0 0,1 1 0 0 0,-1-1 0 0 0,1 1 0 0 0,0-1 0 0 0,-1 1 0 0 0,1-1 0 0 0,0 0 0 0 0,-1 1 0 0 0,1-1 0 0 0,0 0 0 0 0,0 0 0 0 0,-1 1 0 0 0,1-1 0 0 0,0 0 0 0 0,0 0 0 0 0,0 0 0 0 0,-1 0 0 0 0,1 0 0 0 0,0 0 0 0 0,0 0 0 0 0,-1 0 0 0 0,1 0 0 0 0,0-1 0 0 0,0 1 0 0 0,1 0 0 0 0,5-1-470 0 0,-8 0-273 0 0,-3-7 4314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6:01.752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14 11 931 0 0,'-4'-8'-154'0'0,"4"7"556"0"0,0 4 3120 0 0,1 4 4336 0 0,1 4 5791 0 0,-5 1-13643 0 0,0-4-6 0 0,-2-25 0 0 0,3-7-6 0 0,2 22 8 0 0,6 4-4891 0 0,3 2 6854 0 0,-6-3-311 0 0,-1 0-2497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6:53.53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12 45 378 0 0,'-1'-6'-688'0'0,"-1"-1"1871"0"0,3-1 4625 0 0,4-8 13723 0 0,-5 14-19534 0 0,5 11-27 0 0,-4-8 30 0 0,-1-1 0 0 0,1 1 0 0 0,-1-1 0 0 0,0 1 0 0 0,1-1 0 0 0,-1 1 0 0 0,0-1 1 0 0,1 1-1 0 0,-1-1 0 0 0,0 1 0 0 0,1 0 0 0 0,-1-1 0 0 0,0 1 0 0 0,0-1 0 0 0,0 1 0 0 0,0 0 0 0 0,0-1 1 0 0,0 1-1 0 0,0 0 0 0 0,0-1 0 0 0,0 1 0 0 0,0 0 0 0 0,0-1 0 0 0,0 1 0 0 0,0 0 0 0 0,0-1 1 0 0,0 1-1 0 0,-1 0 0 0 0,1-1 0 0 0,0 1 0 0 0,-1-1 0 0 0,1 1 0 0 0,0-1 0 0 0,-1 1 0 0 0,0 0 0 0 0,1 0 17 0 0,-9-3-2 0 0,8 2-15 0 0,1 0 0 0 0,-1-1 0 0 0,1 1 0 0 0,-1 0 0 0 0,1 0 0 0 0,-1 0 0 0 0,1 0 0 0 0,-1 0 0 0 0,1 0 0 0 0,0 0 0 0 0,-1-1 0 0 0,1 1 0 0 0,-1 0 0 0 0,1 0 0 0 0,-1-1 0 0 0,1 1 0 0 0,0 0-1 0 0,-1-1 1 0 0,1 1 0 0 0,0 0 0 0 0,-1-1 0 0 0,1 1 0 0 0,0 0 0 0 0,0-1 0 0 0,-1 1 0 0 0,1-1 0 0 0,0 1 0 0 0,0-1 0 0 0,0 1 0 0 0,-1 0 0 0 0,1-1 0 0 0,0 1 0 0 0,0-1 0 0 0,0 1 0 0 0,0-1 0 0 0,0 1 0 0 0,0-1 0 0 0,0 1 0 0 0,0-1 0 0 0,0 1 0 0 0,0-1 0 0 0,0 1 0 0 0,1-1 0 0 0,-1 1 0 0 0,0 0 0 0 0,0-1 0 0 0,2-10-8 0 0,-2 9-2 0 0,2 3-157 0 0,-1-1 175 0 0,1 0 0 0 0,0 0 0 0 0,-1 1 0 0 0,1-1 0 0 0,-1 0 0 0 0,1 1 0 0 0,-1 0 0 0 0,1-1 0 0 0,-1 1 0 0 0,1 0 0 0 0,-1 0 0 0 0,0 0 0 0 0,1 0 0 0 0,-1 0 0 0 0,0 0 0 0 0,0 0 0 0 0,0 0 0 0 0,0 1-1 0 0,2 1 1 0 0,-2-2 15 0 0,-5 9-19 0 0,4-10-4 0 0,0 0 0 0 0,0 1 0 0 0,-1-1 0 0 0,1 1 0 0 0,0-1 0 0 0,0 0 0 0 0,0 1 0 0 0,-1-1 0 0 0,1 1 0 0 0,0-1 0 0 0,0 0 0 0 0,-1 1 0 0 0,1-1 0 0 0,0 0 0 0 0,-1 1 0 0 0,1-1 0 0 0,0 0 0 0 0,-1 0 0 0 0,1 1 0 0 0,-1-1 0 0 0,1 0 0 0 0,0 0 0 0 0,-1 0 0 0 0,1 0 0 0 0,-1 1 0 0 0,1-1 0 0 0,-1 0 0 0 0,1 0 0 0 0,-1 0 0 0 0,1 0 0 0 0,0 0 0 0 0,-1 0 0 0 0,1 0 0 0 0,-1 0 0 0 0,1 0 0 0 0,-1 0 0 0 0,1-1 0 0 0,-1 1 0 0 0,1 0 0 0 0,0 0 0 0 0,-1 0 0 0 0,1 0 0 0 0,-1-1 0 0 0,1 1 0 0 0,0 0 0 0 0,-1 0 0 0 0,1-1 0 0 0,0 1 0 0 0,-1 0 0 0 0,1-1 0 0 0,0 1 0 0 0,-1 0 0 0 0,1-1 0 0 0,0 1 0 0 0,0-1 0 0 0,0 1 0 0 0,-1 0 0 0 0,1-1 0 0 0,0 1 0 0 0,0-1 0 0 0,0 1 0 0 0,0-1 0 0 0,0 0 0 0 0,-1 0-3 0 0,1 0 1 0 0,0 0-1 0 0,-1 0 1 0 0,1 0 0 0 0,0 0-1 0 0,0 0 1 0 0,0-1-1 0 0,0 1 1 0 0,0 0-1 0 0,0 0 1 0 0,0 0 0 0 0,0 0-1 0 0,1 0 1 0 0,-1 0-1 0 0,0-1 1 0 0,1 1 0 0 0,-1 0-1 0 0,1 0 1 0 0,-1 0-1 0 0,1 0 1 0 0,0 0-1 0 0,-1 0 1 0 0,1 1 0 0 0,0-1-1 0 0,-1 0 1 0 0,1 0-1 0 0,0 0 1 0 0,0 1 0 0 0,0-1-1 0 0,0 0 1 0 0,2 0-1 0 0,-3 0 2 0 0,1 0-137 0 0,1 4-2787 0 0,-1-2 3014 0 0,-1 0 0 0 0,1 0 1 0 0,-1 0-1 0 0,0 0 1 0 0,1 0-1 0 0,-1 0 1 0 0,0 0-1 0 0,0-1 1 0 0,0 1-1 0 0,1 0 1 0 0,-1 0-1 0 0,0 0 1 0 0,0 0-1 0 0,-1 0 1 0 0,1 0-1 0 0,0 0 1 0 0,0 0-1 0 0,0 0 1 0 0,-1 0-1 0 0,1 0 0 0 0,0 0 1 0 0,-1-1-1 0 0,1 1 1 0 0,-1 0-1 0 0,1 0 1 0 0,-1 0-1 0 0,1-1 1 0 0,-1 1-1 0 0,0 0 1 0 0,1-1-1 0 0,-1 1 1 0 0,-1 1-1 0 0,-16 16 101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7:00.565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0 667 0 0,'14'3'262'0'0,"-11"-2"1710"0"0,3 2-1885 0 0,13 9 19507 0 0,4 6-15632 0 0,-3-10-3811 0 0,-11-5-633 0 0,18 6 467 0 0,0 0 1 0 0,1-2-1 0 0,0-1 1 0 0,0-1-1 0 0,0-2 0 0 0,1 0 1 0 0,-1-2-1 0 0,30-3 1 0 0,-57 2-91 0 0,7 1 127 0 0,0-1 1 0 0,-1 0 0 0 0,1-1-1 0 0,-1 0 1 0 0,1 0-1 0 0,-1 0 1 0 0,1-1 0 0 0,7-3-1 0 0,8-1-74 0 0,-21 6 39 0 0,18-3 40 0 0,-1-1 0 0 0,31-11 0 0 0,-48 14-16 0 0,7-2-4 0 0,-2-1-12 0 0,43-23 8 0 0,-48 26-7 0 0,9-2-189 0 0,-11 3 19 0 0,1 0 0 0 0,-1 0 0 0 0,0-1 0 0 0,1 1 1 0 0,-1 0-1 0 0,1 0 0 0 0,-1 0 0 0 0,1 0 0 0 0,-1 0 0 0 0,0 0 1 0 0,1 0-1 0 0,-1 0 0 0 0,1 0 0 0 0,-1 0 0 0 0,1 0 1 0 0,-1 0-1 0 0,0 0 0 0 0,1 0 0 0 0,-1 0 0 0 0,1 0 0 0 0,-1 0 1 0 0,1 0-1 0 0,-1 1 0 0 0,0-1 0 0 0,1 0 0 0 0,-1 0 0 0 0,1 0 1 0 0,-1 1-1 0 0,0-1 0 0 0,1 0 0 0 0,-1 1 0 0 0,0-1 0 0 0,1 1 1 0 0,7 5-1722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7:03.405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897 412 1015 0 0,'0'0'8369'0'0,"-3"13"-5360"0"0,3-6-1283 0 0,0 0 1 0 0,0-1 0 0 0,0 1 0 0 0,1-1-1 0 0,2 12 1 0 0,1 16 1734 0 0,-22 25-8925 0 0,17-58 4457 0 0,-9 1-6810 0 0,-12-6 7158 0 0,15 0 871 0 0,1-1-1 0 0,-1 0 1 0 0,1-1 0 0 0,0 1-1 0 0,0-1 1 0 0,1 0 0 0 0,0-1-1 0 0,0 0 1 0 0,-8-13 0 0 0,-5-13 5572 0 0,17 31-5362 0 0,7 13 3040 0 0,0-1-97 0 0,-4-4-4210 0 0,-3 28 1771 0 0,-5-5-4355 0 0,4-26 2843 0 0,1 0 0 0 0,-1 0 0 0 0,0 0 0 0 0,0 0 0 0 0,0-1 0 0 0,0 1 0 0 0,-1-1 0 0 0,1 0 0 0 0,-1 1 0 0 0,1-1-1 0 0,-1 0 1 0 0,0 0 0 0 0,0-1 0 0 0,1 1 0 0 0,-1-1 0 0 0,-1 1 0 0 0,1-1 0 0 0,-3 1 0 0 0,2-1 587 0 0,1 0 0 0 0,-1 1 1 0 0,1-2-1 0 0,-1 1 0 0 0,0 0 0 0 0,1-1 1 0 0,-1 1-1 0 0,0-1 0 0 0,1 0 1 0 0,-1-1-1 0 0,0 1 0 0 0,1 0 0 0 0,-1-1 1 0 0,0 0-1 0 0,1 0 0 0 0,-1 0 0 0 0,1 0 1 0 0,-1-1-1 0 0,1 0 0 0 0,0 1 1 0 0,0-1-1 0 0,0 0 0 0 0,0 0 0 0 0,0-1 1 0 0,0 1-1 0 0,0-1 0 0 0,1 1 0 0 0,-1-1 1 0 0,1 0-1 0 0,0 0 0 0 0,-1 0 0 0 0,1 0 1 0 0,1 0-1 0 0,-1-1 0 0 0,0 1 1 0 0,1 0-1 0 0,0-1 0 0 0,0 1 0 0 0,0-1 1 0 0,-1-4-1 0 0,-5-42 5080 0 0,7 48-5091 0 0,1-10 7888 0 0,0 4-6620 0 0,-1 15-1317 0 0,-1 0-1 0 0,0 0 1 0 0,-1 0 0 0 0,0 0 0 0 0,0 0 0 0 0,-1 0 0 0 0,1 0 0 0 0,-2-1 0 0 0,1 1 0 0 0,-7 9 0 0 0,6-11-329 0 0,0 0 0 0 0,0-1 0 0 0,-1 1 0 0 0,0-1 0 0 0,1 0 1 0 0,-1 0-1 0 0,-1 0 0 0 0,1-1 0 0 0,-1 0 0 0 0,1 0 0 0 0,-1 0 1 0 0,0-1-1 0 0,-6 2 0 0 0,7-3-656 0 0,0 1 0 0 0,1-1 0 0 0,-1-1 0 0 0,0 1 0 0 0,0-1 1 0 0,-6 0-1 0 0,5-1 980 0 0,0 0-1 0 0,0 0 1 0 0,0-1 0 0 0,1 1 0 0 0,-1-1 0 0 0,1-1 0 0 0,-1 1 0 0 0,1-1 0 0 0,0 0 0 0 0,-1 0-1 0 0,2 0 1 0 0,-1-1 0 0 0,-5-4 0 0 0,7 4 670 0 0,1 1 0 0 0,0-1 0 0 0,0 0-1 0 0,0 1 1 0 0,0-1 0 0 0,0 0 0 0 0,0-5 0 0 0,-2-5-1922 0 0,-6-24-2204 0 0,9 36 3532 0 0,-2-4 1053 0 0,3 5-774 0 0,0 1-1 0 0,0-1 1 0 0,-1 1 0 0 0,1-1 0 0 0,0 1-1 0 0,0 0 1 0 0,0-1 0 0 0,0 1 0 0 0,0-1-1 0 0,-1 1 1 0 0,1-1 0 0 0,0 1 0 0 0,-1 0-1 0 0,1-1 1 0 0,0 1 0 0 0,0 0 0 0 0,-1-1-1 0 0,1 1 1 0 0,-1 0 0 0 0,1-1 0 0 0,0 1-1 0 0,-1 0 1 0 0,1 0 0 0 0,-1-1 0 0 0,1 1-1 0 0,0 0 1 0 0,-2 0 0 0 0,-2 0-37 0 0,0 1 0 0 0,0-1-1 0 0,0 1 1 0 0,0 0 0 0 0,1 1 0 0 0,-1-1 0 0 0,0 1 0 0 0,1-1-1 0 0,-1 1 1 0 0,1 0 0 0 0,-1 1 0 0 0,1-1 0 0 0,0 0 0 0 0,0 1-1 0 0,0 0 1 0 0,0 0 0 0 0,0 0 0 0 0,1 0 0 0 0,-3 4 0 0 0,2-4-255 0 0,0 0 1 0 0,0 0-1 0 0,1 1 1 0 0,-1-1 0 0 0,1 1-1 0 0,0 0 1 0 0,0 0-1 0 0,0 0 1 0 0,1 0 0 0 0,-1 0-1 0 0,1 0 1 0 0,0 1-1 0 0,0-1 1 0 0,0 0 0 0 0,1 1-1 0 0,-1-1 1 0 0,1 0-1 0 0,0 1 1 0 0,1-1-1 0 0,-1 0 1 0 0,1 1 0 0 0,1 5-1 0 0,-1-8-3 0 0,14 26 1 0 0,-13-25-19 0 0,-1-2 53 0 0,35-4-35 0 0,-33 1-332 0 0,0-1 1 0 0,1 1 0 0 0,-1-1 0 0 0,0 1 0 0 0,0-1 0 0 0,-1 0 0 0 0,1 0 0 0 0,0-1 0 0 0,-1 1 0 0 0,0 0-1 0 0,0-1 1 0 0,0 1 0 0 0,0-1 0 0 0,0 0 0 0 0,1-5 0 0 0,0-4-1641 0 0,0 0-1 0 0,-1 0 1 0 0,0-18 0 0 0,1 4 849 0 0,-3 25 1129 0 0,0 0 0 0 0,-1-1 0 0 0,1 1 0 0 0,0 0 0 0 0,0 0 1 0 0,-1 0-1 0 0,0 0 0 0 0,1-1 0 0 0,-1 1 0 0 0,-1-2 0 0 0,-7-23 10155 0 0,1 26-6326 0 0,-5 3-3500 0 0,-6 13-1969 0 0,8-4-3650 0 0,6-6 388 0 0,2 0 3240 0 0,0-2 1517 0 0,1 0 0 0 0,0 0 0 0 0,0 1-1 0 0,0-1 1 0 0,0 1 0 0 0,1 0 0 0 0,-3 6 0 0 0,4-8 132 0 0,-19 28 41 0 0,18-29-32 0 0,-14 16 178 0 0,4-10-290 0 0,-14 9 5481 0 0,23-15-5306 0 0,-5 1 4602 0 0,-10 2-2336 0 0,-18-7-164 0 0,21-4-2384 0 0,12 6-641 0 0,0-1 0 0 0,0 0 0 0 0,0 0 0 0 0,1 0 0 0 0,-1 0 0 0 0,0 0 0 0 0,1 0 0 0 0,-1-1 0 0 0,-1-4-1 0 0,2 6 873 0 0,-10-33-4678 0 0,9 21 5006 0 0,1 1 1 0 0,0 0 0 0 0,1-16-1 0 0,-1-24 1399 0 0,-3 3-5189 0 0,5-26 9684 0 0,0 23-4960 0 0,-2 13-6954 0 0,-1 21 5909 0 0,0-1 0 0 0,-8-26 1 0 0,9 43-219 0 0,1 1-1 0 0,0 0 1 0 0,0 0 0 0 0,0 0 0 0 0,-1 0 0 0 0,1-1 0 0 0,0 1-1 0 0,0 0 1 0 0,1 0 0 0 0,-1 0 0 0 0,0 0 0 0 0,0-1-1 0 0,0 1 1 0 0,1 0 0 0 0,-1 0 0 0 0,1 0 0 0 0,-1 0 0 0 0,1 0-1 0 0,-1 0 1 0 0,1 0 0 0 0,0 0 0 0 0,1-2 0 0 0,-10-29 3006 0 0,8 29-2105 0 0,-3-6-710 0 0,-3-6 5723 0 0,6 14-4907 0 0,-5 22-1845 0 0,-5 14 1233 0 0,-5 2-4538 0 0,5-14 736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7:04.12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12 0 1694 0 0,'-1'2'14561'0'0,"-3"5"-7574"0"0,2-3-5395 0 0,1-3-1544 0 0,1 0-1 0 0,-1-1 1 0 0,1 1 0 0 0,0 0 0 0 0,-1-1-1 0 0,1 1 1 0 0,0 0 0 0 0,0 0-1 0 0,-1-1 1 0 0,1 1 0 0 0,0 0-1 0 0,0 0 1 0 0,0 0 0 0 0,0-1 0 0 0,0 1-1 0 0,0 0 1 0 0,0 0 0 0 0,0 0-1 0 0,0-1 1 0 0,0 1 0 0 0,1 0 0 0 0,-1 0-1 0 0,0-1 1 0 0,0 1 0 0 0,1 0-1 0 0,-1 0 1 0 0,1-1 0 0 0,-1 1 0 0 0,1 1-1 0 0,1 2-98 0 0,-2-3 47 0 0,0-1 0 0 0,1 1 0 0 0,-1 0 0 0 0,0-1 1 0 0,0 1-1 0 0,0-1 0 0 0,1 1 0 0 0,-1-1 1 0 0,0 1-1 0 0,0-1 0 0 0,1 1 0 0 0,-1-1 0 0 0,0 1 1 0 0,1-1-1 0 0,-1 1 0 0 0,1-1 0 0 0,-1 1 0 0 0,1-1 1 0 0,-1 0-1 0 0,1 1 0 0 0,-1-1 0 0 0,1 0 1 0 0,-1 0-1 0 0,1 1 0 0 0,-1-1 0 0 0,1 0 0 0 0,-1 0 1 0 0,1 0-1 0 0,0 1 0 0 0,-1-1 0 0 0,1 0 0 0 0,-1 0 1 0 0,1 0-1 0 0,0 0 0 0 0,-1 0 0 0 0,1 0 0 0 0,-1 0 1 0 0,1-1-1 0 0,0 1 0 0 0,-1 0 0 0 0,1 0 1 0 0,-1 0-1 0 0,1-1 0 0 0,-1 1 0 0 0,1 0 0 0 0,-1 0 1 0 0,1-1-1 0 0,-1 1 0 0 0,1 0 0 0 0,-1-1 0 0 0,1 0 1 0 0,1 0-97 0 0,0 0-1381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7:04.43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23 1 1186 0 0,'0'0'4012'0'0,"-7"8"238"0"0,2 6 9618 0 0,5-3-9925 0 0,3 0-3553 0 0,9 9-3133 0 0,-4-10 4030 0 0,-6-8-1407 0 0,-12-9-710 0 0,-1-4 1882 0 0,5 5-1409 0 0,-2-2-1023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7:04.78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26 9 1467 0 0,'-5'-9'21025'0'0,"3"22"-17305"0"0,5 2-3719 0 0,-9-30-19 0 0,6 13-112 0 0,-15 5 279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7:06.031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136 0 1204 0 0,'1'2'15216'0'0,"4"8"-8345"0"0,-4-6-6433 0 0,1 0 0 0 0,0 0 1 0 0,1 0-1 0 0,-1-1 0 0 0,1 1 1 0 0,3 4-1 0 0,-1-4-366 0 0,0 1 1 0 0,1-1-1 0 0,-1 0 0 0 0,11 5 0 0 0,9 9-578 0 0,-2 2 91 0 0,-15-14-98 0 0,-1 0 1 0 0,0 0-1 0 0,0 1 1 0 0,12 15-1 0 0,-11-13-329 0 0,8 1-6141 0 0,-7-5 4475 0 0,-8-4 2853 0 0,1 8-234 0 0,-2-8-106 0 0,0-1-1 0 0,1 1 1 0 0,-1-1-1 0 0,0 1 1 0 0,0-1-1 0 0,1 1 1 0 0,-1 0-1 0 0,0-1 1 0 0,0 1-1 0 0,0-1 1 0 0,0 1-1 0 0,0-1 0 0 0,0 1 1 0 0,0 0-1 0 0,0-1 1 0 0,0 1-1 0 0,0-1 1 0 0,0 1-1 0 0,0-1 1 0 0,0 1-1 0 0,0 0 1 0 0,0-1-1 0 0,0 1 1 0 0,-1-1-1 0 0,1 1 1 0 0,-1 0-1 0 0,-39 28 63 0 0,-2-1 0 0 0,-1-3 0 0 0,0-1 0 0 0,-88 32 0 0 0,129-55-28 0 0,-12 3 4892 0 0,8-3-6594 0 0,-2-17-12217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7:06.842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626 1 985 0 0,'-1'1'15028'0'0,"-3"5"-7873"0"0,-2 4-3990 0 0,6-1-2728 0 0,5 8-993 0 0,-3-14 556 0 0,1 3 0 0 0,-1 0 0 0 0,0 0 0 0 0,0 1 0 0 0,0-1 0 0 0,0 0 0 0 0,-1 1 0 0 0,0 13 0 0 0,-2-17 0 0 0,0 0 0 0 0,0 1 0 0 0,0-1 0 0 0,-1 0 0 0 0,1 0 0 0 0,-1 0 0 0 0,0 0 0 0 0,0 0 0 0 0,0 0 0 0 0,-1-1 0 0 0,1 1 0 0 0,-1-1 0 0 0,1 1 0 0 0,-1-1 0 0 0,0 0 0 0 0,0 0 0 0 0,0 0 0 0 0,0 0 0 0 0,0-1 0 0 0,-4 2 0 0 0,-4 2 0 0 0,0-2 0 0 0,0 0 0 0 0,0 0 0 0 0,-23 3 0 0 0,30-6 0 0 0,0 1 0 0 0,0-1 0 0 0,0 1 0 0 0,1-1 0 0 0,-1 0 0 0 0,0-1 0 0 0,0 1 0 0 0,0-1 0 0 0,0 1 0 0 0,0-1 0 0 0,0-1 0 0 0,0 1 0 0 0,1 0 0 0 0,-1-1 0 0 0,1 0 0 0 0,-1 0 0 0 0,-3-2 0 0 0,3 0 0 0 0,0-1 0 0 0,0 0-1 0 0,0 0 1 0 0,1 0 0 0 0,0-1 0 0 0,0 1-1 0 0,0-1 1 0 0,0 1 0 0 0,-2-10 0 0 0,4 13-3 0 0,0-4 2 0 0,2-10-1 0 0,-1 14-20 0 0,-4-12 25 0 0,3 8 3 0 0,5 14 5 0 0,-3-5-8 0 0,0 0 0 0 0,-1 1 0 0 0,1-1 0 0 0,-1 0 0 0 0,0 0-1 0 0,0 1 1 0 0,0-1 0 0 0,0 0 0 0 0,0 0 0 0 0,-1 1 0 0 0,0-1 0 0 0,-1 5 0 0 0,-19 41-837 0 0,11-25-557 0 0,-2 1-2454 0 0,-21 35 1 0 0,13-28 2397 0 0,-46 51 1 0 0,-107 87-207 0 0,156-154 624 0 0,-29 32-7995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7:07.28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0 1510 0 0,'1'2'15106'0'0,"1"7"-8375"0"0,12 14-3648 0 0,7 3-3520 0 0,-20-25 657 0 0,-1-1-283 0 0,0 0-1 0 0,1 1 0 0 0,-1-1 0 0 0,0 0 0 0 0,0 1 1 0 0,1-1-1 0 0,-1 0 0 0 0,0 0 0 0 0,1 0 0 0 0,-1 1 1 0 0,0-1-1 0 0,0 0 0 0 0,1 0 0 0 0,-1 0 0 0 0,1 0 1 0 0,-1 1-1 0 0,0-1 0 0 0,1 0 0 0 0,-1 0 0 0 0,0 0 1 0 0,1 0-1 0 0,-1 0 0 0 0,0 0 0 0 0,1 0 0 0 0,-1 0 1 0 0,0 0-1 0 0,1 0 0 0 0,-1 0 0 0 0,1 0 0 0 0,-1 0 1 0 0,0-1-1 0 0,1 1 0 0 0,-1 0 0 0 0,0 0 0 0 0,1 0 1 0 0,-1 0-1 0 0,0-1 0 0 0,1 1 0 0 0,-1 0 0 0 0,12-14 1430 0 0,-11 12-685 0 0,6-8-2142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7:07.51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10 1 1352 0 0,'0'0'1860'0'0,"-7"10"-232"0"0,4-4 4961 0 0,4 2 2068 0 0,2 4-4104 0 0,10 21-3079 0 0,-12-32-2009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7:08.41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577 87 760 0 0,'0'0'3513'0'0,"-11"3"662"0"0,7-1-2045 0 0,-1-1-1 0 0,1 1 1 0 0,0 0-1 0 0,0 0 1 0 0,0 0 0 0 0,0 0-1 0 0,-7 6 1 0 0,10-7-1401 0 0,-6 2-729 0 0,-1 2 0 0 0,0-1 0 0 0,-1-1 0 0 0,0 0 0 0 0,1 0 0 0 0,-1 0 0 0 0,-1-1 0 0 0,-12 1 0 0 0,-2-3 0 0 0,23 0-1 0 0,-1 0 1 0 0,1-1 0 0 0,0 1-1 0 0,-1-1 1 0 0,1 1 0 0 0,0-1-1 0 0,0 1 1 0 0,-1-1 0 0 0,1 0 0 0 0,0 0-1 0 0,0 0 1 0 0,0 1 0 0 0,0-1-1 0 0,0 0 1 0 0,0 0 0 0 0,0 0-1 0 0,0-1 1 0 0,1 1 0 0 0,-1 0 0 0 0,0 0-1 0 0,1 0 1 0 0,-1 0 0 0 0,1-1-1 0 0,-1 1 1 0 0,0-3 0 0 0,-2-20-9 0 0,16-11 973 0 0,4 11-3446 0 0,-13 20 509 0 0,1 1 1 0 0,-1-1 0 0 0,1 1-1 0 0,0-1 1 0 0,0 1 0 0 0,11-4-1 0 0,-13 6 1997 0 0,-1 0 0 0 0,1 1 0 0 0,0-1 0 0 0,0 0-1 0 0,0 1 1 0 0,0 0 0 0 0,0 0 0 0 0,0 0 0 0 0,0 0-1 0 0,0 0 1 0 0,-1 1 0 0 0,1-1 0 0 0,0 1-1 0 0,0 0 1 0 0,0 0 0 0 0,0 0 0 0 0,-1 0 0 0 0,1 0-1 0 0,-1 1 1 0 0,5 2 0 0 0,3 3 208 0 0,-1 0 0 0 0,0 1 0 0 0,11 11-1 0 0,-18-17-216 0 0,0 1 82 0 0,0 0 1 0 0,0 1-1 0 0,0-1 0 0 0,0 1 0 0 0,-1-1 0 0 0,0 1 0 0 0,2 5 0 0 0,-1-1 82 0 0,-1-5-118 0 0,-1 0 1 0 0,0 0-1 0 0,0 0 0 0 0,0 0 0 0 0,-1 0 1 0 0,1-1-1 0 0,-1 1 0 0 0,0 0 0 0 0,1 0 1 0 0,-1 0-1 0 0,0-1 0 0 0,-1 1 0 0 0,1-1 0 0 0,0 1 1 0 0,-3 3-1 0 0,-2 6 195 0 0,0-1-180 0 0,0 1-1 0 0,-1-1 0 0 0,0 0 1 0 0,-1-1-1 0 0,0 0 0 0 0,-1 0 0 0 0,0-1 1 0 0,0 0-1 0 0,-1 0 0 0 0,0-1 0 0 0,-1 0 1 0 0,-12 6-1 0 0,-19 10-85 0 0,-85 34-1 0 0,85-40 29 0 0,27-12-200 0 0,-3 3-366 0 0,0-1 0 0 0,-1-1 0 0 0,1-1 0 0 0,-1 0 0 0 0,-1-2-1 0 0,-29 4 1 0 0,47-7 204 0 0,-1-1 0 0 0,1-1 0 0 0,0 1 0 0 0,0 0 0 0 0,-1 0 1 0 0,1-1-1 0 0,0 1 0 0 0,0-1 0 0 0,0 0 0 0 0,-1 0 0 0 0,1 0 0 0 0,0 0 0 0 0,0 0 0 0 0,0 0 0 0 0,0 0 0 0 0,1-1 0 0 0,-1 1 0 0 0,0-1 0 0 0,1 1 0 0 0,-1-1 0 0 0,0 0 0 0 0,1 0 1 0 0,0 1-1 0 0,0-1 0 0 0,-1 0 0 0 0,-1-4 0 0 0,-2-9-1827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7:08.86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515 0 747 0 0,'-7'5'21476'0'0,"0"1"-18070"0"0,-1 1-2825 0 0,-18 20-580 0 0,0-1 0 0 0,-2-1 1 0 0,-54 37-1 0 0,-92 39-8 0 0,123-73-1 0 0,32-17 7 0 0,-31 14-261 0 0,48-24-462 0 0,1-1-503 0 0,1 0 1099 0 0,-1-1 1 0 0,1 1-1 0 0,-1 0 0 0 0,1 0 1 0 0,-1 0-1 0 0,1 0 0 0 0,-1 0 1 0 0,1 0-1 0 0,-1 0 0 0 0,0 0 1 0 0,1 1-1 0 0,-1-1 0 0 0,1 0 0 0 0,-1 0 1 0 0,1 0-1 0 0,-1 1 0 0 0,1-1 1 0 0,0 0-1 0 0,-2 1 0 0 0,-7 2-17 0 0,3-6 3508 0 0,-1-3-3670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7:09.55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8 1089 0 0,'6'-7'1332'0'0,"-7"11"1947"0"0,-2 9 3938 0 0,1 4 6078 0 0,2-15-13304 0 0,15-15-1588 0 0,-11 14 1853 0 0,8 0 796 0 0,-6-1-5616 0 0,-15 2 2560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7:11.41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61 0 921 0 0,'0'3'16775'0'0,"0"8"-10799"0"0,1-7-5741 0 0,-1 0 0 0 0,1 0 0 0 0,-1 1-1 0 0,0-1 1 0 0,0 0 0 0 0,0 0 0 0 0,-1 1 0 0 0,1-1 0 0 0,-1 0 0 0 0,0 0 0 0 0,0 0 0 0 0,-4 8 0 0 0,-1 8-747 0 0,-14 107-1911 0 0,11-57-4235 0 0,1-13 4216 0 0,-3-11 2167 0 0,20-57 9913 0 0,0 1-7478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7:12.28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717 0 988 0 0,'-3'4'11595'0'0,"-13"13"557"0"0,-10-1-11412 0 0,-44 19-1 0 0,50-28-2068 0 0,0-1 1 0 0,0-1 0 0 0,0 0-1 0 0,-1-2 1 0 0,-33 2 0 0 0,20-5-1329 0 0,0-1 1 0 0,-55-10-1 0 0,36 2 2775 0 0,-83-3 0 0 0,133 12-117 0 0,1 0 0 0 0,-1 0 1 0 0,0 0-1 0 0,1 1 1 0 0,-1-1-1 0 0,1 1 0 0 0,-1 0 1 0 0,1-1-1 0 0,-1 1 1 0 0,1 0-1 0 0,-1 1 0 0 0,1-1 1 0 0,0 0-1 0 0,-1 1 1 0 0,1-1-1 0 0,0 1 0 0 0,0-1 1 0 0,0 1-1 0 0,0 0 1 0 0,1 0-1 0 0,-1 0 0 0 0,0 0 1 0 0,-1 4-1 0 0,-2 3-45 0 0,1 0 0 0 0,1 1 0 0 0,-1 0 0 0 0,2 0 0 0 0,-1-1 0 0 0,0 15 0 0 0,-1 18-1200 0 0,0 4-244 0 0,-4-19-3252 0 0,3-18 1982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7:13.01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144 1 1091 0 0,'-7'1'632'0'0,"-3"4"641"0"0,10 2 5012 0 0,5 5 7423 0 0,4 1-12713 0 0,0-1 1 0 0,1 0-1 0 0,15 12 0 0 0,24 29-1751 0 0,-37-38 753 0 0,-11-13-4 0 0,10 13 17 0 0,-8-3-10 0 0,-3-11 0 0 0,1 0 0 0 0,-1 0 0 0 0,0 1 0 0 0,0-1 0 0 0,0 0 0 0 0,0 0 0 0 0,0 0 0 0 0,0 0 0 0 0,0 1 0 0 0,0-1 0 0 0,-1 0 0 0 0,1 0 0 0 0,0 0 0 0 0,-1 0 0 0 0,1 0 0 0 0,-1 0 0 0 0,1 0 0 0 0,-1 0 0 0 0,0 0 0 0 0,1 0 0 0 0,-1 0 0 0 0,0 0 0 0 0,1 0 0 0 0,-1 0 0 0 0,0 0 0 0 0,0-1 0 0 0,0 1 0 0 0,0 0 0 0 0,0-1 0 0 0,-2 2 0 0 0,0 0 0 0 0,-17 13-531 0 0,0-2 1 0 0,-1 0 0 0 0,-1-1 0 0 0,0-1-1 0 0,0-1 1 0 0,-29 8 0 0 0,37-13 473 0 0,12-4 59 0 0,2-1-249 0 0,-1 1 1 0 0,1-1-1 0 0,0 1 0 0 0,0-1 0 0 0,-1 1 0 0 0,1-1 0 0 0,0 1 0 0 0,-1-1 0 0 0,1 0 0 0 0,-1 1 0 0 0,1-1 0 0 0,0 1 1 0 0,-1-1-1 0 0,1 0 0 0 0,-1 0 0 0 0,1 1 0 0 0,-1-1 0 0 0,1 0 0 0 0,-1 0 0 0 0,1 0 0 0 0,-1 1 0 0 0,0-1 1 0 0,1 0-1 0 0,-1 0 0 0 0,1 0 0 0 0,-1 0 0 0 0,1 0 0 0 0,-1 0 0 0 0,0 0 0 0 0,-16-1-4835 0 0,17 1 4754 0 0,-1-1-1 0 0,0 1 1 0 0,0-1-1 0 0,0 1 1 0 0,0-1 0 0 0,1 1-1 0 0,-1-1 1 0 0,0 0-1 0 0,0 1 1 0 0,1-1-1 0 0,-1 0 1 0 0,1 1 0 0 0,-1-1-1 0 0,1 0 1 0 0,-1 0-1 0 0,1 0 1 0 0,-1 0 0 0 0,1 1-1 0 0,-1-1 1 0 0,1 0-1 0 0,0 0 1 0 0,-1-1-1 0 0,-2-12-2068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7:14.702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199 23 620 0 0,'0'0'5647'0'0,"-8"5"-2139"0"0,5-1-2611 0 0,-1-1 0 0 0,1 0 0 0 0,0 1 0 0 0,0 0-1 0 0,1-1 1 0 0,-1 1 0 0 0,1 0 0 0 0,0 0 0 0 0,0 1 0 0 0,0-1-1 0 0,1 0 1 0 0,-1 1 0 0 0,0 6 0 0 0,-3 31 2986 0 0,2-24-3883 0 0,3-18 0 0 0,0 1 0 0 0,0 0 0 0 0,0 0 0 0 0,0-1 0 0 0,0 1 0 0 0,0 0 0 0 0,0 0 0 0 0,0-1 0 0 0,0 1 0 0 0,1 0 0 0 0,-1 0 0 0 0,0-1 0 0 0,0 1 0 0 0,1 0 0 0 0,-1-1 0 0 0,0 1 0 0 0,1 0 0 0 0,-1-1 0 0 0,1 1 0 0 0,-1-1 0 0 0,1 2 0 0 0,0 0 0 0 0,1-1 0 0 0,-1 1 0 0 0,0-1 0 0 0,1 0 0 0 0,-1 0 0 0 0,1 0 0 0 0,-1 0 0 0 0,1 0 0 0 0,0 0 0 0 0,-1-1 0 0 0,1 1 0 0 0,0 0 0 0 0,-1-1 0 0 0,1 1 0 0 0,0-1 0 0 0,0 0 0 0 0,0 0 0 0 0,-1 1 0 0 0,1-1 0 0 0,0 0 0 0 0,0-1 0 0 0,0 1 0 0 0,-1 0 0 0 0,1 0 0 0 0,0-1 0 0 0,0 1 0 0 0,-1-1 0 0 0,1 0 0 0 0,0 1 0 0 0,-1-1 0 0 0,1 0 0 0 0,1-1 0 0 0,4-3-1207 0 0,0 0 0 0 0,0 0 1 0 0,-1-1-1 0 0,1 0 0 0 0,-2 0 1 0 0,1 0-1 0 0,-1-1 1 0 0,0 0-1 0 0,0 0 0 0 0,0 0 1 0 0,-1-1-1 0 0,3-9 0 0 0,-6 15 1222 0 0,4-23-714 0 0,-6 20 699 0 0,0 1 0 0 0,0-1 0 0 0,0 0 1 0 0,-1 1-1 0 0,0-1 0 0 0,0 1 1 0 0,0 0-1 0 0,-1 0 0 0 0,-5-8 0 0 0,7 11-7 0 0,-10 0 766 0 0,-4 0 3491 0 0,7 2-3059 0 0,-14 2 8910 0 0,9 0-10029 0 0,12-3-73 0 0,-36 16-11 0 0,27-13-342 0 0,0 1-1 0 0,1 0 0 0 0,0 0 0 0 0,0 1 0 0 0,-13 9 0 0 0,6-4-3055 0 0,15-10 3427 0 0,-25 14 5521 0 0,24-13-5538 0 0,1-1 0 0 0,0 1 0 0 0,-1 0 0 0 0,1 0 0 0 0,-1-1 0 0 0,1 1 0 0 0,0 0 0 0 0,0 0 0 0 0,0 1 0 0 0,0-1 0 0 0,-1 0 0 0 0,1 0 0 0 0,1 0 0 0 0,-1 1 0 0 0,0-1 0 0 0,0 0 0 0 0,0 1 0 0 0,1-1 0 0 0,-1 1 0 0 0,1-1 0 0 0,-1 3 0 0 0,0 1 0 0 0,0 1 0 0 0,0-1 0 0 0,1 0 0 0 0,0 1 0 0 0,0-1 0 0 0,1 6 0 0 0,7 135-13903 0 0,-13-106 13987 0 0,1-9 22 0 0,-2 170 533 0 0,-5-142-590 0 0,11-57-37 0 0,1 21 682 0 0,-2-8 4563 0 0,-2 2-6352 0 0,1 1-3382 0 0,4-12 7325 0 0,3 2 6009 0 0,-11-19-7928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7:15.841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676 1 627 0 0,'0'0'4483'0'0,"-16"3"-4124"0"0,10 0 4587 0 0,-5 51 7125 0 0,5-28-8343 0 0,5-1-3728 0 0,-9 48 0 0 0,10-70-1 0 0,-1 1 1 0 0,1-1 0 0 0,-1 1-1 0 0,0-1 1 0 0,0 0 0 0 0,-1 1 0 0 0,1-1-1 0 0,-1 0 1 0 0,1 0 0 0 0,-1 0 0 0 0,0 0-1 0 0,0 0 1 0 0,0 0 0 0 0,-1 0-1 0 0,1-1 1 0 0,-1 1 0 0 0,1-1 0 0 0,-1 0-1 0 0,0 0 1 0 0,0 0 0 0 0,0 0 0 0 0,0 0-1 0 0,0-1 1 0 0,0 1 0 0 0,-1-1-1 0 0,-5 2 1 0 0,-4 1 0 0 0,4-1 1 0 0,0-1 0 0 0,0-1 0 0 0,-1 0 0 0 0,1 0 1 0 0,-13-1-1 0 0,19 0-21 0 0,1-1 0 0 0,-1 0-1 0 0,1 0 1 0 0,0 0 0 0 0,0 0 0 0 0,0 0 0 0 0,-1 0 0 0 0,1 0 0 0 0,0-1 0 0 0,1 1 0 0 0,-1-1 0 0 0,0 0 0 0 0,0 1-1 0 0,-2-4 1 0 0,-6-7-3590 0 0,-4-44-5431 0 0,11 44 12286 0 0,1 2 5537 0 0,1 8-8642 0 0,-8 40 647 0 0,4-22-1489 0 0,0 0 0 0 0,-1 0 0 0 0,-1 0 0 0 0,-1-1 0 0 0,0 0 1 0 0,-1 0-1 0 0,-11 13 0 0 0,-81 92-6845 0 0,73-89 6987 0 0,-164 184-1034 0 0,172-180-3057 0 0,20-34 3654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7:16.37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9 1 1268 0 0,'-1'1'14252'0'0,"-3"8"-6747"0"0,1-2-4329 0 0,2-5-3177 0 0,18-14-3029 0 0,-23 6 6074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7:18.20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678 154 712 0 0,'-3'4'7176'0'0,"-9"8"-240"0"0,11-11-5916 0 0,-29 9 5641 0 0,28-10-6455 0 0,0 1 0 0 0,0-1 0 0 0,0 0 0 0 0,-1 0 0 0 0,1 1 0 0 0,0-2 0 0 0,0 1 0 0 0,0 0 0 0 0,-1 0 0 0 0,1-1 0 0 0,0 1 0 0 0,0-1 0 0 0,0 1 1 0 0,0-1-1 0 0,0 0 0 0 0,0 0 0 0 0,-3-2 0 0 0,3 1-209 0 0,0 1 0 0 0,0-1 0 0 0,1 0 0 0 0,-1 0 0 0 0,1 0 0 0 0,-1-1 0 0 0,1 1 0 0 0,0 0 0 0 0,0 0 0 0 0,0-1 0 0 0,0 1 0 0 0,0-1 0 0 0,0 1 0 0 0,1 0 0 0 0,-1-1 0 0 0,1 1 0 0 0,0-1 0 0 0,0 0 0 0 0,0 1 0 0 0,0-1 0 0 0,1-4 0 0 0,3-42 55 0 0,-4 46-107 0 0,8-27 124 0 0,8 7-81 0 0,-15 22-21 0 0,13-12 42 0 0,-9 14-6 0 0,-2-1 0 0 0,0 1 1 0 0,0-1-1 0 0,0 1 0 0 0,0 0 0 0 0,0 0 0 0 0,-1 0 0 0 0,1 0 0 0 0,0 0 0 0 0,2 3 0 0 0,-3-4-8 0 0,12 28 12 0 0,-13-25-591 0 0,0 0 1 0 0,0 1 0 0 0,0-1 0 0 0,0 1 0 0 0,-1-1-1 0 0,1 1 1 0 0,-1-1 0 0 0,0 1 0 0 0,0-1-1 0 0,0 1 1 0 0,-1-1 0 0 0,0 5 0 0 0,-1 3-2068 0 0,2-9 1607 0 0,-1 12-3395 0 0,-3 48 3863 0 0,4-60 613 0 0,-10 30 309 0 0,8-23-282 0 0,1-7-56 0 0,0 0-1 0 0,0-1 1 0 0,-1 1-1 0 0,1-1 1 0 0,0 1-1 0 0,-1-1 1 0 0,1 0-1 0 0,-1 0 1 0 0,1 0-1 0 0,-1 1 1 0 0,0-1-1 0 0,1-1 0 0 0,-1 1 1 0 0,0 0-1 0 0,-3 1 1 0 0,-30 9 319 0 0,-41 1-618 0 0,43-8 284 0 0,-59 17 1 0 0,54-2 54 0 0,24-10 84 0 0,13-8-98 0 0,-13 11-372 0 0,35-3 12929 0 0,-8-5-9716 0 0,-2-1-3378 0 0,7 3-2443 0 0,-7-1 4450 0 0,-9-4-1508 0 0,2-1 260 0 0,0 1 0 0 0,1 1 1 0 0,-1-1-1 0 0,0 1 0 0 0,0-1 0 0 0,0 1 0 0 0,0 1 1 0 0,4 2-1 0 0,-6-4-817 0 0,0 0 0 0 0,-1 0 0 0 0,1 1 0 0 0,-1-1 0 0 0,1 1 1 0 0,-1 0-1 0 0,1-1 0 0 0,-1 1 0 0 0,0 0 0 0 0,0 0 0 0 0,0 0 0 0 0,0-1 1 0 0,0 1-1 0 0,0 0 0 0 0,0 0 0 0 0,-1 1 0 0 0,1-1 0 0 0,-1 0 0 0 0,0 0 1 0 0,1 0-1 0 0,-1 0 0 0 0,0 3 0 0 0,1 5-804 0 0,-1-8 1493 0 0,-18 24 7451 0 0,-6-5-1738 0 0,-4 3-7921 0 0,-1-4-8162 0 0,5-6 10333 0 0,19-11-32 0 0,0 0 0 0 0,0 0 0 0 0,-1 0 0 0 0,1-1 0 0 0,-12 4-1 0 0,-16 2 199 0 0,30-8-218 0 0,-22 4 182 0 0,10-4-1336 0 0,-32-2 8073 0 0,29 0-7331 0 0,16 1 376 0 0,-12-1 4221 0 0,-9-4-4543 0 0,15 4-1101 0 0,1 0 1 0 0,0-1-1 0 0,0 0 1 0 0,0-1-1 0 0,-7-4 1 0 0,13 7 1458 0 0,-24-19 52 0 0,-7-22 1885 0 0,31 40-1983 0 0,-5-19 7611 0 0,5 4-6122 0 0,2 7-1676 0 0,0 1-1 0 0,1 0 1 0 0,0 0-1 0 0,1 1 0 0 0,0-1 1 0 0,5-11-1 0 0,-2 11-1228 0 0,0-1-1 0 0,0 1 0 0 0,1 0 1 0 0,0 1-1 0 0,9-10 0 0 0,39-31-2380 0 0,-2 0-95 0 0,-21 13-1674 0 0,-22 24 2582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7:19.305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7 0 749 0 0,'0'0'7901'0'0,"-7"19"9661"0"0,8-19-17637 0 0,1-1 78 0 0,-1 0 0 0 0,1 1 0 0 0,-1-1 0 0 0,1 1 0 0 0,0-1 0 0 0,-1 1 0 0 0,1 0 0 0 0,0 0 0 0 0,-1 0 0 0 0,1 0 0 0 0,-1 0 0 0 0,1 0 0 0 0,0 0 1 0 0,-1 0-1 0 0,1 1 0 0 0,-1-1 0 0 0,1 0 0 0 0,0 1 0 0 0,-1 0 0 0 0,1-1 0 0 0,-1 1 0 0 0,0 0 0 0 0,3 1 0 0 0,-1 6 1 0 0,-1 1 0 0 0,-15-9-16 0 0,7-1 2 0 0,4 1-98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7:27.612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624 430 798 0 0,'-4'-6'15176'0'0,"-2"0"-8692"0"0,7 8-5668 0 0,1 2 1060 0 0,-3 16-825 0 0,-1 26-1045 0 0,2-31-7 0 0,-1-1 1 0 0,0 0 0 0 0,-5 18-1 0 0,6-30-24 0 0,-1 2 26 0 0,0 0 0 0 0,1-1 0 0 0,-2 1 0 0 0,1 0 1 0 0,0-1-1 0 0,-1 1 0 0 0,1-1 0 0 0,-1 1 1 0 0,0-1-1 0 0,0 0 0 0 0,0 0 0 0 0,-1 0 0 0 0,1 0 1 0 0,-1 0-1 0 0,0-1 0 0 0,0 1 0 0 0,0-1 0 0 0,0 1 1 0 0,0-1-1 0 0,0 0 0 0 0,0 0 0 0 0,-1-1 1 0 0,1 1-1 0 0,-1-1 0 0 0,1 1 0 0 0,-1-1 0 0 0,-7 1 1 0 0,-30 6-42 0 0,40-8 59 0 0,-11 0 7 0 0,11 0-70 0 0,0 0 0 0 0,0 1 0 0 0,0-1 0 0 0,0 0 0 0 0,0 0 0 0 0,-1 0 0 0 0,1 0 0 0 0,0 0 0 0 0,0 0 0 0 0,0-1 0 0 0,0 1 0 0 0,0 0 0 0 0,-1-1-1 0 0,0 1 1 0 0,-13-18-4403 0 0,0-14 7641 0 0,15 30-3168 0 0,-1-23 1845 0 0,1 22-1905 0 0,1-18 26 0 0,-1 24-10 0 0,1 1 1 0 0,-1-1-1 0 0,0 0 1 0 0,0 0-1 0 0,-1 0 1 0 0,1 0-1 0 0,-1 0 1 0 0,1 0-1 0 0,-1 0 0 0 0,0 0 1 0 0,0 0-1 0 0,-1 0 1 0 0,1 0-1 0 0,0-1 1 0 0,-1 1-1 0 0,0 0 1 0 0,1-1-1 0 0,-1 1 1 0 0,0-1-1 0 0,-1 0 1 0 0,1 1-1 0 0,0-1 1 0 0,-1 0-1 0 0,-4 3 0 0 0,3-3-1142 0 0,0 1-1 0 0,0-1 0 0 0,-1 0 0 0 0,1-1 0 0 0,-10 3 0 0 0,13-3-23 0 0,-5-3 1740 0 0,-9 1-7819 0 0,2 1 1876 0 0,9-1 5636 0 0,1-1-284 0 0,1 1 0 0 0,0-1-1 0 0,-1 1 1 0 0,1-1 0 0 0,0 0-1 0 0,0 0 1 0 0,0 0 0 0 0,1 0-1 0 0,-1 0 1 0 0,0 0 0 0 0,1-1 0 0 0,-1 1-1 0 0,1 0 1 0 0,0-1 0 0 0,0 1-1 0 0,0-1 1 0 0,0 1 0 0 0,0-1-1 0 0,1 0 1 0 0,-1-4 0 0 0,-4-30 2711 0 0,5-2 10062 0 0,0 32-9312 0 0,0 5-1040 0 0,3 37-2384 0 0,-3-33-5 0 0,0-1 0 0 0,0 1 0 0 0,0-1 0 0 0,0 1 0 0 0,0-1 0 0 0,0 1 0 0 0,0-1 0 0 0,-1 1 0 0 0,1 0 0 0 0,-1-1 0 0 0,1 0 0 0 0,-1 1 0 0 0,0-1 0 0 0,1 1 0 0 0,-1-1 0 0 0,0 0 0 0 0,0 1 0 0 0,0-1 0 0 0,0 0 0 0 0,0 0 0 0 0,0 0 0 0 0,0 0 0 0 0,-2 2 0 0 0,-1 1 10 0 0,0 0 0 0 0,0 0-1 0 0,0-1 1 0 0,0 1 0 0 0,-1-1-1 0 0,1 0 1 0 0,-1 0 0 0 0,0-1 0 0 0,0 1-1 0 0,-6 1 1 0 0,-2 0-55 0 0,0-1-1 0 0,0-1 1 0 0,-14 1-1 0 0,15-2-47 0 0,-43 0-8014 0 0,53-1 8448 0 0,-10-3-7997 0 0,-1-1 6883 0 0,-7-26 1403 0 0,19 29-549 0 0,-2-28 218 0 0,8-64 737 0 0,-2 62-812 0 0,-1 1 0 0 0,-2-1-1 0 0,-5-38 1 0 0,-19-92 405 0 0,19 137-366 0 0,2 0 0 0 0,-1-42-1 0 0,4 63-132 0 0,0 3-77 0 0,0 0 0 0 0,1 0 0 0 0,-1 0 0 0 0,0-1 0 0 0,0 1 0 0 0,1 0 0 0 0,-1 0 0 0 0,0-1 0 0 0,0 1 0 0 0,1 0 0 0 0,-1-1 0 0 0,0 1 0 0 0,0 0 0 0 0,0-1 0 0 0,0 1 0 0 0,0 0 0 0 0,1-1 0 0 0,-1 1 0 0 0,0 0 0 0 0,0-1 0 0 0,0 1 0 0 0,0 0 0 0 0,0-1 0 0 0,0 1 0 0 0,0 0 0 0 0,0-1 0 0 0,0 1 0 0 0,0-1 0 0 0,0 1 0 0 0,-1 0 0 0 0,1-1 0 0 0,0 1 0 0 0,0 0 0 0 0,0-1 0 0 0,0-7 2476 0 0,8 13 3406 0 0,-7-4-5864 0 0,0 0-1 0 0,1 1 0 0 0,-1-1 0 0 0,0 1 0 0 0,0-1 0 0 0,0 1 0 0 0,0 0 1 0 0,0-1-1 0 0,-1 1 0 0 0,1 0 0 0 0,0 0 0 0 0,-1-1 0 0 0,1 1 0 0 0,-1 0 0 0 0,1 2 1 0 0,-3 9-2335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7:30.417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48 1 995 0 0,'0'2'13198'0'0,"-3"7"-4867"0"0,-1 19-3956 0 0,8-6-5060 0 0,-4-1 685 0 0,-2-18 0 0 0,2-2-7 0 0,0-1 0 0 0,0 0 0 0 0,0 0 1 0 0,1 0-1 0 0,-1 0 0 0 0,0 0 1 0 0,0 0-1 0 0,0 1 0 0 0,0-1 0 0 0,0 0 1 0 0,0 0-1 0 0,0 0 0 0 0,0 0 1 0 0,0 0-1 0 0,-1 0 0 0 0,1 1 0 0 0,0-1 1 0 0,0 0-1 0 0,0 0 0 0 0,0 0 1 0 0,0 0-1 0 0,0 0 0 0 0,0 0 0 0 0,0 0 1 0 0,0 1-1 0 0,0-1 0 0 0,0 0 1 0 0,0 0-1 0 0,0 0 0 0 0,-1 0 1 0 0,1 0-1 0 0,0 0 0 0 0,0 0 0 0 0,0 0 1 0 0,0 0-1 0 0,0 0 0 0 0,0 0 1 0 0,0 0-1 0 0,-1 0 0 0 0,1 0 0 0 0,0 0 1 0 0,0 0-1 0 0,0 1 0 0 0,0-1 1 0 0,0 0-1 0 0,0 0 0 0 0,-1-1 0 0 0,1 1 1 0 0,0 0-1 0 0,0 0 0 0 0,0 0 1 0 0,0 0-1 0 0,0 0 0 0 0,0 0 0 0 0,0 0 1 0 0,-1 0-1 0 0,1 0 0 0 0,0 0 1 0 0,0 0-1 0 0,0 0 0 0 0,0 0 0 0 0,-7-10-982 0 0,-2-9-1152 0 0,0 1 3109 0 0,-4 22-4466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7:37.811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1211 158 859 0 0,'0'0'5862'0'0,"-18"-18"10579"0"0,15 14-16071 0 0,1 1 0 0 0,0-1 0 0 0,0 1 0 0 0,1-1 0 0 0,-1 0 0 0 0,1 0-1 0 0,-1 0 1 0 0,1-4 0 0 0,4-13-898 0 0,-1 13 758 0 0,-2 6-228 0 0,0-1-1 0 0,1 1 1 0 0,-1 0-1 0 0,0-1 1 0 0,1 1 0 0 0,0 0-1 0 0,0 0 1 0 0,-1 0-1 0 0,1 0 1 0 0,1 0-1 0 0,-1 0 1 0 0,1-2 0 0 0,9-15-7 0 0,-10 17-9 0 0,-1 2 15 0 0,1 0 0 0 0,-1 0 0 0 0,1 0-1 0 0,-1 0 1 0 0,1-1 0 0 0,-1 1 0 0 0,1 0 0 0 0,-1 0-1 0 0,1 0 1 0 0,-1-1 0 0 0,0 1 0 0 0,1 0-1 0 0,-1 0 1 0 0,1-1 0 0 0,-1 1 0 0 0,0 0 0 0 0,1-1-1 0 0,-1 1 1 0 0,0 0 0 0 0,0-1 0 0 0,1 1-1 0 0,-1-1 1 0 0,0 1 0 0 0,1-1 0 0 0,-1 0-2 0 0,1 0 1 0 0,0 0-1 0 0,0 0 1 0 0,0 0-1 0 0,0 0 0 0 0,0 0 1 0 0,0 0-1 0 0,0 0 1 0 0,0 1-1 0 0,1-1 1 0 0,-1 0-1 0 0,0 1 1 0 0,0-1-1 0 0,1 0 0 0 0,-1 1 1 0 0,0 0-1 0 0,1-1 1 0 0,-1 1-1 0 0,0 0 1 0 0,1 0-1 0 0,-1 0 1 0 0,0 0-1 0 0,1 0 0 0 0,-1 0 1 0 0,2 0-1 0 0,17 2-18 0 0,0 2 0 0 0,-1 0 0 0 0,35 12 0 0 0,-37-11-219 0 0,37 15-11471 0 0,-37-13 7272 0 0,-16-6 3694 0 0,29 9 904 0 0,-30-10-147 0 0,0 0 0 0 0,0 0 0 0 0,0 0 1 0 0,1 0-1 0 0,-1 0 0 0 0,0 0 0 0 0,0 0 0 0 0,0 0 0 0 0,0 0 1 0 0,0 0-1 0 0,0 1 0 0 0,0-1 0 0 0,0 0 0 0 0,0 0 0 0 0,0 0 1 0 0,0 0-1 0 0,1 0 0 0 0,-1 0 0 0 0,0 0 0 0 0,0 0 0 0 0,0 0 1 0 0,0 1-1 0 0,0-1 0 0 0,0 0 0 0 0,0 0 0 0 0,0 0 0 0 0,0 0 1 0 0,0 0-1 0 0,0 0 0 0 0,0 0 0 0 0,0 0 0 0 0,0 1 0 0 0,0-1 1 0 0,0 0-1 0 0,0 0 0 0 0,0 0 0 0 0,0 0 0 0 0,0 0 0 0 0,0 0 1 0 0,0 0-1 0 0,0 1 0 0 0,0-1 0 0 0,-1 0 0 0 0,1 0 0 0 0,0 0 1 0 0,0 0-1 0 0,0 0 0 0 0,0 0 0 0 0,0 0 0 0 0,0 0 0 0 0,0 0 1 0 0,0 0-1 0 0,0 0 0 0 0,0 1 0 0 0,-1-1 0 0 0,1 0 0 0 0,0 0 1 0 0,0 0-1 0 0,0 0 0 0 0,0 0 0 0 0,0 0 0 0 0,-13 8 295 0 0,-29 11-432 0 0,24-10 220 0 0,-33 17-87 0 0,-2-2 0 0 0,-1-2 0 0 0,0-3-1 0 0,-2-2 1 0 0,0-2 0 0 0,-64 8 0 0 0,82-23 1702 0 0,32-1-144 0 0,-1-1 0 0 0,0 0-1 0 0,0 0 1 0 0,1 0 0 0 0,-1-1 0 0 0,1 0 0 0 0,0 0-1 0 0,-11-8 1 0 0,13 8-1568 0 0,0 1 0 0 0,0-1 0 0 0,1 0 0 0 0,-1 0-1 0 0,1-1 1 0 0,-4-3 0 0 0,0-4 1 0 0,0 0 0 0 0,1 0 1 0 0,-6-14-1 0 0,-5-9-5 0 0,16 33-10 0 0,3 6-102 0 0,-1-1 143 0 0,0 1-1 0 0,0 0 0 0 0,-1 0 1 0 0,1 7-1 0 0,-1-9-27 0 0,0 0 1 0 0,0 1-1 0 0,-1-1 0 0 0,1 0 0 0 0,-1 1 1 0 0,0-1-1 0 0,0 0 0 0 0,0 0 0 0 0,0 0 0 0 0,0 1 1 0 0,-3 2-1 0 0,-2 2-213 0 0,1-1 0 0 0,-2 1-1 0 0,-13 11 1 0 0,16-16-964 0 0,0-1-1 0 0,0 0 1 0 0,0 0-1 0 0,-1 0 0 0 0,1 0 1 0 0,-1 0-1 0 0,0-1 1 0 0,1 0-1 0 0,-1 0 1 0 0,-7 0-1 0 0,7 0-125 0 0,3-1 691 0 0,-27-2 587 0 0,26 1 54 0 0,0 0 1 0 0,-1 0-1 0 0,1 0 0 0 0,0 0 0 0 0,0-1 0 0 0,0 0 0 0 0,0 1 0 0 0,1-1 1 0 0,-1 0-1 0 0,0 0 0 0 0,1 0 0 0 0,-1-1 0 0 0,1 1 0 0 0,0-1 1 0 0,-3-3-1 0 0,-24-47-291 0 0,23 42 42 0 0,6 10 237 0 0,-1 1 224 0 0,1 0 0 0 0,-1-1 0 0 0,1 1 0 0 0,-1 0 0 0 0,1-1 0 0 0,-1 1 0 0 0,1 0-1 0 0,0-1 1 0 0,-1 1 0 0 0,1-1 0 0 0,-1 1 0 0 0,1-1 0 0 0,0 1 0 0 0,-1-1-1 0 0,1 1 1 0 0,0-1 0 0 0,0 1 0 0 0,0-1 0 0 0,-1 1 0 0 0,1-1 0 0 0,0 1-1 0 0,0-1 1 0 0,0 1 0 0 0,0-1 0 0 0,-1-5 6819 0 0,-6 27-4323 0 0,-14 21-4948 0 0,18-38 2449 0 0,0-1 0 0 0,0 0 0 0 0,-1 0 0 0 0,1 0-1 0 0,-1 0 1 0 0,0 0 0 0 0,0-1 0 0 0,0 0 0 0 0,-6 2 0 0 0,6-2-415 0 0,0 0 0 0 0,0 0 1 0 0,0-1-1 0 0,0 0 0 0 0,-1 0 0 0 0,1 0 1 0 0,-1-1-1 0 0,1 1 0 0 0,-6-1 1 0 0,3-1-1313 0 0,0-1 1 0 0,1 0 0 0 0,-1 0-1 0 0,1 0 1 0 0,-13-7 0 0 0,-28-24-2651 0 0,23 10 3791 0 0,-31-38-1 0 0,47 52 445 0 0,-34-56 1118 0 0,41 64-997 0 0,-9-12 13653 0 0,9 11-13881 0 0,8 24-13309 0 0,4-2 15223 0 0,0-1 1 0 0,2 0-1 0 0,0-1 1 0 0,1-1-1 0 0,1 0 0 0 0,33 29 1 0 0,-47-45-1897 0 0,4 3 1304 0 0,-2 12-7338 0 0,-3 0-1360 0 0,-3-9 6298 0 0,-36 36 5292 0 0,21-24-5329 0 0,-1-2 0 0 0,-1 0 1 0 0,0-2-1 0 0,-27 17 1 0 0,-15-1 3017 0 0,59-31-1953 0 0,-25 1 3413 0 0,24-3-3722 0 0,0 1 0 0 0,-1-1 0 0 0,1 0-1 0 0,0 0 1 0 0,0-1 0 0 0,1 1-1 0 0,-1-1 1 0 0,1 0 0 0 0,-1 0-1 0 0,1 0 1 0 0,0 0 0 0 0,0-1-1 0 0,0 1 1 0 0,0-1 0 0 0,1 0 0 0 0,-1 0-1 0 0,1 0 1 0 0,0 0 0 0 0,0 0-1 0 0,1 0 1 0 0,-1 0 0 0 0,1-1-1 0 0,0 1 1 0 0,0-1 0 0 0,0 1 0 0 0,1-1-1 0 0,0 1 1 0 0,0-1 0 0 0,0 1-1 0 0,0-1 1 0 0,0 1 0 0 0,3-8-1 0 0,0-2 3212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7:38.38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0 1098 0 0,'0'0'7742'0'0,"3"10"-4418"0"0,3 15 9160 0 0,-1-14-9799 0 0,0-3-3623 0 0,6-3-4241 0 0,-2-4 5348 0 0,-4-1 2371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7:38.695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4 1 949 0 0,'0'0'7387'0'0,"-2"10"-3853"0"0,0-1 5967 0 0,2-2-4799 0 0,1-6-4702 0 0,-1 1 0 0 0,1 0 0 0 0,-1 0 0 0 0,1 0 0 0 0,0 0 0 0 0,0-1-1 0 0,0 1 1 0 0,0 0 0 0 0,0 0 0 0 0,0-1 0 0 0,0 1 0 0 0,1-1 0 0 0,2 3 0 0 0,-4-4 116 0 0,1 1-279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7:39.25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1 1033 0 0,'6'12'19081'0'0,"-6"7"-12981"0"0,12 17-6103 0 0,-12-35 1 0 0,9 12-77 0 0,-5-11-3357 0 0,11-13 5165 0 0,-10 2 62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7:39.54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1 1116 0 0,'2'5'2415'0'0,"-2"4"5845"0"0,-1 9 3052 0 0,5 2-8201 0 0,-3-17-3273 0 0,0-1 0 0 0,-1 0 1 0 0,1 1-1 0 0,1-1 0 0 0,-1 0 1 0 0,0 1-1 0 0,1-1 0 0 0,-1 0 1 0 0,1 0-1 0 0,-1 0 0 0 0,1 0 1 0 0,0 0-1 0 0,3 2 0 0 0,7-9 1953 0 0,-6 0-5327 0 0,-13-4 7545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7:40.201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41 1 907 0 0,'-1'1'13309'0'0,"-6"4"-4889"0"0,0 0-4847 0 0,6-5-3573 0 0,1 0 0 0 0,0 0-1 0 0,0 0 1 0 0,0 0 0 0 0,0 0-1 0 0,0 0 1 0 0,0 0 0 0 0,0 0-1 0 0,-1 0 1 0 0,1 0 0 0 0,0 0 0 0 0,0 0-1 0 0,0 0 1 0 0,0 0 0 0 0,0 1-1 0 0,0-1 1 0 0,0 0 0 0 0,0 0-1 0 0,0 0 1 0 0,-1 0 0 0 0,1 0-1 0 0,0 0 1 0 0,0 0 0 0 0,0 0-1 0 0,0 1 1 0 0,0-1 0 0 0,0 0 0 0 0,0 0-1 0 0,0 0 1 0 0,0 0 0 0 0,0 0-1 0 0,0 0 1 0 0,0 0 0 0 0,0 1-1 0 0,0-1 1 0 0,0 0 0 0 0,0 0-1 0 0,0 0 1 0 0,0 0 0 0 0,0 0-1 0 0,0 0 1 0 0,0 0 0 0 0,0 1 0 0 0,0-1-1 0 0,0 0 1 0 0,0 0 0 0 0,0 0-1 0 0,0 0 1 0 0,1 0 0 0 0,-1 0-1 0 0,0 0 1 0 0,0 0 0 0 0,0 1-1 0 0,0-1 1 0 0,0 0 0 0 0,0 0-1 0 0,0 0 1 0 0,0 0 0 0 0,0 0 0 0 0,1 0-1 0 0,-1 0 1 0 0,1 1-1 0 0,-1-1 0 0 0,1 1 0 0 0,0 0 0 0 0,-1 0 0 0 0,1 0 0 0 0,-1 0 0 0 0,1-1 0 0 0,-1 1 0 0 0,1 0 0 0 0,-1 0 0 0 0,1 0 0 0 0,-1 0 0 0 0,0 0 0 0 0,0 0 0 0 0,1 0 0 0 0,-1 0 0 0 0,0 0 1 0 0,0 0-1 0 0,0 0 0 0 0,0 2 0 0 0,-3 36-26 0 0,-2-30 62 0 0,-5-21 1 0 0,8 7-1399 0 0,-1 0 1 0 0,1 0 0 0 0,0-1 0 0 0,0 1-1 0 0,-2-11 1 0 0,9 16 631 0 0,6-1-4394 0 0,-3 1-4585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7:42.38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725 480 1346 0 0,'0'0'4394'0'0,"-9"6"-529"0"0,9-6-3421 0 0,-1 0-1 0 0,1 0 1 0 0,-1 1-1 0 0,0-1 1 0 0,1 0-1 0 0,-1 0 1 0 0,0 1-1 0 0,1-1 0 0 0,-1 1 1 0 0,1-1-1 0 0,-1 0 1 0 0,1 1-1 0 0,-1-1 1 0 0,1 1-1 0 0,-1-1 0 0 0,1 1 1 0 0,0-1-1 0 0,-1 1 1 0 0,1-1-1 0 0,0 1 1 0 0,-1 0-1 0 0,1-1 1 0 0,0 1-1 0 0,0 0 0 0 0,0-1 1 0 0,-1 1-1 0 0,1-1 1 0 0,0 2-1 0 0,-3 18 3306 0 0,-6 19-3749 0 0,9-30 0 0 0,-2 0 0 0 0,1-1 0 0 0,-2 1 0 0 0,1-1 0 0 0,-6 14 0 0 0,7-20 0 0 0,-2 3-40 0 0,0-1 1 0 0,0 1 0 0 0,0-1-1 0 0,0 0 1 0 0,-1 0 0 0 0,0 0 0 0 0,0 0-1 0 0,0 0 1 0 0,0-1 0 0 0,0 0-1 0 0,-1 0 1 0 0,0 0 0 0 0,1-1 0 0 0,-1 1-1 0 0,0-1 1 0 0,0 0 0 0 0,0 0-1 0 0,0-1 1 0 0,-1 0 0 0 0,-7 1 0 0 0,9-1-18 0 0,0 0 0 0 0,-1-1 0 0 0,1 1 0 0 0,0-1 0 0 0,-1 0 0 0 0,1 0 0 0 0,0-1 0 0 0,0 1 0 0 0,-1-1 0 0 0,1 0 0 0 0,0 0 0 0 0,0-1 0 0 0,0 1 0 0 0,0-1 0 0 0,0 0 0 0 0,0 0 0 0 0,0 0 0 0 0,1 0 0 0 0,-1-1 1 0 0,1 0-1 0 0,0 1 0 0 0,-1-1 0 0 0,1 0 0 0 0,1-1 0 0 0,-4-3 0 0 0,4 1-1170 0 0,0-1 0 0 0,0 1 0 0 0,1 0 0 0 0,0-1 1 0 0,0 0-1 0 0,1 1 0 0 0,0-1 0 0 0,0 0 0 0 0,0 1 0 0 0,1-1 0 0 0,1-7 1 0 0,-1 11 1250 0 0,3-16-170 0 0,-30 84 128 0 0,4-39 105 0 0,21-25-80 0 0,0 1 0 0 0,0-1 0 0 0,0 1 0 0 0,0-1 0 0 0,0 0 0 0 0,0 1 0 0 0,-1-1 0 0 0,1 0 0 0 0,0 0 0 0 0,-1 0 0 0 0,1 0 0 0 0,-1 0 0 0 0,1 0 0 0 0,-1 0 0 0 0,1-1 0 0 0,-1 1 0 0 0,0 0 0 0 0,1-1 0 0 0,-1 1 0 0 0,0-1 0 0 0,1 0 0 0 0,-1 0 0 0 0,0 1 0 0 0,0-1 0 0 0,1 0 0 0 0,-1-1 0 0 0,0 1 0 0 0,0 0 0 0 0,1 0 0 0 0,-1-1 0 0 0,0 1 0 0 0,1-1 0 0 0,-1 1 0 0 0,0-1 0 0 0,1 0 0 0 0,-1 0 0 0 0,1 1 0 0 0,-1-1 1 0 0,-1-2-1 0 0,-3-1-25 0 0,0-1 1 0 0,0 0 0 0 0,0 0 0 0 0,1 0 0 0 0,0 0 0 0 0,0-1-1 0 0,-7-10 1 0 0,8 9 36 0 0,0 1-1 0 0,1-1 1 0 0,0 0 0 0 0,-4-10-1 0 0,7 15-27 0 0,-5-19 13807 0 0,3 43-10742 0 0,-9 15-3056 0 0,6-31-240 0 0,-1 1 1 0 0,0-1-1 0 0,0 0 1 0 0,0-1-1 0 0,-1 1 1 0 0,1-1-1 0 0,-1 0 1 0 0,-1-1-1 0 0,1 0 1 0 0,0 0-1 0 0,-1 0 1 0 0,0-1-1 0 0,0 0 1 0 0,0-1-1 0 0,0 0 1 0 0,-1 0-1 0 0,1 0 1 0 0,0-1-1 0 0,-1-1 1 0 0,1 1 0 0 0,-15-3-1 0 0,18 2-398 0 0,0-1-1 0 0,0 0 1 0 0,1-1-1 0 0,-1 1 1 0 0,1-1 0 0 0,-1 0-1 0 0,1 0 1 0 0,0-1-1 0 0,0 1 1 0 0,0-1-1 0 0,0 0 1 0 0,0 0 0 0 0,-4-4-1 0 0,4 3 483 0 0,1-1-1 0 0,0 1 0 0 0,0-1 1 0 0,1 1-1 0 0,-1-1 1 0 0,1 0-1 0 0,0 0 0 0 0,0 0 1 0 0,1 0-1 0 0,-2-7 0 0 0,0-9 764 0 0,2 0 0 0 0,0 0-1 0 0,1 0 1 0 0,7-42-1 0 0,-3 26-1440 0 0,21-136 1343 0 0,-6 49 11 0 0,-8 55-221 0 0,-11 67-298 0 0,1-19-1784 0 0,0 38 1376 0 0,-1-15 202 0 0,-1 0 1 0 0,1 0-1 0 0,-1 0 1 0 0,0 0-1 0 0,0 0 1 0 0,0-1-1 0 0,0 1 1 0 0,0 0-1 0 0,0 0 1 0 0,0 0-1 0 0,-1-1 0 0 0,1 1 1 0 0,-2 1-1 0 0,-13 12-2746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7:43.822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991 173 1084 0 0,'0'1'592'0'0,"-9"12"3862"0"0,9-20 2033 0 0,0-5 3615 0 0,8-32-6080 0 0,16-19-4335 0 0,-16 43 99 0 0,-8 18 213 0 0,1 0 1 0 0,-1 0 0 0 0,1 1-1 0 0,0-1 1 0 0,-1 0 0 0 0,1 0 0 0 0,0 1-1 0 0,0-1 1 0 0,0 0 0 0 0,1 1-1 0 0,-1-1 1 0 0,0 1 0 0 0,0 0 0 0 0,1-1-1 0 0,2-1 1 0 0,11-9-8 0 0,-12 12 9 0 0,1-1 0 0 0,-1 1 0 0 0,0 0 0 0 0,1 0 0 0 0,-1 1 0 0 0,0-1 0 0 0,1 1 0 0 0,-1 0 0 0 0,0-1 0 0 0,0 1 0 0 0,1 1 0 0 0,3 1 0 0 0,3 2 4 0 0,1 1 1 0 0,-1 0-1 0 0,0 1 1 0 0,14 12-1 0 0,-15-11-32 0 0,1-1-1 0 0,0 0 0 0 0,0 0 0 0 0,16 7 0 0 0,8-1-1324 0 0,-24-9-776 0 0,1 0-1 0 0,-1-1 1 0 0,1 0-1 0 0,0-1 1 0 0,20 2-1 0 0,-52 17 2199 0 0,-6-7 72 0 0,-1 0-1 0 0,0-2 1 0 0,-57 16 0 0 0,-92 11-887 0 0,159-35 912 0 0,2-2 136 0 0,1 0 0 0 0,-1 0 0 0 0,-25-2 0 0 0,34-1-411 0 0,-1 1 0 0 0,1-1 0 0 0,-1-1 0 0 0,1 1 0 0 0,-1-1 1 0 0,1 0-1 0 0,0-1 0 0 0,0 0 0 0 0,-7-4 0 0 0,10 4 104 0 0,0 0 0 0 0,0 0-1 0 0,0-1 1 0 0,1 0 0 0 0,-1 0 0 0 0,1 0 0 0 0,0 0-1 0 0,0 0 1 0 0,0-1 0 0 0,1 1 0 0 0,-4-8 0 0 0,6 10-6 0 0,-8-18 9609 0 0,6 27-9454 0 0,0-1 1 0 0,-1 0 0 0 0,0 0 0 0 0,0 0-1 0 0,0 0 1 0 0,-1-1 0 0 0,0 0-1 0 0,0 1 1 0 0,0-1 0 0 0,-1-1 0 0 0,1 1-1 0 0,-1-1 1 0 0,0 1 0 0 0,-1-1-1 0 0,1-1 1 0 0,-1 1 0 0 0,1-1 0 0 0,-1 0-1 0 0,-12 4 1 0 0,8-3-15 0 0,0-1-1 0 0,0 0 1 0 0,0-1-1 0 0,-1 0 1 0 0,1 0 0 0 0,0-1-1 0 0,-1-1 1 0 0,0 0-1 0 0,1 0 1 0 0,-1-1-1 0 0,-10-2 1 0 0,18 2-130 0 0,-1 1 0 0 0,1-1 0 0 0,0 0-1 0 0,0 0 1 0 0,1-1 0 0 0,-1 1 0 0 0,0 0 0 0 0,0-1 0 0 0,1 0 0 0 0,-1 0-1 0 0,1 0 1 0 0,-1 0 0 0 0,1 0 0 0 0,0 0 0 0 0,0-1 0 0 0,0 1 0 0 0,0-1 0 0 0,0 1-1 0 0,0-1 1 0 0,1 0 0 0 0,-1 1 0 0 0,1-1 0 0 0,0 0 0 0 0,0 0 0 0 0,-2-6-1 0 0,1-4-21 0 0,1 9-30 0 0,3 7 23 0 0,5 9 112 0 0,-3-6-72 0 0,0 1 0 0 0,-1-1 0 0 0,0 1 0 0 0,0 0 0 0 0,-1 0 0 0 0,0 0 0 0 0,0 1 0 0 0,-1-1 0 0 0,0 0 0 0 0,0 1 0 0 0,-1-1 0 0 0,1 1 0 0 0,-2-1 0 0 0,0 9 0 0 0,-3 12-1582 0 0,-1-1 0 0 0,-13 37-1 0 0,17-58 836 0 0,-3 7-646 0 0,-1-1-1 0 0,1 0 1 0 0,-2-1 0 0 0,-10 19 0 0 0,11-22 1251 0 0,-1 0-1 0 0,0-1 1 0 0,-1 1-1 0 0,1-1 1 0 0,-1-1-1 0 0,-9 8 1 0 0,9-9 253 0 0,-1 0 0 0 0,1-1 0 0 0,-1 0 1 0 0,0 0-1 0 0,0-1 0 0 0,0 0 0 0 0,-1 0 0 0 0,1-1 1 0 0,-1 0-1 0 0,1 0 0 0 0,-1-1 0 0 0,0 0 0 0 0,0-1 1 0 0,1 0-1 0 0,-1 0 0 0 0,-15-3 0 0 0,13 2-145 0 0,1-1 0 0 0,0-1 0 0 0,0 1 0 0 0,0-2 0 0 0,0 1 0 0 0,0-1 0 0 0,1-1 0 0 0,0 0 0 0 0,0 0 0 0 0,0 0 0 0 0,0-1 0 0 0,1-1 0 0 0,0 0 0 0 0,0 0 0 0 0,1 0 0 0 0,0-1 0 0 0,0 0 0 0 0,1 0 0 0 0,0-1 0 0 0,0 0 0 0 0,1 0 0 0 0,0 0 0 0 0,1-1 0 0 0,0 1 0 0 0,0-1 0 0 0,1 0 0 0 0,1 0 0 0 0,-1 0 0 0 0,2-1 0 0 0,-1 1 0 0 0,1-1 0 0 0,1 1 0 0 0,0 0 0 0 0,0-1 0 0 0,4-17 0 0 0,-2 18-134 0 0,1 0 0 0 0,0 1 0 0 0,0-1 1 0 0,1 1-1 0 0,0 0 0 0 0,0 0 0 0 0,1 0 0 0 0,1 1 0 0 0,-1 0 0 0 0,1 0 0 0 0,1 0 1 0 0,-1 1-1 0 0,1 0 0 0 0,9-7 0 0 0,11-8-1986 0 0,2 2-1 0 0,52-29 1 0 0,-13 9-930 0 0,-33 19 503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7:44.19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77 0 1067 0 0,'-7'7'21753'0'0,"2"-2"-18361"0"0,4-4-3409 0 0,-10 23-2540 0 0,11-22 2581 0 0,-1 0 0 0 0,0 0 0 0 0,1-1 1 0 0,-1 1-1 0 0,0 0 0 0 0,0 0 0 0 0,0-1 1 0 0,0 1-1 0 0,0-1 0 0 0,0 1 1 0 0,-1-1-1 0 0,1 1 0 0 0,-1-1 0 0 0,1 0 1 0 0,-1 0-1 0 0,1 1 0 0 0,-1-1 1 0 0,1 0-1 0 0,-1 0 0 0 0,-2 0 0 0 0,-22 11 2043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7:44.547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37 0 1243 0 0,'-8'8'1075'0'0,"-14"-3"16675"0"0,18-3-12520 0 0,2 1-3548 0 0,2 4-3262 0 0,1 4 2388 0 0,-1-9-842 0 0,11 13-1692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7:44.76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0 1350 0 0,'4'0'223'0'0,"1"3"1529"0"0,-5 3 4626 0 0,-1 6 6950 0 0,12-7-9703 0 0,-4-1-9269 0 0,-14 2 3622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7:45.48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57 1 829 0 0,'0'0'3534'0'0,"6"20"12785"0"0,-5-13-10488 0 0,-2-1-4711 0 0,-1-1-3774 0 0,1-2 3882 0 0,0-1-1228 0 0,-28 16 7 0 0,16-11-2 0 0,6-11-9 0 0,-1-2-26 0 0,6 5-125 0 0,5-1-172 0 0,0 0 253 0 0,0-1 0 0 0,0 1 0 0 0,0-1 0 0 0,-1 1 0 0 0,1-1 0 0 0,-1 0-1 0 0,3-4 1 0 0,-4 5-195 0 0,0 1-1010 0 0,0-1-401 0 0,1-8-377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7:46.55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1348 81 1137 0 0,'1'0'161'0'0,"-1"1"0"0"0,0-1 0 0 0,0 0 0 0 0,0 1 0 0 0,0-1 0 0 0,0 1 0 0 0,0-1 0 0 0,0 0 0 0 0,0 1 0 0 0,0-1 0 0 0,-1 1 0 0 0,1-1 0 0 0,0 0 0 0 0,0 1 0 0 0,0-1 0 0 0,0 0 1 0 0,0 1-1 0 0,-1-1 0 0 0,1 1 0 0 0,0-1 0 0 0,0 0 0 0 0,-1 0 0 0 0,1 1 0 0 0,0-1 0 0 0,-1 0 0 0 0,1 1 0 0 0,0-1 0 0 0,-1 0 0 0 0,1 0 0 0 0,-1 1 0 0 0,-17 3 7117 0 0,-33-6 4888 0 0,31 0-11977 0 0,-170 7 324 0 0,7 0-841 0 0,4-8-1199 0 0,-88-7-6123 0 0,116-3 1118 0 0,17 0 4246 0 0,111 12 2260 0 0,14 1 76 0 0,-1 0 1 0 0,0 0-1 0 0,0-1 0 0 0,0-1 0 0 0,0 0 0 0 0,0 0 1 0 0,1-1-1 0 0,-18-7 0 0 0,25 9-26 0 0,-10 2 5005 0 0,5-3 455 0 0,19-9-658 0 0,-6 6-3492 0 0,12-11-195 0 0,-11 9-1139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7:46.942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378 3 1125 0 0,'8'-2'4901'0'0,"-17"6"4926"0"0,-5 2-1539 0 0,7-2-6215 0 0,-20 13-2073 0 0,-78 56 0 0 0,84-58 0 0 0,0-1 0 0 0,-1-1 0 0 0,-35 16 0 0 0,33-17 0 0 0,10-5 0 0 0,1 0 0 0 0,0 1 0 0 0,-23 18 0 0 0,36-26 0 0 0,0 1 0 0 0,0-1 0 0 0,-1 0 0 0 0,1 1 0 0 0,0-1 0 0 0,-1 1 0 0 0,1-1 0 0 0,0 0 0 0 0,0 1 0 0 0,0-1 0 0 0,0 1 0 0 0,-1-1 0 0 0,1 1 0 0 0,0-1 0 0 0,0 0 0 0 0,0 1 0 0 0,0-1 0 0 0,0 1 0 0 0,0-1 0 0 0,0 1 0 0 0,0-1 0 0 0,0 1 0 0 0,0-1 0 0 0,0 0 0 0 0,0 1 0 0 0,1-1 0 0 0,-1 1 0 0 0,0-1 0 0 0,0 1 0 0 0,0-1 0 0 0,1 0 0 0 0,-1 1 0 0 0,0-1 0 0 0,0 0 0 0 0,1 1 0 0 0,-1-1 0 0 0,1 1 0 0 0,12 11 0 0 0,-12-11 0 0 0,76 78 0 0 0,-49-47 0 0 0,49 39 0 0 0,-22-27 0 0 0,-23-22 0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7:48.46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360 68 760 0 0,'-1'-4'788'0'0,"1"2"-708"0"0,0 1 0 0 0,-1-1 0 0 0,1 1 1 0 0,0-1-1 0 0,0 1 0 0 0,0-1 0 0 0,0 1 0 0 0,0-1 1 0 0,0 1-1 0 0,1-1 0 0 0,-1 1 0 0 0,14-8 17456 0 0,-13 7-17160 0 0,0 1 1 0 0,-1 0-1 0 0,0 0 0 0 0,1 0 0 0 0,-1 0 0 0 0,0 0 0 0 0,1-1 0 0 0,-1 1 0 0 0,0 0 0 0 0,0 0 0 0 0,0 0 0 0 0,0-1 0 0 0,0 1 0 0 0,0 0 0 0 0,-1-2 0 0 0,-1-10-128 0 0,2 13-250 0 0,0 0 1 0 0,0 0-1 0 0,0 0 0 0 0,0 0 0 0 0,0 0 1 0 0,0-1-1 0 0,0 1 0 0 0,0 0 0 0 0,0 0 1 0 0,0 0-1 0 0,0 0 0 0 0,0 0 0 0 0,0 0 1 0 0,0 0-1 0 0,0 0 0 0 0,-1-1 1 0 0,1 1-1 0 0,0 0 0 0 0,0 0 0 0 0,0 0 1 0 0,0 0-1 0 0,0 0 0 0 0,0 0 0 0 0,0 0 1 0 0,0 0-1 0 0,0 0 0 0 0,0 0 0 0 0,0 0 1 0 0,0 0-1 0 0,0-1 0 0 0,-1 1 1 0 0,1 0-1 0 0,0 0 0 0 0,0 0 0 0 0,0 0 1 0 0,0 0-1 0 0,0 0 0 0 0,0 0 0 0 0,0 0 1 0 0,0 0-1 0 0,-1 0 0 0 0,1 0 0 0 0,0 0 1 0 0,0 0-1 0 0,0 0 0 0 0,0 0 1 0 0,0 0-1 0 0,0 0 0 0 0,0 0 0 0 0,0 0 1 0 0,-1 0-1 0 0,1 0 0 0 0,0 1 0 0 0,0-1 1 0 0,0 0-1 0 0,0 0 0 0 0,0 0 0 0 0,0 0 1 0 0,0 0-1 0 0,0 0 0 0 0,0 0 1 0 0,-62 92 6 0 0,-51 104 0 0 0,111-193-5 0 0,-179 319 0 0 0,173-310-44 0 0,8-21-75 0 0,0-12-130 0 0,-4 10-922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7:48.90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17 29 1416 0 0,'-1'-20'10740'0'0,"-8"11"-4339"0"0,9 10-6107 0 0,-1-1 1 0 0,0 1-1 0 0,1 0 1 0 0,-1 0-1 0 0,1-1 1 0 0,-1 1-1 0 0,1 0 1 0 0,0 0 0 0 0,-1 0-1 0 0,1-1 1 0 0,0 1-1 0 0,-1 0 1 0 0,1 0-1 0 0,0 0 1 0 0,0 0-1 0 0,0 0 1 0 0,0 0 0 0 0,0 0-1 0 0,0-1 1 0 0,0 1-1 0 0,0 0 1 0 0,1 1-1 0 0,0 17-176 0 0,1-1-1 0 0,1 0 0 0 0,1 0 1 0 0,1 0-1 0 0,0 0 0 0 0,1-1 0 0 0,13 26 1 0 0,-6-13-174 0 0,15 30-2954 0 0,3-2 0 0 0,2-1 0 0 0,74 96 0 0 0,-98-143 2524 0 0,-7-8 475 0 0,0 0 0 0 0,0-1-1 0 0,0 1 1 0 0,-1 0 0 0 0,1 0 0 0 0,0 0 0 0 0,-1 1 0 0 0,0-1-1 0 0,0 0 1 0 0,1 0 0 0 0,-1 1 0 0 0,-1-1 0 0 0,2 3 0 0 0,1-3-1469 0 0,10 4 10006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7:51.001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591 409 898 0 0,'-1'2'13754'0'0,"-1"10"-5640"0"0,-9 18-3851 0 0,0-7-5078 0 0,5 4 817 0 0,6-21-3 0 0,-1 0 0 0 0,0-1 0 0 0,0 1 0 0 0,-1 0-1 0 0,1-1 1 0 0,-1 1 0 0 0,0-1 0 0 0,-1 0 0 0 0,1 0 0 0 0,-1 0 0 0 0,0 0-1 0 0,0 0 1 0 0,-1 0 0 0 0,0-1 0 0 0,1 1 0 0 0,-1-1 0 0 0,-1 0 0 0 0,-6 5-1 0 0,10-8 9 0 0,-1 0-1 0 0,0 0 0 0 0,0 0 0 0 0,0 0 0 0 0,0 0 1 0 0,0-1-1 0 0,0 1 0 0 0,0 0 0 0 0,0-1 0 0 0,0 0 1 0 0,0 1-1 0 0,0-1 0 0 0,0 0 0 0 0,0 0 0 0 0,0 0 1 0 0,0 0-1 0 0,0-1 0 0 0,0 1 0 0 0,0 0 0 0 0,0-1 1 0 0,0 1-1 0 0,0-1 0 0 0,0 0 0 0 0,0 0 0 0 0,0 0 1 0 0,0 0-1 0 0,0 0 0 0 0,1 0 0 0 0,-1 0 0 0 0,-3-4 1 0 0,1 1-241 0 0,1 0 1 0 0,-1 0-1 0 0,1 0 1 0 0,0-1 0 0 0,0 1-1 0 0,0-1 1 0 0,1 0-1 0 0,-1 0 1 0 0,1 0 0 0 0,-2-10-1 0 0,-4-23-7970 0 0,3 16 4353 0 0,3 10 4231 0 0,1 10-347 0 0,3-21-3357 0 0,-3 28 3341 0 0,-1 0-1 0 0,0 0 1 0 0,-1 0 0 0 0,1 0-1 0 0,-1-1 1 0 0,0 1 0 0 0,0-1-1 0 0,-1 1 1 0 0,1-1-1 0 0,-1 0 1 0 0,0-1 0 0 0,0 1-1 0 0,0 0 1 0 0,-1-1 0 0 0,1 0-1 0 0,-1 0 1 0 0,0-1-1 0 0,1 1 1 0 0,-1-1 0 0 0,0 0-1 0 0,-1 0 1 0 0,1-1 0 0 0,0 1-1 0 0,0-1 1 0 0,-10 1-1 0 0,13-3 286 0 0,0 1 0 0 0,-1 0-1 0 0,1-1 1 0 0,0 1 0 0 0,0-1-1 0 0,0 0 1 0 0,0 0 0 0 0,0 0-1 0 0,0 0 1 0 0,0 0-1 0 0,0 0 1 0 0,0 0 0 0 0,0-1-1 0 0,0 1 1 0 0,1-1 0 0 0,-1 1-1 0 0,1-1 1 0 0,-1 0-1 0 0,1 0 1 0 0,0 1 0 0 0,-1-1-1 0 0,1 0 1 0 0,0 0 0 0 0,0 0-1 0 0,0 0 1 0 0,1-1 0 0 0,-2-3-1 0 0,-1-2 1107 0 0,1-1-1 0 0,1 1 0 0 0,-1-1 1 0 0,1 0-1 0 0,1-9 1 0 0,0 15-1389 0 0,0-12-17 0 0,-1 6-113 0 0,7 26 209 0 0,-6-14-98 0 0,0 0 1 0 0,-1 0-1 0 0,1 0 0 0 0,-1 0 0 0 0,1 1 1 0 0,-1-1-1 0 0,0 0 0 0 0,0 0 0 0 0,-2 4 0 0 0,1-2-1 0 0,1-3 21 0 0,-11 18-21 0 0,4-13-23 0 0,0-1-1 0 0,-1-1 0 0 0,1 0 0 0 0,-1 0 0 0 0,0 0 0 0 0,0-1 0 0 0,-18 5 0 0 0,15-7-1490 0 0,1 1 0 0 0,-1-2 0 0 0,-22 1 0 0 0,22-6 910 0 0,-5-10-5254 0 0,3-4 1083 0 0,8 9 6095 0 0,5 8-642 0 0,0-1-588 0 0,1-63 995 0 0,-1-14-207 0 0,13-117 0 0 0,-4 55-499 0 0,-7 139-432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7:52.705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691 110 1051 0 0,'9'1'11421'0'0,"-5"-19"2311"0"0,11-14-13731 0 0,1 1 8 0 0,-3 7-75 0 0,-12 22 85 0 0,23-2 27 0 0,-11 9-46 0 0,0 1 0 0 0,-1 0 0 0 0,1 1 1 0 0,15 11-1 0 0,-15-10 0 0 0,1 1 0 0 0,-1-2 0 0 0,25 10 0 0 0,-13-7-9 0 0,12 3-10 0 0,-34-13 21 0 0,0 0 0 0 0,0 1 0 0 0,0 0 1 0 0,0 0-1 0 0,0 0 0 0 0,0 0 0 0 0,0 0 1 0 0,0 1-1 0 0,4 2 0 0 0,15 7-5 0 0,-21-10 8 0 0,-24 24-1 0 0,16-22-113 0 0,1-1 0 0 0,-1 1 0 0 0,0-1 0 0 0,0 0 1 0 0,0 0-1 0 0,-11 0 0 0 0,-11 4-565 0 0,-53 16-5726 0 0,-66 17-1750 0 0,50-19 8595 0 0,51-17 464 0 0,20-6 4254 0 0,25 2-4968 0 0,-2 0 873 0 0,0-1 0 0 0,0 1 0 0 0,0-1 0 0 0,0 0 0 0 0,0 0 0 0 0,1 0 0 0 0,-5-4 0 0 0,7 5-361 0 0,-15-21-705 0 0,15 22-3 0 0,1 0 1 0 0,0-1-1 0 0,0 1 0 0 0,0 0 1 0 0,-1 0-1 0 0,1 0 1 0 0,0 0-1 0 0,0-1 0 0 0,-1 1 1 0 0,1 0-1 0 0,0 0 1 0 0,0 0-1 0 0,-1 0 0 0 0,1 0 1 0 0,0 0-1 0 0,0 0 1 0 0,-1 0-1 0 0,1 0 0 0 0,0 0 1 0 0,-1 0-1 0 0,1 0 1 0 0,0 0-1 0 0,0 0 0 0 0,-1 0 1 0 0,1 0-1 0 0,0 0 1 0 0,0 0-1 0 0,-1 0 0 0 0,1 0 1 0 0,0 0-1 0 0,0 0 1 0 0,-1 1-1 0 0,1-1 0 0 0,0 0 1 0 0,0 0-1 0 0,-1 0 1 0 0,1 0-1 0 0,0 1 0 0 0,0-1 1 0 0,0 0-1 0 0,-1 0 1 0 0,1 0-1 0 0,0 1 0 0 0,-15 14 41 0 0,1 0-37 0 0,12-14-18 0 0,-22 10 32 0 0,0-8-15 0 0,21-2-2 0 0,-21 9-4 0 0,-2-5-1827 0 0,1 0-1 0 0,-1-1 1 0 0,-42-1-1 0 0,-80-7-6562 0 0,134 3 8280 0 0,-2-1 2453 0 0,13 2-2491 0 0,1-1 0 0 0,0 0 1 0 0,0 1-1 0 0,0-1 1 0 0,0 0-1 0 0,0 0 1 0 0,0 0-1 0 0,0 0 1 0 0,1 0-1 0 0,-1-1 1 0 0,-3-1-1 0 0,-5-12 6708 0 0,10 14-5749 0 0,1-32-6929 0 0,-3 21 3933 0 0,-1 1 190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7:53.235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23 0 1180 0 0,'-1'1'13323'0'0,"-6"4"-5104"0"0,2-2-6085 0 0,-2 3 70 0 0,5 11-3018 0 0,2-13 782 0 0,6 33 32 0 0,-7-33-284 0 0,-1-8-311 0 0,0-12 9 0 0,3 13 517 0 0,-1-1 954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7:53.82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6 3 931 0 0,'8'-2'313'0'0,"-12"6"5003"0"0,-2 9 11003 0 0,5-11-16049 0 0,0 1 0 0 0,1-1 0 0 0,-1 0 1 0 0,1 0-1 0 0,0 0 0 0 0,0 1 0 0 0,0-1 0 0 0,0 0 0 0 0,0 0 1 0 0,0 1-1 0 0,1-1 0 0 0,0 3 0 0 0,0-2-294 0 0,0 0-1 0 0,0 1 0 0 0,1-1 1 0 0,0 0-1 0 0,-1 0 0 0 0,1 0 1 0 0,0-1-1 0 0,1 1 0 0 0,-1 0 1 0 0,0-1-1 0 0,1 1 0 0 0,2 1 1 0 0,-3-3-707 0 0,7-5-2318 0 0,1-1 6972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7:54.06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5 0 1134 0 0,'-3'14'17419'0'0,"1"-10"-11666"0"0,6 6-2166 0 0,11 6-6888 0 0,-14-15 4506 0 0,7 6-1414 0 0,0 2 1 0 0,-8-8 205 0 0,0-1 0 0 0,0 1 0 0 0,-1 0 0 0 0,1-1 0 0 0,0 1 0 0 0,-1 0 0 0 0,1-1 0 0 0,0 1 0 0 0,-1 0 0 0 0,1-1 0 0 0,-1 1-1 0 0,1-1 1 0 0,-1 1 0 0 0,1-1 0 0 0,-1 1 0 0 0,1-1 0 0 0,-1 0 0 0 0,1 1 0 0 0,-1-1 0 0 0,-1 1 0 0 0,-12 5 901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7:54.687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27 41 1267 0 0,'-18'4'18076'0'0,"13"-3"-14488"0"0,1-1-1562 0 0,8 0-769 0 0,17 0-437 0 0,25-3-1640 0 0,40-5 806 0 0,158-12-108 0 0,-242 20 12 0 0,33-3-149 0 0,-27 2-293 0 0,-15-3 858 0 0,-1 1 253 0 0,-1-1-1517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7:55.15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140 1 690 0 0,'-2'0'14046'0'0,"-9"0"-5990"0"0,-1 0-4640 0 0,10 0-3432 0 0,-2 16 38 0 0,-12 63-22 0 0,7-33 0 0 0,-29 67-6254 0 0,5-15-2617 0 0,20-33 6162 0 0,14-62 2477 0 0,0-1 1 0 0,0 1-1 0 0,1-1 1 0 0,-1 1 0 0 0,0-1-1 0 0,1 0 1 0 0,0 0-1 0 0,-1 0 1 0 0,1 0-1 0 0,0 0 1 0 0,0 0-1 0 0,0 0 1 0 0,1 0-1 0 0,2 1 1 0 0,-4-2-598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7:56.717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555 17 451 0 0,'-2'-1'13850'0'0,"-6"-2"-5489"0"0,-1 0-4810 0 0,7 2-3552 0 0,-2 1 1 0 0,4-1 0 0 0,-1 0 0 0 0,0 1 1 0 0,0-1-1 0 0,0 1 0 0 0,0-1 0 0 0,0 1 0 0 0,0-1 0 0 0,0 1 0 0 0,0-1 0 0 0,0 1 0 0 0,0 0 0 0 0,0-1 0 0 0,0 1 0 0 0,0 0 0 0 0,0 0 0 0 0,0 0 1 0 0,-2 0-1 0 0,-16-1 0 0 0,0 1 0 0 0,0 0 0 0 0,-38 8 0 0 0,8-2 0 0 0,-34-2-14 0 0,-153-10 0 0 0,210 5 3 0 0,24 1-1 0 0,4 1-921 0 0,0 0 948 0 0,0 0-1 0 0,0 0 1 0 0,1-1-1 0 0,-1 1 1 0 0,0 0 0 0 0,1-1-1 0 0,-1 0 1 0 0,0 0-1 0 0,1 0 1 0 0,-1 0 0 0 0,5 0-1 0 0,5-3-519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7:59.585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504 30 688 0 0,'0'0'1667'0'0,"11"-14"14665"0"0,-24 4-8809 0 0,12 8-7534 0 0,-2 6 16 0 0,-1-2 1 0 0,1 11-2 0 0,17 65-4 0 0,-6-2-11965 0 0,-38-67 7493 0 0,18-8 4474 0 0,0-1 1 0 0,0 0-1 0 0,0 0 0 0 0,0-1 1 0 0,0-1-1 0 0,0 0 0 0 0,0 0 1 0 0,1-2-1 0 0,-1 1 1 0 0,1-1-1 0 0,-17-8 0 0 0,15 5 7 0 0,-1 0-1 0 0,1-1 0 0 0,0 0 1 0 0,1-1-1 0 0,0 0 0 0 0,0-1 1 0 0,1 0-1 0 0,-19-23 0 0 0,-2-12 422 0 0,31 44-364 0 0,-9-9 1432 0 0,10 10-1432 0 0,13 18 11692 0 0,-4-8-11324 0 0,1 0 1 0 0,0 0-1 0 0,17 12 0 0 0,-15-13-890 0 0,0 1 1 0 0,21 23 0 0 0,-31-31-192 0 0,0 0 0 0 0,0 0 0 0 0,-1 0-1 0 0,1 0 1 0 0,-1 0 0 0 0,0 0 0 0 0,1 1 0 0 0,-1-1 0 0 0,0 0 0 0 0,0 1 0 0 0,-1-1 0 0 0,1 1 0 0 0,0-1 0 0 0,-1 1 0 0 0,1-1 0 0 0,-1 1 0 0 0,0 3 0 0 0,-1-3 573 0 0,0-1 0 0 0,0 1 0 0 0,0-1 0 0 0,0 0 0 0 0,0 1 0 0 0,-1-1 0 0 0,1 0 0 0 0,-1 0 0 0 0,0 0 0 0 0,0 0 0 0 0,1 0 0 0 0,-1 0 0 0 0,0 0 0 0 0,-1-1 0 0 0,1 1 0 0 0,0-1 0 0 0,-5 3 0 0 0,-18 9 168 0 0,-1-1 0 0 0,0-1 0 0 0,0-2 1 0 0,-31 8-1 0 0,-19 6-655 0 0,74-22 397 0 0,-7-1 3390 0 0,-3 2-4222 0 0,9 0-1318 0 0,12 0 2736 0 0,5-1 7673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7:59.98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1 1128 0 0,'7'5'21844'0'0,"-12"7"-18553"0"0,13 7-3658 0 0,-1-6-486 0 0,23-15 753 0 0,-13-6-984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8:00.25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1 1003 0 0,'13'8'21880'0'0,"-13"-7"-21320"0"0,4 20 2203 0 0,-2-18-2783 0 0,-1-1 0 0 0,0 1 0 0 0,1-1-1 0 0,-1 0 1 0 0,1 0 0 0 0,0 0-1 0 0,0 0 1 0 0,0 0 0 0 0,2 2 0 0 0,-4-4 136 0 0,2 2-580 0 0,15 6 470 0 0,-13-3-4035 0 0,-4 5 8610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8:23.127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564 163 1037 0 0,'-7'-6'21529'0'0,"1"4"-16969"0"0,8 21-5472 0 0,0-11 911 0 0,0 0 0 0 0,1 0 0 0 0,0-1 0 0 0,1 1 0 0 0,-1-1 0 0 0,10 14 0 0 0,-6-11 2 0 0,-1 0-1 0 0,-1 0 0 0 0,7 16 0 0 0,2 15 2 0 0,-14-39-14 0 0,12 30 28 0 0,-11-31-16 0 0,0 2-1 0 0,0 0 0 0 0,-1-1 0 0 0,1 1 0 0 0,0 0 0 0 0,-1 0 0 0 0,0 0 1 0 0,1-1-1 0 0,-1 1 0 0 0,0 0 0 0 0,-1 0 0 0 0,1 0 0 0 0,0-1 0 0 0,-1 1 0 0 0,1 0 1 0 0,-3 5-1 0 0,2-7 8 0 0,-25 17-4 0 0,20-15-451 0 0,0 1-1 0 0,-1-1 1 0 0,1 0-1 0 0,-1-1 1 0 0,0 0-1 0 0,0 0 1 0 0,0 0-1 0 0,-14 1 0 0 0,-29-1-4185 0 0,19-3-3280 0 0,25 1 7907 0 0,0-1 0 0 0,1 1 0 0 0,-1-1 0 0 0,0 0 0 0 0,1-1 0 0 0,-1 1 0 0 0,1-1 0 0 0,0 0-1 0 0,0 0 1 0 0,-1-1 0 0 0,1 0 0 0 0,1 1 0 0 0,-1-2 0 0 0,0 1 0 0 0,1 0 0 0 0,0-1 0 0 0,-1 0 0 0 0,1 0-1 0 0,1 0 1 0 0,-1-1 0 0 0,1 1 0 0 0,0-1 0 0 0,0 0 0 0 0,0 0 0 0 0,0 0 0 0 0,1 0 0 0 0,0-1 0 0 0,0 1 0 0 0,-2-9-1 0 0,-4-26-16 0 0,2 1-1 0 0,-2-51 1 0 0,-5-34 895 0 0,6 89-1169 0 0,4 22 3142 0 0,3 12-2045 0 0,-4-14-523 0 0,4 10-221 0 0,1 15-586 0 0,3 23-680 0 0,-2 49 0 0 0,-2-51 782 0 0,7 61 0 0 0,-1-28 1234 0 0,-4-22-1278 0 0,-2-40 143 0 0,2 9 887 0 0,0-1 1704 0 0,0 1-632 0 0,-3 16 8058 0 0,0-19-8435 0 0,1-7-505 0 0,-18 23-743 0 0,8-19-6 0 0,-1 0 1 0 0,0 0-1 0 0,0-1 1 0 0,-1-1 0 0 0,1 0-1 0 0,-1 0 1 0 0,0-1-1 0 0,-20 1 1 0 0,0 1 6 0 0,11-1-1502 0 0,-1-1 0 0 0,-31 0-1 0 0,52-3 1502 0 0,-1 1 0 0 0,1 0-1 0 0,-1-1 1 0 0,1 1 0 0 0,0-1-1 0 0,-1 0 1 0 0,1 1 0 0 0,0-1-1 0 0,0 0 1 0 0,-1 0-1 0 0,1 0 1 0 0,0 0 0 0 0,0 0-1 0 0,0 0 1 0 0,0 0 0 0 0,0 0-1 0 0,0 0 1 0 0,0 0 0 0 0,1-1-1 0 0,-1 1 1 0 0,0 0 0 0 0,1-1-1 0 0,-1 1 1 0 0,0-2-1 0 0,-8-37-1854 0 0,9 35 1212 0 0,-2-9 87 0 0,2 0-275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8:23.501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41 69 917 0 0,'-4'-5'-4095'0'0,"-2"-4"9052"0"0,-14-24 19063 0 0,10 13-23611 0 0,10 18-433 0 0,7 38 54 0 0,11 48-30 0 0,25 144 0 0 0,-43-200-1160 0 0,-2-18 2320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8:24.23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386 37 838 0 0,'3'-5'-1014'0'0,"2"-4"6188"0"0,-2 1 2978 0 0,1-5 4911 0 0,-4 12-13066 0 0,-21 15 7 0 0,11-2-4 0 0,1 1 0 0 0,-14 22 0 0 0,5-5 0 0 0,-34 44-1710 0 0,15-27-2464 0 0,-1-1 0 0 0,-58 53-1 0 0,13-31 1523 0 0,82-67 1923 0 0,-12 11-6205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8:28.772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1277 0 708 0 0,'1'2'14558'0'0,"3"5"-6873"0"0,11 11-4398 0 0,6-9-2639 0 0,9 3-1320 0 0,-12-2 672 0 0,0 1 0 0 0,-1 1 0 0 0,24 22 0 0 0,-25-18-2620 0 0,-13-12 1063 0 0,-1 1-1 0 0,1-1 1 0 0,-1 1 0 0 0,1 0 0 0 0,-1-1-1 0 0,-1 1 1 0 0,3 8 0 0 0,-4-11-109 0 0,-2 2 1067 0 0,2 5 7209 0 0,0 3 2329 0 0,-3-6-9043 0 0,-2-2 285 0 0,0 0 0 0 0,0-1 0 0 0,-1 1 0 0 0,1-1-1 0 0,-1 0 1 0 0,0 0 0 0 0,1-1 0 0 0,-1 0 0 0 0,0 0 0 0 0,-1 0 0 0 0,-7 1-1 0 0,-4 0-1720 0 0,0-1 0 0 0,-26 0-1 0 0,33-2-107 0 0,0 0-1 0 0,-1-1 0 0 0,1 0 0 0 0,0-1 0 0 0,-1 0 0 0 0,-13-5 1 0 0,22 5 1583 0 0,-1 1-1 0 0,1-1 1 0 0,0 0 0 0 0,-1 1 0 0 0,1-1 0 0 0,0-1 0 0 0,0 1 0 0 0,0 0 0 0 0,0-1 0 0 0,1 0 0 0 0,-1 0 0 0 0,0 1 0 0 0,1-1 0 0 0,0-1 0 0 0,0 1 0 0 0,0 0 0 0 0,0 0 0 0 0,1-1 0 0 0,-1 1 0 0 0,1-1 0 0 0,0 0-1 0 0,-1-5 1 0 0,0 0 63 0 0,0 0 0 0 0,1 0 0 0 0,0 0-1 0 0,1 0 1 0 0,0 0 0 0 0,0 0 0 0 0,1 0 0 0 0,3-18-1 0 0,-3 26-35 0 0,20-24-17 0 0,-4 18 1454 0 0,24 1 8683 0 0,-39 6-10087 0 0,9 3 5372 0 0,10 3-4712 0 0,-19-5-655 0 0,0 1 0 0 0,0 0-1 0 0,0-1 1 0 0,0 1-1 0 0,0 0 1 0 0,0 0 0 0 0,0 0-1 0 0,-1 0 1 0 0,1 0 0 0 0,-1 0-1 0 0,0 0 1 0 0,1 1-1 0 0,0 2 1 0 0,2 3-1 0 0,-3-6-12 0 0,5 22 30 0 0,-7-16-18 0 0,1-4 1 0 0,-1 0 1 0 0,0-1-1 0 0,0 1 1 0 0,0-1-1 0 0,0 1 0 0 0,-1-1 1 0 0,1 1-1 0 0,-1-1 0 0 0,0 0 1 0 0,0 0-1 0 0,-3 4 1 0 0,-1 1-775 0 0,0 0 1 0 0,0-1-1 0 0,-1 0 1 0 0,0 0-1 0 0,0-1 1 0 0,-1 1 0 0 0,0-2-1 0 0,0 1 1 0 0,-1-1-1 0 0,-14 7 1 0 0,-7 1-3480 0 0,-56 17 0 0 0,79-28 4253 0 0,0 0 0 0 0,1 0 0 0 0,-1-1 0 0 0,0 0 0 0 0,0 0 0 0 0,0-1 0 0 0,0 0 0 0 0,0 0 0 0 0,0 0 0 0 0,0-1 0 0 0,1 0 0 0 0,-1-1 0 0 0,0 1 0 0 0,0-1 0 0 0,1 0 0 0 0,-1-1 0 0 0,1 0 0 0 0,0 0 0 0 0,0 0 0 0 0,0-1 0 0 0,-8-6 0 0 0,13 9-1 0 0,-7-9 6125 0 0,-5-12-2910 0 0,11 20-1418 0 0,1 0-940 0 0,-4-24-3390 0 0,2 10 6573 0 0,7 22-989 0 0,-2 15-2710 0 0,-9 6-4437 0 0,4-22 4190 0 0,-1-1 0 0 0,1 1 0 0 0,-1-1 0 0 0,0 0-1 0 0,0 0 1 0 0,-1 0 0 0 0,1-1 0 0 0,-1 1 0 0 0,1-1 0 0 0,-9 4 0 0 0,12-7-83 0 0,-11 4 533 0 0,-9 1 903 0 0,19-5-1763 0 0,0 1 0 0 0,0-1-1 0 0,0 0 1 0 0,0 0 0 0 0,0 0 0 0 0,0 0 0 0 0,0 0 0 0 0,0-1 0 0 0,0 1-1 0 0,-3-1 1 0 0,-2-1 2703 0 0,6 2-1832 0 0,-10-10-1191 0 0,-1 0-8700 0 0,-1-23 8436 0 0,7 18-2871 0 0,5 15 3757 0 0,1 0 0 0 0,0 1 0 0 0,-1-1 0 0 0,1 0 0 0 0,-1 0 0 0 0,1 0 0 0 0,-1 1 0 0 0,1-1 0 0 0,-1 0 0 0 0,1 1 0 0 0,0-1 0 0 0,-1 0 0 0 0,1 1 0 0 0,-1-1 0 0 0,1 0 0 0 0,0 1 0 0 0,-1-1 0 0 0,1 1 0 0 0,0-1 0 0 0,0 0 1 0 0,-1 1-1 0 0,1-1 0 0 0,0 1 0 0 0,0-1 0 0 0,0 1 0 0 0,0-1 0 0 0,0 1 0 0 0,-1-1 0 0 0,1 1 0 0 0,0 0 0 0 0,0 1 8 0 0,-17 26 2761 0 0,7-15-990 0 0,10-11-1236 0 0,-1 0-1 0 0,-1-1 1 0 0,1 1 0 0 0,0 0 0 0 0,0-1-1 0 0,-1 1 1 0 0,1-1 0 0 0,-1 1-1 0 0,1-1 1 0 0,-1 0 0 0 0,1 0 0 0 0,-1 1-1 0 0,0-1 1 0 0,0 0 0 0 0,0-1 0 0 0,1 1-1 0 0,-1 0 1 0 0,0 0 0 0 0,-4 0-1 0 0,-26-4 1273 0 0,29 2-1858 0 0,1 1 0 0 0,0-1 1 0 0,0 0-1 0 0,0-1 0 0 0,-1 1 0 0 0,1 0 1 0 0,0-1-1 0 0,1 1 0 0 0,-1-1 0 0 0,-3-3 1 0 0,-2-4-4903 0 0,6 8 3867 0 0,0 1 679 0 0,0-1-1 0 0,0 0 1 0 0,0 1-1 0 0,0-1 1 0 0,0 0-1 0 0,0 1 1 0 0,0-1-1 0 0,0 0 1 0 0,0 0-1 0 0,1 0 1 0 0,-1 0-1 0 0,0 0 1 0 0,1 0-1 0 0,-1 0 1 0 0,1 0-1 0 0,-1 0 1 0 0,0-2 0 0 0,-10-24-2288 0 0,9 21 3271 0 0,1 4-267 0 0,7 23-190 0 0,-6-16-31 0 0,8 71 1075 0 0,-6-18 7690 0 0,0-45-7096 0 0,-1-8-1347 0 0,0 0 1 0 0,-1 0-1 0 0,1 0 1 0 0,-1 0-1 0 0,0 0 1 0 0,-1 0-1 0 0,1 0 1 0 0,-1 0-1 0 0,-2 7 1 0 0,-5 29-404 0 0,7-35-279 0 0,-1 0 1 0 0,0-1-1 0 0,-1 1 1 0 0,1-1-1 0 0,-1 1 1 0 0,0-1-1 0 0,0 0 1 0 0,-1 0-1 0 0,1 0 1 0 0,-9 8 0 0 0,-4 2-2390 0 0,-30 21 0 0 0,17-13 973 0 0,19-15 1182 0 0,-1-1 0 0 0,0 0-1 0 0,0-1 1 0 0,0-1 0 0 0,0 1 0 0 0,-16 4 0 0 0,11-5 552 0 0,0-1 0 0 0,-1 0 0 0 0,1-2 1 0 0,-1 1-1 0 0,0-2 0 0 0,0 0 0 0 0,0-1 0 0 0,1-1 1 0 0,-1-1-1 0 0,0 0 0 0 0,1-1 0 0 0,-1 0 1 0 0,-15-7-1 0 0,25 7 12 0 0,0 0 1 0 0,1 0-1 0 0,0-1 1 0 0,0 0-1 0 0,0 0 1 0 0,0-1-1 0 0,1 0 0 0 0,0 1 1 0 0,0-2-1 0 0,0 1 1 0 0,0-1-1 0 0,1 1 1 0 0,0-1-1 0 0,0-1 1 0 0,1 1-1 0 0,0 0 1 0 0,0-1-1 0 0,-4-11 1 0 0,4 9 167 0 0,1-1 1 0 0,0 1 0 0 0,1-1 0 0 0,0 0 0 0 0,0 1 0 0 0,1-1 0 0 0,0 0-1 0 0,1 1 1 0 0,0-1 0 0 0,0 0 0 0 0,1 1 0 0 0,0-1 0 0 0,6-13 0 0 0,-3 12-1050 0 0,0 0 1 0 0,1 1-1 0 0,0-1 1 0 0,0 1-1 0 0,1 0 1 0 0,1 1-1 0 0,-1-1 1 0 0,2 1-1 0 0,-1 1 1 0 0,1 0-1 0 0,1 0 1 0 0,-1 1-1 0 0,1 0 1 0 0,1 1-1 0 0,-1 0 1 0 0,20-8-1 0 0,-4 2-2193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8:29.845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204 0 715 0 0,'0'0'7519'0'0,"-9"7"-4200"0"0,1-2-1377 0 0,1 1-1 0 0,0 0 1 0 0,0 0 0 0 0,1 0-1 0 0,-12 15 1 0 0,-6 7 1069 0 0,14-19-3011 0 0,-14 13-3 0 0,-1 0 1 0 0,-32 21 0 0 0,55-42-39 0 0,10-6-7056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8:30.497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17 0 1279 0 0,'0'0'5469'0'0,"-11"2"-1480"0"0,11-2-3798 0 0,-1 0-1 0 0,1 0 1 0 0,0 0 0 0 0,-1 1 0 0 0,1-1-1 0 0,0 0 1 0 0,-1 0 0 0 0,1 0 0 0 0,0 1-1 0 0,0-1 1 0 0,-1 0 0 0 0,1 0 0 0 0,0 1-1 0 0,0-1 1 0 0,0 0 0 0 0,0 1 0 0 0,-1-1-1 0 0,1 0 1 0 0,0 1 0 0 0,0-1-1 0 0,0 0 1 0 0,0 1 0 0 0,0-1 0 0 0,0 0-1 0 0,0 1 1 0 0,0-1 0 0 0,0 0 0 0 0,0 1-1 0 0,0-1 1 0 0,0 0 0 0 0,0 1 0 0 0,0-1-1 0 0,0 0 1 0 0,0 1 0 0 0,0-1 0 0 0,0 0-1 0 0,0 1 1 0 0,0-1 0 0 0,1 0-1 0 0,-1 1 1 0 0,0-1 0 0 0,0 0 0 0 0,0 0-1 0 0,1 1 1 0 0,-1-1 0 0 0,0 0 0 0 0,0 0-1 0 0,1 1 1 0 0,-1-1 0 0 0,0 0 0 0 0,1 0-1 0 0,-1 1 1 0 0,10 9 5177 0 0,-4-4-5369 0 0,-4-4-1 0 0,7 13-10264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8:30.857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1 1013 0 0,'8'6'21828'0'0,"-9"-5"-21724"0"0,1 0 0 0 0,-1-1-1 0 0,1 1 1 0 0,-1 0 0 0 0,1 0-1 0 0,-1 0 1 0 0,1-1-1 0 0,-1 1 1 0 0,1 0 0 0 0,0 0-1 0 0,0 0 1 0 0,-1 0 0 0 0,1 0-1 0 0,0 0 1 0 0,0 0 0 0 0,0 0-1 0 0,0 0 1 0 0,0 0 0 0 0,0 0-1 0 0,0 0 1 0 0,1-1-1 0 0,-1 1 1 0 0,0 0 0 0 0,0 0-1 0 0,1 0 1 0 0,-1 0 0 0 0,1 0-1 0 0,-1 0 1 0 0,1-1 0 0 0,-1 1-1 0 0,1 0 1 0 0,-1 0-1 0 0,1-1 1 0 0,0 1 0 0 0,-1 0-1 0 0,2 0 1 0 0,22 18-2467 0 0,-19-19 4407 0 0,6 2-5287 0 0,-17-6 696 0 0,-3 0 8194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8:31.33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14 21 1091 0 0,'2'3'15329'0'0,"0"3"-9165"0"0,0 2-2538 0 0,-3-8-3661 0 0,-1-1 0 0 0,1 1 0 0 0,0-1 0 0 0,0 0 0 0 0,0 1 0 0 0,0-1 0 0 0,-1 0 1 0 0,1 0-1 0 0,0 0 0 0 0,1 0 0 0 0,-1 0 0 0 0,0 0 0 0 0,0 0 0 0 0,0 0 0 0 0,1 0 0 0 0,-1 0 0 0 0,0-1 0 0 0,1 1 1 0 0,-1 0-1 0 0,1 0 0 0 0,-1-2 0 0 0,1 2 41 0 0,1 0 1 0 0,-1 0-1 0 0,0 0 0 0 0,1 0 0 0 0,-1 0 1 0 0,1 0-1 0 0,-1 1 0 0 0,1-1 1 0 0,0 0-1 0 0,-1 0 0 0 0,1 0 1 0 0,0 1-1 0 0,-1-1 0 0 0,1 0 1 0 0,0 1-1 0 0,1-2 0 0 0,0 1-511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8:36.55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1 1596 0 0,'0'0'8392'0'0,"18"15"7683"0"0,-17-14-15812 0 0,9 3-376 0 0,-8-3 96 0 0,3 3 232 0 0,0 1-1462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8:36.851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0 1440 0 0,'1'1'15235'0'0,"3"5"-8548"0"0,19 16-4500 0 0,-9-6-6201 0 0,-15-8 3725 0 0,-5 3 4300 0 0,-13 6-3054 0 0,5-7-957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8:36.03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897 128 451 0 0,'0'0'5343'0'0,"-12"1"-1662"0"0,-32 3 10376 0 0,7 5-9805 0 0,27-6-4852 0 0,-1-1 1 0 0,0 1-1 0 0,1-2 0 0 0,-22 1 1 0 0,-11-7 2009 0 0,41 4-1502 0 0,-1-1 1 0 0,0 0 0 0 0,1 0 0 0 0,-1 0-1 0 0,1 0 1 0 0,0 0 0 0 0,-1-1 0 0 0,1 1-1 0 0,0 0 1 0 0,0-1 0 0 0,1 0 0 0 0,-1 0-1 0 0,1 1 1 0 0,-1-1 0 0 0,1 0 0 0 0,0 0-1 0 0,-2-6 1 0 0,3 9 63 0 0,-1-2 152 0 0,2-1-1288 0 0,6-39-8844 0 0,4 16 11821 0 0,-10 25-1814 0 0,18-15-4561 0 0,-15 15 4312 0 0,0-1 0 0 0,-1 1 1 0 0,1 0-1 0 0,0 0 0 0 0,0 0 1 0 0,0 0-1 0 0,0 1 0 0 0,0-1 1 0 0,4 1-1 0 0,-3 1 328 0 0,0-1 1 0 0,0 1-1 0 0,-1 0 0 0 0,1 1 0 0 0,-1-1 1 0 0,1 1-1 0 0,-1-1 0 0 0,1 2 0 0 0,-1-1 0 0 0,0 0 1 0 0,0 1-1 0 0,0-1 0 0 0,0 1 0 0 0,0 0 1 0 0,-1 1-1 0 0,1-1 0 0 0,-1 1 0 0 0,5 6 1 0 0,-7-8 47 0 0,6 34 438 0 0,-7-32-527 0 0,0 1 0 0 0,0-1 0 0 0,-1 0-1 0 0,1 1 1 0 0,-1-1 0 0 0,0 0 0 0 0,0 0-1 0 0,-1 0 1 0 0,1 0 0 0 0,-1 0 0 0 0,0 0-1 0 0,0 0 1 0 0,-1 0 0 0 0,1-1 0 0 0,-1 1-1 0 0,1-1 1 0 0,-1 1 0 0 0,0-1 0 0 0,0 0-1 0 0,-1 0 1 0 0,-6 4 0 0 0,-3 3-1 0 0,-1 0 0 0 0,0-2 0 0 0,-1 0 0 0 0,-23 10 0 0 0,19-10-38 0 0,-1-1 0 0 0,-25 6 0 0 0,39-12 3 0 0,0 0 0 0 0,-1 0 0 0 0,1-1 1 0 0,-1 1-1 0 0,1-1 0 0 0,-1-1 0 0 0,1 1 0 0 0,0-1 0 0 0,-1 0 0 0 0,1 0 1 0 0,-10-4-1 0 0,-4-11 2842 0 0,-3-20 5939 0 0,8 10-5611 0 0,8 13-3166 0 0,6 11-36 0 0,-11 19 71 0 0,-50 79-1940 0 0,-46 38-5415 0 0,-100 65-2615 0 0,201-194 9008 0 0,1 1 0 0 0,-2-1 0 0 0,1-1 0 0 0,-12 7 0 0 0,9-7-844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8:38.00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674 127 906 0 0,'0'2'15093'0'0,"0"8"-7926"0"0,-1 5-3692 0 0,1-14-3495 0 0,0 0 1 0 0,-1 0-1 0 0,2 0 0 0 0,-1-1 0 0 0,0 1 0 0 0,0 0 0 0 0,0 0 0 0 0,0 0 1 0 0,0 0-1 0 0,1 0 0 0 0,-1-1 0 0 0,0 1 0 0 0,1 0 0 0 0,-1 0 1 0 0,1-1-1 0 0,-1 1 0 0 0,1 0 0 0 0,-1 0 0 0 0,1-1 0 0 0,1 2 0 0 0,-1 0 10 0 0,0 0 11 0 0,0 0 0 0 0,1-1 1 0 0,-1 1-1 0 0,0-1 0 0 0,1 1 1 0 0,-1-1-1 0 0,1 0 0 0 0,-1 1 1 0 0,1-1-1 0 0,0 0 0 0 0,0 0 1 0 0,-1 0-1 0 0,1 0 1 0 0,0 0-1 0 0,0-1 0 0 0,0 1 1 0 0,0-1-1 0 0,0 1 0 0 0,0-1 1 0 0,0 0-1 0 0,0 1 0 0 0,3-1 1 0 0,1-1-16 0 0,0 1 0 0 0,0-1 0 0 0,0 0 0 0 0,0-1 0 0 0,6-2 0 0 0,-3 2-63 0 0,31-12-2083 0 0,-33 11 985 0 0,1-1-1 0 0,-1 0 1 0 0,0 0-1 0 0,0 0 1 0 0,0-1-1 0 0,-1 0 1 0 0,1 0-1 0 0,-1-1 1 0 0,8-10-1 0 0,3-12 696 0 0,-16 24 569 0 0,0-1-222 0 0,-7-15 1061 0 0,4 11 2371 0 0,1 6-2886 0 0,0 0 1 0 0,1 1-1 0 0,-1-1 0 0 0,0 1 0 0 0,0 0 0 0 0,0-1 0 0 0,-1 1 0 0 0,1 0 0 0 0,0-1 0 0 0,-1 1 0 0 0,0 0 0 0 0,1 0 0 0 0,-1 0 0 0 0,0 0 0 0 0,0 1 0 0 0,0-1 0 0 0,0 0 0 0 0,-1 1 0 0 0,1 0 1 0 0,0-1-1 0 0,-1 1 0 0 0,1 0 0 0 0,0 0 0 0 0,-5-1 0 0 0,5 1-448 0 0,-2 1 16 0 0,0 1 1 0 0,0-1-1 0 0,0 0 0 0 0,0 1 1 0 0,0 0-1 0 0,0 0 0 0 0,0 0 1 0 0,0 1-1 0 0,0-1 0 0 0,0 1 0 0 0,1 0 1 0 0,-1 0-1 0 0,1 0 0 0 0,-1 0 1 0 0,1 1-1 0 0,-4 3 0 0 0,-40 31-5207 0 0,-42 31-2000 0 0,79-62 7053 0 0,-1 0 1 0 0,1 0-1 0 0,-1-1 0 0 0,0-1 1 0 0,0 1-1 0 0,-1-2 1 0 0,-11 3-1 0 0,21-6 189 0 0,-28 1 618 0 0,4-19 1352 0 0,-2-19-4427 0 0,27 35 2664 0 0,-3-4 1397 0 0,-2-2 8177 0 0,-2 30-17685 0 0,-1 1 4493 0 0,-7 11 3843 0 0,4-13 3002 0 0,-23 29-1 0 0,-2-5-5134 0 0,-44 39 0 0 0,-2 2-1923 0 0,20-20 3628 0 0,2-3-892 0 0,25-20-2461 0 0,31-36 2792 0 0,-2 3 647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8:38.60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3 1 1021 0 0,'0'2'14439'0'0,"3"7"-6892"0"0,-2 0-4344 0 0,-1-7-3209 0 0,8-19-3058 0 0,-11 39 5015 0 0,-9-9-828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8:39.70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681 16 818 0 0,'-2'-4'8777'0'0,"-6"-7"-92"0"0,6 12-8437 0 0,0 1 0 0 0,1 0-1 0 0,-1 0 1 0 0,0 0-1 0 0,1 0 1 0 0,-1 0 0 0 0,1 0-1 0 0,0 1 1 0 0,0-1 0 0 0,0 0-1 0 0,0 1 1 0 0,0-1-1 0 0,0 1 1 0 0,0-1 0 0 0,0 5-1 0 0,1 59 3722 0 0,0-64-3966 0 0,2 31-3 0 0,-2-25 0 0 0,1 0 0 0 0,-1 0 0 0 0,0 0 0 0 0,0 0 0 0 0,-3 13 0 0 0,1-18 0 0 0,1 0 0 0 0,-1 0 0 0 0,0 0 0 0 0,0 0 0 0 0,0 0 0 0 0,0 0 0 0 0,0-1 0 0 0,-1 1 0 0 0,1-1 0 0 0,-1 0 0 0 0,0 0 0 0 0,-5 4 0 0 0,-10 7-1154 0 0,-1-2 0 0 0,0 0 1 0 0,0 0-1 0 0,-1-2 0 0 0,-1-1 0 0 0,1 0 1 0 0,-38 8-1 0 0,54-15 821 0 0,-1 0 0 0 0,0-1-1 0 0,1 1 1 0 0,-1-1 0 0 0,0 0 0 0 0,1 0-1 0 0,-1-1 1 0 0,0 1 0 0 0,1-1 0 0 0,-1 0-1 0 0,1 0 1 0 0,-1-1 0 0 0,-5-2 0 0 0,6 3 271 0 0,1-1 0 0 0,0-1 0 0 0,-1 1 1 0 0,1 0-1 0 0,0-1 0 0 0,0 1 1 0 0,0-1-1 0 0,0 0 0 0 0,1 0 0 0 0,-1 0 1 0 0,1-1-1 0 0,0 1 0 0 0,-3-5 1 0 0,4 4 136 0 0,-1-1 1 0 0,0 1 0 0 0,1 0 0 0 0,0-1-1 0 0,0 1 1 0 0,0-1 0 0 0,1 0 0 0 0,-1 1 0 0 0,1-1-1 0 0,0 0 1 0 0,0 1 0 0 0,1-1 0 0 0,0 1-1 0 0,-1-1 1 0 0,2 1 0 0 0,-1-1 0 0 0,0 1 0 0 0,1-1-1 0 0,0 1 1 0 0,0 0 0 0 0,0 0 0 0 0,0 0-1 0 0,1 0 1 0 0,0 0 0 0 0,5-6 0 0 0,-4 6-125 0 0,1 1 1 0 0,-1-1 0 0 0,1 1-1 0 0,0 0 1 0 0,-1 0-1 0 0,1 1 1 0 0,1-1 0 0 0,-1 1-1 0 0,0 0 1 0 0,1 1-1 0 0,-1-1 1 0 0,0 1 0 0 0,1 0-1 0 0,0 0 1 0 0,-1 1 0 0 0,1 0-1 0 0,7 0 1 0 0,-10 0 12 0 0,0 0 0 0 0,0 1-1 0 0,0-1 1 0 0,1 1 0 0 0,-1-1 0 0 0,0 1 0 0 0,0 0 0 0 0,0 0 0 0 0,0 1 0 0 0,0-1 0 0 0,-1 1 0 0 0,1-1-1 0 0,3 3 1 0 0,1 1-175 0 0,-6-4 230 0 0,0 0 0 0 0,1 0 0 0 0,-1 1 0 0 0,0-1 0 0 0,0 0 0 0 0,1 1 0 0 0,-1-1 0 0 0,0 1 0 0 0,-1 0-1 0 0,1-1 1 0 0,0 1 0 0 0,0 0 0 0 0,-1-1 0 0 0,1 1 0 0 0,-1 0 0 0 0,1 0 0 0 0,-1 0 0 0 0,0-1 0 0 0,0 1 0 0 0,0 4 0 0 0,-4 35-304 0 0,-1-28 318 0 0,0 1-1 0 0,-1-1 1 0 0,0 0 0 0 0,-1-1-1 0 0,-15 20 1 0 0,3-5 45 0 0,-34 32 0 0 0,22-27 65 0 0,-2-2-1 0 0,-64 46 1 0 0,74-61-722 0 0,-1-1 1 0 0,0-1 0 0 0,-1-1 0 0 0,0-1 0 0 0,-43 12 0 0 0,58-18-417 0 0,4-3 936 0 0,2-1-2969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8:40.232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18 93 1477 0 0,'0'0'4673'0'0,"-5"-21"15372"0"0,4 18-20075 0 0,0 0 11 0 0,1 0 1 0 0,-1 0-1 0 0,1 1 1 0 0,0-1-1 0 0,0 0 0 0 0,0 0 1 0 0,0 0-1 0 0,1-5 1 0 0,0-16-3538 0 0,-4 15 6203 0 0,-5 5-3708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8:41.025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193 4 672 0 0,'0'0'134'0'0,"-1"0"0"0"0,1-1 0 0 0,0 1 0 0 0,-1 0-1 0 0,1-1 1 0 0,0 1 0 0 0,-1 0 0 0 0,1 0 0 0 0,0-1 0 0 0,-1 1 0 0 0,1 0 0 0 0,-1 0-1 0 0,1 0 1 0 0,0 0 0 0 0,-1-1 0 0 0,1 1 0 0 0,-1 0 0 0 0,1 0 0 0 0,-1 0 0 0 0,1 0 0 0 0,-1 0-1 0 0,1 0 1 0 0,-1 0 0 0 0,1 0 0 0 0,0 0 0 0 0,-1 0 0 0 0,1 1 0 0 0,-1-1 0 0 0,3 12 8200 0 0,9 10 1631 0 0,-4-11-6702 0 0,-6-9-3166 0 0,19 32-1997 0 0,2-1 0 0 0,1-1 0 0 0,45 47 0 0 0,-55-68-1394 0 0,-6-6 664 0 0,-3-1 4660 0 0,-4-3-1875 0 0,0-1 0 0 0,0 0 0 0 0,0 1 0 0 0,1-1 0 0 0,-1 0 0 0 0,0 1 0 0 0,0-1 1 0 0,0 1-1 0 0,0-1 0 0 0,0 0 0 0 0,0 1 0 0 0,0-1 0 0 0,0 1 0 0 0,0-1 0 0 0,0 0 0 0 0,0 1 0 0 0,0-1 1 0 0,0 1-1 0 0,0-1 0 0 0,0 0 0 0 0,-1 1 0 0 0,1-1 0 0 0,0 0 0 0 0,0 1 0 0 0,0-1 0 0 0,-1 0 0 0 0,1 1 1 0 0,0-1-1 0 0,0 0 0 0 0,-1 1 0 0 0,1-1 0 0 0,0 0 0 0 0,0 0 0 0 0,-1 1 0 0 0,1-1 0 0 0,0 0 0 0 0,-1 0 0 0 0,1 0 1 0 0,-1 1-1 0 0,1-1 0 0 0,0 0 0 0 0,-1 0 0 0 0,-18 9 4414 0 0,17-8-4313 0 0,-77 38-2664 0 0,36-16-235 0 0,-1-3 0 0 0,-1-1 0 0 0,-49 13 0 0 0,92-31 2586 0 0,-10-4 9078 0 0,-1 0-7577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8:41.43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5 47 1579 0 0,'-3'-7'9827'0'0,"12"20"4977"0"0,-8-12-14813 0 0,-4 10 22 0 0,0-6-13 0 0,-1-26 0 0 0,4 20-33 0 0,-1-1-1 0 0,1 0 1 0 0,0 1 0 0 0,-1-1 0 0 0,1 0 0 0 0,0 1 0 0 0,0-1 0 0 0,0 0 0 0 0,0 1 0 0 0,1-1 0 0 0,-1 0 0 0 0,0 1 0 0 0,1-1-1 0 0,-1 0 1 0 0,1 1 0 0 0,0-1 0 0 0,-1 1 0 0 0,1-1 0 0 0,0 1 0 0 0,0-1 0 0 0,0 1 0 0 0,0 0 0 0 0,0-1 0 0 0,2-1 0 0 0,-1 2-844 0 0,-1 0 926 0 0,1 0-1 0 0,-1 1 1 0 0,1-1 0 0 0,0 0-1 0 0,-1 1 1 0 0,1-1 0 0 0,0 1-1 0 0,0-1 1 0 0,0 1 0 0 0,-1 0 0 0 0,1 0-1 0 0,0 0 1 0 0,0 0 0 0 0,0 0-1 0 0,2 1 1 0 0,7 1 196 0 0,0 2-2253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8:59.45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100 1 671 0 0,'-34'18'15925'0'0,"-29"8"-6307"0"0,60-23-9618 0 0,11 1 0 0 0,11 0 0 0 0,179-18-12 0 0,-73 1 9 0 0,-123 13 1 0 0,-19 4-1264 0 0,1 0 2549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9:11.12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975 0 1064 0 0,'-2'2'15487'0'0,"-4"4"-8704"0"0,5-5-6465 0 0,-1 1 0 0 0,1 0 1 0 0,0-1-1 0 0,0 1 0 0 0,0 0 1 0 0,0 0-1 0 0,1-1 1 0 0,-1 1-1 0 0,0 0 0 0 0,0 3 1 0 0,-1 16-941 0 0,-24 134 618 0 0,19-119-2 0 0,7-34 6 0 0,-3 9-4 0 0,1-6 5 0 0,0 0 0 0 0,0 0-1 0 0,0-1 1 0 0,-1 1 0 0 0,0-1-1 0 0,0 1 1 0 0,0-1 0 0 0,-1 0-1 0 0,1 0 1 0 0,-1 0 0 0 0,0-1-1 0 0,0 0 1 0 0,0 1 0 0 0,0-1-1 0 0,-1 0 1 0 0,1-1 0 0 0,-1 1-1 0 0,-6 1 1 0 0,5-1 0 0 0,-16 8-1999 0 0,-1-1 0 0 0,0-2 0 0 0,0 0 1 0 0,-1-1-1 0 0,0-2 0 0 0,0 0 0 0 0,-31 1 1 0 0,53-6 1997 0 0,0 1 0 0 0,0-1 0 0 0,-1 0 0 0 0,1 0 1 0 0,0-1-1 0 0,0 1 0 0 0,0 0 0 0 0,0-1 0 0 0,0 1 0 0 0,0-1 1 0 0,0 0-1 0 0,0 0 0 0 0,0 1 0 0 0,0-1 0 0 0,1 0 0 0 0,-1-1 1 0 0,0 1-1 0 0,0 0 0 0 0,1 0 0 0 0,-1-1 0 0 0,1 1 0 0 0,-1-1 1 0 0,1 0-1 0 0,0 1 0 0 0,0-1 0 0 0,0 0 0 0 0,0 0 0 0 0,0 1 1 0 0,0-1-1 0 0,0 0 0 0 0,0 0 0 0 0,0-3 0 0 0,0 3 11 0 0,1 1 64 0 0,1 0 0 0 0,-1 0 0 0 0,0 1-1 0 0,0-1 1 0 0,0 0 0 0 0,0 0-1 0 0,0 0 1 0 0,0 0 0 0 0,0 1-1 0 0,0-1 1 0 0,0 0 0 0 0,0 0-1 0 0,0 0 1 0 0,-1 1 0 0 0,1-1-1 0 0,0 0 1 0 0,-1-1 0 0 0,-2-14-137 0 0,13-14 3102 0 0,-8 25-3493 0 0,0-1 0 0 0,1 0 0 0 0,0 1-1 0 0,0-1 1 0 0,1 1 0 0 0,-1 0 0 0 0,1 0 0 0 0,0 0 0 0 0,6-5 0 0 0,-9 9 441 0 0,18-5-31 0 0,-17 5 43 0 0,0 0-1 0 0,-1 1 0 0 0,1-1 1 0 0,0 0-1 0 0,0 1 0 0 0,-1-1 0 0 0,1 1 1 0 0,0-1-1 0 0,0 1 0 0 0,0 0 1 0 0,0 0-1 0 0,0 0 0 0 0,-1 0 1 0 0,1 0-1 0 0,0 0 0 0 0,0 0 0 0 0,0 1 1 0 0,0-1-1 0 0,-1 1 0 0 0,1-1 1 0 0,0 1-1 0 0,0 0 0 0 0,-1 0 1 0 0,1 0-1 0 0,0 0 0 0 0,1 2 0 0 0,22 17-20 0 0,-23-19 14 0 0,8 23 525 0 0,-10-17 1160 0 0,0 0 1 0 0,0 0 0 0 0,-1-1 0 0 0,1 1-1 0 0,-3 9 1 0 0,1-9-642 0 0,-1 1-1 0 0,1-1 1 0 0,-1 0 0 0 0,-6 9-1 0 0,2-5-1065 0 0,0 0-1 0 0,0-1 1 0 0,-2-1-1 0 0,1 1 0 0 0,-1-1 1 0 0,-12 9-1 0 0,-14 7-3484 0 0,0-1 0 0 0,-2-2-1 0 0,-40 17 1 0 0,60-30 3022 0 0,-175 76-1388 0 0,-4-15-4791 0 0,159-57 4274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9:11.988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10 1 865 0 0,'3'0'22126'0'0,"-11"17"-18851"0"0,5 6-3330 0 0,2-14 51 0 0,1-7-3 0 0,-1 25-2421 0 0,3-24 1909 0 0,4 4-56 0 0,-5-3-3172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9:12.298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1 936 0 0,'0'0'7144'0'0,"4"10"-3707"0"0,2 1 4858 0 0,-1-2-3417 0 0,3 4-2378 0 0,1 5-5768 0 0,-6-7 4733 0 0,0 2-3102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9:33.11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912 719 372 0 0,'0'3'13379'0'0,"-2"8"-4630"0"0,0 0-5039 0 0,2-9-3729 0 0,0 0 16 0 0,2 5 12 0 0,7 8 6 0 0,-6 23-13 0 0,-3-37-2 0 0,1 0 0 0 0,-1 0 0 0 0,1 0 0 0 0,-1 0 0 0 0,1 0 0 0 0,0 0 0 0 0,-1 0 0 0 0,1-1 0 0 0,0 1 0 0 0,0 0 0 0 0,0 0 0 0 0,0-1 0 0 0,0 1 0 0 0,0-1 0 0 0,0 1 0 0 0,0-1 0 0 0,0 1 0 0 0,0-1 0 0 0,0 1 0 0 0,0-1 0 0 0,0 0 0 0 0,0 0 0 0 0,0 1 0 0 0,1-1 0 0 0,-1 0 0 0 0,0 0 0 0 0,0 0 0 0 0,0 0 0 0 0,0-1 0 0 0,0 1 0 0 0,0 0 0 0 0,1 0 0 0 0,-1-1 0 0 0,0 1 0 0 0,1-1 0 0 0,3-1-674 0 0,-1 0 1 0 0,1 0-1 0 0,-1 0 1 0 0,0-1-1 0 0,0 0 1 0 0,0 1-1 0 0,0-2 1 0 0,0 1-1 0 0,-1 0 1 0 0,1-1-1 0 0,2-4 1 0 0,-2 4 308 0 0,-1 0-1121 0 0,-1 1-1 0 0,1-1 1 0 0,-1 0-1 0 0,0 0 1 0 0,0 0 0 0 0,2-7-1 0 0,3-22-1545 0 0,-7 32 3034 0 0,-5-28 10 0 0,2 26-8 0 0,0 0 1 0 0,0 0-1 0 0,0 1 1 0 0,-1 0-1 0 0,1-1 0 0 0,-1 1 1 0 0,0 0-1 0 0,1 1 1 0 0,-1-1-1 0 0,0 1 1 0 0,0-1-1 0 0,-5 0 1 0 0,8 2 29 0 0,0 0 257 0 0,0 0 0 0 0,0-1 0 0 0,0 1-1 0 0,1 0 1 0 0,-1 0 0 0 0,0 0-1 0 0,0 0 1 0 0,0 0 0 0 0,0 0-1 0 0,1 0 1 0 0,-1 1 0 0 0,0-1-1 0 0,0 0 1 0 0,0 0 0 0 0,1 1 0 0 0,-1-1-1 0 0,0 0 1 0 0,1 1 0 0 0,-1-1-1 0 0,0 1 1 0 0,0-1 0 0 0,0 1-1 0 0,-18 13 6542 0 0,7 0-2654 0 0,0 2-4549 0 0,-23 38-13655 0 0,22-30 11534 0 0,12-21 2503 0 0,-1-1-1 0 0,0 0 1 0 0,1 0-1 0 0,-1 1 1 0 0,0-1-1 0 0,0 0 1 0 0,0-1-1 0 0,-1 1 1 0 0,1 0-1 0 0,0-1 1 0 0,-1 1-1 0 0,1-1 1 0 0,-1 1-1 0 0,1-1 1 0 0,-4 1-1 0 0,-37 7 824 0 0,37-9-858 0 0,1 0-1 0 0,0 0 0 0 0,0-1 0 0 0,-1 0 0 0 0,1 0 0 0 0,0 0 0 0 0,0-1 0 0 0,0 1 0 0 0,0-1 0 0 0,0 0 0 0 0,1-1 0 0 0,-1 1 0 0 0,0-1 0 0 0,1 0 0 0 0,0 0 1 0 0,0 0-1 0 0,0-1 0 0 0,0 0 0 0 0,0 1 0 0 0,1-1 0 0 0,0 0 0 0 0,-1-1 0 0 0,1 1 0 0 0,1-1 0 0 0,-1 1 0 0 0,1-1 0 0 0,-3-8 0 0 0,4 11-9 0 0,1 2 79 0 0,0-4 1295 0 0,-1-13-1355 0 0,0 22 5827 0 0,0 7 4315 0 0,0-5-9855 0 0,0-1 1 0 0,0 1-1 0 0,0-1 1 0 0,-1 1 0 0 0,1-1-1 0 0,-2 0 1 0 0,1 1-1 0 0,-1-1 1 0 0,0 0 0 0 0,0-1-1 0 0,0 1 1 0 0,-1 0-1 0 0,-5 6 1 0 0,4-7-696 0 0,0-1 1 0 0,-1 1-1 0 0,1-1 1 0 0,-1 0-1 0 0,0-1 0 0 0,0 1 1 0 0,0-1-1 0 0,0 0 1 0 0,-12 3-1 0 0,15-4 319 0 0,-1-1 1 0 0,0-1-1 0 0,1 1 1 0 0,-1 0-1 0 0,0-1 0 0 0,0 0 1 0 0,1 0-1 0 0,-9-1 1 0 0,8 0-587 0 0,0 0 0 0 0,0 0 1 0 0,0 0-1 0 0,0-1 1 0 0,1 1-1 0 0,-1-1 0 0 0,0 0 1 0 0,0 0-1 0 0,1 0 0 0 0,0-1 1 0 0,-1 1-1 0 0,-2-5 0 0 0,2 3-164 0 0,0 0-1 0 0,0 0 1 0 0,1-1-1 0 0,0 0 0 0 0,0 1 1 0 0,0-1-1 0 0,0 0 0 0 0,-3-11 1 0 0,4 11 1076 0 0,1-1 0 0 0,0 1 0 0 0,0-1 0 0 0,0 0 0 0 0,0-7 0 0 0,-2-5-156 0 0,1 2 4618 0 0,5 30 7362 0 0,-1 3-8588 0 0,-3 4-3933 0 0,1-21 745 0 0,-1 11-289 0 0,1-8 21 0 0,-1 1 0 0 0,1-1 1 0 0,0 1-1 0 0,-1 0 0 0 0,0-1 1 0 0,0 1-1 0 0,0-1 0 0 0,0 0 0 0 0,-2 4 1 0 0,-4 8-3 0 0,6-11 1 0 0,-1 0-1 0 0,0 1 0 0 0,-1-1 1 0 0,1 0-1 0 0,-1 0 0 0 0,1-1 0 0 0,-1 1 1 0 0,0 0-1 0 0,0-1 0 0 0,-1 0 0 0 0,1 1 1 0 0,-1-1-1 0 0,0-1 0 0 0,0 1 1 0 0,0-1-1 0 0,0 1 0 0 0,0-1 0 0 0,-6 2 1 0 0,-41 13-157 0 0,46-16 47 0 0,-1 0 1 0 0,0 0-1 0 0,0-1 0 0 0,1 0 0 0 0,-1 0 0 0 0,0-1 1 0 0,1 0-1 0 0,-10-1 0 0 0,1-3-84 0 0,1 0-1 0 0,-26-14 1 0 0,37 18 342 0 0,0 0-1 0 0,0-1 1 0 0,1 1 0 0 0,-1-1-1 0 0,0 1 1 0 0,1-1 0 0 0,0 1 0 0 0,-1-1-1 0 0,1 0 1 0 0,-2-4 0 0 0,-10-25-2292 0 0,4-25-4871 0 0,8 12 2008 0 0,1-1 3609 0 0,-1-40 1670 0 0,0 8 107 0 0,1 24-43 0 0,-9-59 1 0 0,-57-184 767 0 0,53 252-1026 0 0,12 42-192 0 0,1 2-85 0 0,-1 0 117 0 0,1-1 0 0 0,0 1 0 0 0,-1-1 0 0 0,1 1 0 0 0,-1-1 0 0 0,1 1 0 0 0,0-1 0 0 0,-1 0 0 0 0,1 1 0 0 0,0-1 0 0 0,0 1 0 0 0,-1-1 0 0 0,1 0 0 0 0,0 1 0 0 0,0-1 0 0 0,0 0 0 0 0,0 1 0 0 0,0-1 0 0 0,0 0 0 0 0,-1-2-3292 0 0,-7 17 4380 0 0,1 3 12831 0 0,-6 8-10574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9:33.873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0 916 0 0,'6'2'15547'0'0,"8"3"-7779"0"0,12 46-5798 0 0,-25-50-1999 0 0,-1 0 0 0 0,1 0 0 0 0,-1 0 0 0 0,1 0 0 0 0,0 0 0 0 0,0 0 0 0 0,-1 0 0 0 0,1 0 0 0 0,0 0 0 0 0,0 0-1 0 0,0 0 1 0 0,0 0 0 0 0,0-1 0 0 0,0 1 0 0 0,0 0 0 0 0,1-1 0 0 0,-1 1 0 0 0,0-1 0 0 0,0 1 0 0 0,0-1 0 0 0,1 1 0 0 0,-1-1 0 0 0,0 0 0 0 0,0 0 0 0 0,1 0 0 0 0,-1 0 0 0 0,0 1 0 0 0,3-2 0 0 0,0 0-42 0 0,-1-1 1 0 0,1 1 0 0 0,0-1-1 0 0,0 0 1 0 0,-1-1 0 0 0,0 1-1 0 0,1 0 1 0 0,3-5 0 0 0,0 1 1558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9:34.123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0 971 0 0,'0'0'5827'0'0,"4"8"-1879"0"0,1 1 6172 0 0,-1 0-4931 0 0,1 3-3605 0 0,1 6-3121 0 0,-5-17 987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9:34.60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12 0 629 0 0,'0'0'2165'0'0,"2"13"2059"0"0,4 6 13321 0 0,-4-18-15894 0 0,-23-23-6358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9:35.413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105 74 498 0 0,'-5'-5'1698'0'0,"4"4"-932"0"0,1 0-1 0 0,-1 0 1 0 0,0 1 0 0 0,0-1-1 0 0,0 0 1 0 0,1 0-1 0 0,-1 0 1 0 0,0 0-1 0 0,1 0 1 0 0,-1 0-1 0 0,1 0 1 0 0,-1 0-1 0 0,1 0 1 0 0,-1 0-1 0 0,1 0 1 0 0,0-1 0 0 0,0 1-1 0 0,-1 0 1 0 0,1 0-1 0 0,0 0 1 0 0,0 0-1 0 0,0-1 1 0 0,0 1-1 0 0,1 0 1 0 0,-1-2-1 0 0,15-15 3337 0 0,12 3-4113 0 0,-25 14 22 0 0,21-4-6 0 0,-21 5-7 0 0,-2 0 2 0 0,1 0 0 0 0,0 0-1 0 0,0 0 1 0 0,0 0 0 0 0,0 0 0 0 0,0 0 0 0 0,-1 0 0 0 0,1 0 0 0 0,0 0 0 0 0,0 0 0 0 0,0 1 0 0 0,0-1 0 0 0,-1 0 0 0 0,1 0 0 0 0,0 1 0 0 0,0-1 0 0 0,-1 1 0 0 0,1-1 0 0 0,0 1-1 0 0,0-1 1 0 0,-1 1 0 0 0,1-1 0 0 0,-1 1 0 0 0,1 0 0 0 0,0-1 0 0 0,-1 1 0 0 0,1 0 0 0 0,-1-1 0 0 0,0 1 0 0 0,1 0 0 0 0,-1 0 0 0 0,1-1 0 0 0,-1 1 0 0 0,0 0 0 0 0,0 0 0 0 0,0 0-1 0 0,1 0 1 0 0,-1-1 0 0 0,0 1 0 0 0,0 0 0 0 0,0 0 0 0 0,0 0 0 0 0,0 1 0 0 0,-1 3-75 0 0,0 0 0 0 0,-1-1 0 0 0,1 1 1 0 0,-1 0-1 0 0,0-1 0 0 0,0 1 0 0 0,0-1 0 0 0,-1 1 0 0 0,1-1 0 0 0,-1 0 0 0 0,0 0 0 0 0,0 0 1 0 0,-1-1-1 0 0,1 1 0 0 0,-1-1 0 0 0,-5 5 0 0 0,-1-1-454 0 0,0 0 0 0 0,0-1 1 0 0,0 0-1 0 0,-1 0 0 0 0,-17 6 0 0 0,1-3-1007 0 0,-3-1-319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0:22.95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1851 10 974 0 0,'-7'-6'21876'0'0,"1"3"-18513"0"0,9 21-3363 0 0,2 1 1 0 0,0 0-1 0 0,1-1 0 0 0,15 30 0 0 0,-14-36 0 0 0,0-1 0 0 0,2 0 0 0 0,-1 0 0 0 0,1-1 0 0 0,0 0 0 0 0,18 14 0 0 0,1 0-18 0 0,0 2 1 0 0,33 41-1 0 0,-59-65 60 0 0,-3 0-39 0 0,-5 36 2 0 0,3-34-5 0 0,1 0 0 0 0,-1 0 0 0 0,0-1 0 0 0,0 0 0 0 0,-1 1 0 0 0,1-1 1 0 0,-1 0-1 0 0,1-1 0 0 0,-1 1 0 0 0,0-1 0 0 0,0 1 0 0 0,0-1 0 0 0,0 0 0 0 0,-1-1 0 0 0,-5 3 0 0 0,-6 1 1 0 0,0-1-1 0 0,-33 5 1 0 0,27-7-2580 0 0,-1 0 1 0 0,-34-2 0 0 0,51 0 2003 0 0,1 0 0 0 0,-1-1 0 0 0,0 0 0 0 0,0 0 0 0 0,0-1 0 0 0,0 0 0 0 0,1 0 0 0 0,-1 0 0 0 0,1 0 0 0 0,0-1 0 0 0,-1 0 0 0 0,1 0 0 0 0,1-1 0 0 0,-1 1 0 0 0,-4-5 0 0 0,6 5 683 0 0,1 0 0 0 0,-1-1 0 0 0,1 1-1 0 0,0-1 1 0 0,0 1 0 0 0,1-1-1 0 0,-1 0 1 0 0,1 0 0 0 0,0 1 0 0 0,0-1-1 0 0,0 0 1 0 0,0 0 0 0 0,0 0 0 0 0,1 0-1 0 0,0-1 1 0 0,0 1 0 0 0,0 0-1 0 0,1 0 1 0 0,-1 0 0 0 0,1 0 0 0 0,0 0-1 0 0,1-4 1 0 0,18-39 3105 0 0,5 9 6771 0 0,-21 34-9874 0 0,1 0 0 0 0,-1 0-1 0 0,1 1 1 0 0,0-1-1 0 0,0 1 1 0 0,0 0-1 0 0,1 0 1 0 0,-1 1-1 0 0,1 0 1 0 0,8-3-1 0 0,-3 1-72 0 0,-9 3-48 0 0,1 0-13 0 0,1 0 8 0 0,-1 1 0 0 0,1-1 0 0 0,-1 1 0 0 0,1-1 0 0 0,0 1 0 0 0,5 1 0 0 0,-8-1 20 0 0,0 0 1 0 0,0 0-1 0 0,0 1 1 0 0,0-1-1 0 0,0 0 0 0 0,0 1 1 0 0,0-1-1 0 0,0 0 1 0 0,0 1-1 0 0,0-1 0 0 0,0 1 1 0 0,-1-1-1 0 0,1 1 1 0 0,0 0-1 0 0,0-1 0 0 0,-1 1 1 0 0,1 0-1 0 0,0 0 1 0 0,-1-1-1 0 0,1 1 0 0 0,-1 0 1 0 0,2 1-1 0 0,7 38 60 0 0,-8-37-64 0 0,0 0 0 0 0,-1 0 0 0 0,0 0 0 0 0,0 0 0 0 0,0 0 0 0 0,0 0 0 0 0,0 1 0 0 0,-1-1 0 0 0,1 0 0 0 0,-1 0 0 0 0,0 0 0 0 0,-2 5 0 0 0,2-6 0 0 0,-1 2-163 0 0,1 1 0 0 0,-1 0 0 0 0,-1-1 0 0 0,1 0 0 0 0,-1 1 1 0 0,1-1-1 0 0,-1 0 0 0 0,-1 0 0 0 0,1-1 0 0 0,0 1 1 0 0,-1-1-1 0 0,0 1 0 0 0,0-1 0 0 0,0 0 0 0 0,0 0 0 0 0,0-1 1 0 0,-1 1-1 0 0,1-1 0 0 0,-1 0 0 0 0,1-1 0 0 0,-1 1 0 0 0,-5 1 1 0 0,-1 1-199 0 0,-51 19-8510 0 0,-7-4 4782 0 0,57-16 4013 0 0,0-1 0 0 0,0 0 0 0 0,0-1 1 0 0,-1 0-1 0 0,1-1 0 0 0,0 0 0 0 0,0-1 0 0 0,0-1 0 0 0,-14-2 0 0 0,-4-11 1614 0 0,26 11-534 0 0,-1 0 0 0 0,1 0-1 0 0,0-1 1 0 0,0 1 0 0 0,0-1-1 0 0,-5-8 1 0 0,6 7 451 0 0,-1-1 0 0 0,1 0 0 0 0,0 0 1 0 0,-3-13-1 0 0,2-11 528 0 0,4 28-1994 0 0,-6-19-315 0 0,2 30 353 0 0,0-1 18 0 0,0-1-1 0 0,0 0 1 0 0,0 0-1 0 0,-1 0 1 0 0,0 0-1 0 0,-10 8 1 0 0,11-10-45 0 0,0-1-1 0 0,0 0 1 0 0,0 0 0 0 0,-1 0 0 0 0,1 0 0 0 0,-1-1 0 0 0,1 0 0 0 0,-1 0 0 0 0,0 0 0 0 0,0 0 0 0 0,0-1 0 0 0,0 0 0 0 0,0 0-1 0 0,0 0 1 0 0,0-1 0 0 0,0 0 0 0 0,0 0 0 0 0,0 0 0 0 0,0 0 0 0 0,-1-1 0 0 0,1 0 0 0 0,0 0 0 0 0,0 0 0 0 0,1-1 0 0 0,-8-2-1 0 0,9 2 0 0 0,1 0 0 0 0,-1 1 0 0 0,0-1 0 0 0,1 0 0 0 0,0-1 0 0 0,0 1 0 0 0,-1 0 0 0 0,1-1 0 0 0,1 1 0 0 0,-1-1 0 0 0,0 1 0 0 0,1-1 0 0 0,-1 0 0 0 0,1 0 0 0 0,0 0 0 0 0,-1-3 0 0 0,-9-43 15 0 0,10 47-18 0 0,1 3-259 0 0,1-1 272 0 0,-1 1 1 0 0,0-1-1 0 0,0 1 1 0 0,0 0-1 0 0,0-1 1 0 0,0 1-1 0 0,0-1 1 0 0,-1 1-1 0 0,1 0 1 0 0,0-1-1 0 0,0 1 1 0 0,0-1-1 0 0,0 1 0 0 0,-1-1 1 0 0,1 1-1 0 0,0-1 1 0 0,-1 1-1 0 0,1-1 1 0 0,0 1-1 0 0,-1-1 1 0 0,1 1-1 0 0,0-1 1 0 0,-1 0-1 0 0,1 1 1 0 0,-2 0-1 0 0,-15 22 19 0 0,14-19-30 0 0,-27 18 1018 0 0,23-19-2587 0 0,0 0 0 0 0,1 0 0 0 0,-1 0 0 0 0,0-1-1 0 0,0 0 1 0 0,0-1 0 0 0,0 1 0 0 0,-1-1 0 0 0,1-1 0 0 0,0 1 0 0 0,-14-2-1 0 0,-20-8 1534 0 0,38 7 70 0 0,0 0-1 0 0,0 0 1 0 0,0-1-1 0 0,0 1 1 0 0,0-1-1 0 0,1 0 1 0 0,-1 1 0 0 0,1-1-1 0 0,0 0 1 0 0,0 0-1 0 0,0-1 1 0 0,-2-4-1 0 0,-1 1-376 0 0,4 5 171 0 0,-1-8 4548 0 0,-2-3-4543 0 0,-1 3-5739 0 0,3 10 7665 0 0,3 18 11600 0 0,0-5-8329 0 0,-1-3-5488 0 0,-1-9 463 0 0,2-1-3 0 0,-1 1 0 0 0,0-1 0 0 0,0 0 0 0 0,0 0 0 0 0,0 0 0 0 0,0 0 0 0 0,0 0-1 0 0,1 0 1 0 0,-1 0 0 0 0,0 0 0 0 0,0 0 0 0 0,0 0 0 0 0,0 0 0 0 0,0 0 0 0 0,0 1 0 0 0,0-1 0 0 0,0 0 0 0 0,0 0 0 0 0,1 0 0 0 0,-1 0 0 0 0,0 0 0 0 0,0 0 0 0 0,0 1 0 0 0,0-1 0 0 0,0 0 0 0 0,0 0 0 0 0,0 0 0 0 0,0 0 0 0 0,0 0 0 0 0,0 1 0 0 0,0-1 0 0 0,0 0 0 0 0,0 0 0 0 0,0 0 0 0 0,0 0 0 0 0,0 0 0 0 0,0 0 0 0 0,0 1-1 0 0,0-1 1 0 0,0 0 0 0 0,0 0 0 0 0,0 0 0 0 0,-1 0 0 0 0,1 0 0 0 0,0 0 0 0 0,0 1 0 0 0,0-1 0 0 0,0 0 0 0 0,0 0 0 0 0,0 0 0 0 0,0 0 0 0 0,0 0 0 0 0,0 0 0 0 0,-1 0 0 0 0,1 0 0 0 0,0 0 0 0 0,0 1 0 0 0,0-1 0 0 0,0 0 0 0 0,-13 14-3 0 0,-21 18-2 0 0,28-27 5 0 0,-4-1-19 0 0,1-1 0 0 0,-1 0 0 0 0,0-1 0 0 0,0 0 0 0 0,0 0 0 0 0,0-1 0 0 0,-1 0 0 0 0,-11-2 0 0 0,19 1-154 0 0,1 0 0 0 0,-1 0 0 0 0,0-1 0 0 0,1 1 0 0 0,-1-1 0 0 0,1 0 0 0 0,-1 0 0 0 0,1 0 0 0 0,-1 0 0 0 0,1 0 0 0 0,0-1 0 0 0,-1 1 0 0 0,1-1-1 0 0,0 1 1 0 0,0-1 0 0 0,0 0 0 0 0,0 0 0 0 0,1 0 0 0 0,-1 0 0 0 0,0 0 0 0 0,-2-4 0 0 0,2 0-1243 0 0,-1 1 0 0 0,1-1 1 0 0,0 0-1 0 0,1 0 0 0 0,0 0 0 0 0,-1-9 0 0 0,1 10-508 0 0,1 4 961 0 0,-5-23-149 0 0,3 20 1142 0 0,-10-19-128 0 0,12 23 97 0 0,0-1 0 0 0,0 1 0 0 0,0 0 0 0 0,0 0 0 0 0,0 0 0 0 0,0 0 0 0 0,-1 0 0 0 0,1 0 0 0 0,0 0 0 0 0,0-1 0 0 0,0 1 0 0 0,0 0 0 0 0,0 0 0 0 0,0 0 1 0 0,0 0-1 0 0,0 0 0 0 0,-1 0 0 0 0,1 0 0 0 0,0 0 0 0 0,0 0 0 0 0,0 0 0 0 0,0 0 0 0 0,0 0 0 0 0,0 0 0 0 0,0 0 0 0 0,-1 0 0 0 0,1 0 0 0 0,0 0 0 0 0,0 0 0 0 0,0 0 0 0 0,0 0 0 0 0,0 0 0 0 0,-1 0 0 0 0,1 0 1 0 0,0 0-1 0 0,0 0 0 0 0,0 0 0 0 0,0 0 0 0 0,0 0 0 0 0,0 0 0 0 0,0 0 0 0 0,-1 0 0 0 0,1 0 0 0 0,0 0 0 0 0,0 0 0 0 0,0 0 0 0 0,0 1 0 0 0,0-1 0 0 0,0 0 0 0 0,-2 16 105 0 0,1-13-10 0 0,0 0-1 0 0,0 0 0 0 0,0 0 0 0 0,0 0 1 0 0,0-1-1 0 0,-1 1 0 0 0,1 0 0 0 0,-1-1 1 0 0,0 1-1 0 0,0-1 0 0 0,0 1 0 0 0,-3 2 1 0 0,-29 27-1298 0 0,31-30 1386 0 0,0 0 0 0 0,0 0 0 0 0,0 0 0 0 0,0 0-1 0 0,-1-1 1 0 0,1 1 0 0 0,-1-1 0 0 0,1 0-1 0 0,-1 0 1 0 0,0 0 0 0 0,1-1 0 0 0,-1 1-1 0 0,0-1 1 0 0,0 0 0 0 0,1 0 0 0 0,-1 0 0 0 0,0 0-1 0 0,0-1 1 0 0,1 0 0 0 0,-1 1 0 0 0,-6-4-1 0 0,4 3-449 0 0,1-1-1 0 0,0-1 1 0 0,0 1-1 0 0,1-1 1 0 0,-1 0-1 0 0,0 0 1 0 0,1 0-1 0 0,0 0 1 0 0,0-1-1 0 0,0 0 1 0 0,0 0-1 0 0,-5-6 1 0 0,9 9-53 0 0,-14-15 160 0 0,18 30 2107 0 0,4 9 5424 0 0,-1-1-572 0 0,-3-8-5034 0 0,-1 0-2536 0 0,0 0 0 0 0,-1-1 1 0 0,-1 1-1 0 0,0 0 1 0 0,-1 0-1 0 0,0 0 0 0 0,-1 0 1 0 0,-1 0-1 0 0,0 0 0 0 0,-1-1 1 0 0,-1 1-1 0 0,0-1 1 0 0,0 1-1 0 0,-2-1 0 0 0,1-1 1 0 0,-2 1-1 0 0,0-1 1 0 0,0 0-1 0 0,-16 19 0 0 0,17-24 821 0 0,0 0-1 0 0,1-1 1 0 0,-2 0-1 0 0,1 0 1 0 0,-1 0-1 0 0,0-1 1 0 0,0 0-1 0 0,-1 0 1 0 0,1-1 0 0 0,-1 0-1 0 0,0 0 1 0 0,0-1-1 0 0,0 0 1 0 0,-1 0-1 0 0,1-1 1 0 0,-11 1-1 0 0,4 0-27 0 0,0-2 1 0 0,0 0-1 0 0,0-1 0 0 0,0 0 0 0 0,0-1 0 0 0,0-1 1 0 0,0 0-1 0 0,1-1 0 0 0,-1-1 0 0 0,1 0 0 0 0,-19-9 0 0 0,24 10-17 0 0,1-1 0 0 0,0-1 0 0 0,0 0 0 0 0,1 0 0 0 0,-1 0 0 0 0,1-1 0 0 0,0 0 0 0 0,1 0 0 0 0,-1-1 0 0 0,1 0 0 0 0,1 0 0 0 0,-1 0 0 0 0,1-1 0 0 0,1 1 0 0 0,-1-1 0 0 0,1-1 0 0 0,1 1 0 0 0,-1 0 0 0 0,-3-18 0 0 0,5 18-33 0 0,1 0-1 0 0,-1-1 0 0 0,2 1 1 0 0,-1 0-1 0 0,1-1 1 0 0,1 1-1 0 0,0 0 1 0 0,0-1-1 0 0,0 1 1 0 0,1 0-1 0 0,0 0 1 0 0,1 0-1 0 0,0 0 1 0 0,6-12-1 0 0,-3 10-299 0 0,1 0 0 0 0,0 0 1 0 0,1 1-1 0 0,0-1 0 0 0,0 2 0 0 0,1-1 0 0 0,0 2 0 0 0,0-1 0 0 0,17-9 0 0 0,8-4-1698 0 0,0 2 1 0 0,67-26-1 0 0,-66 32-95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0:23.54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68 0 987 0 0,'0'0'2625'0'0,"-25"3"17071"0"0,7 11-16937 0 0,14-10-2742 0 0,2 0-1 0 0,-1 1 0 0 0,0-1 0 0 0,1 0 0 0 0,0 1 1 0 0,0 0-1 0 0,0-1 0 0 0,-2 11 0 0 0,4-14-26 0 0,2 18-95 0 0,0-15-3052 0 0,27-18 5968 0 0,-19 8-3563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0:23.79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1 1322 0 0,'1'1'14084'0'0,"4"7"-6498"0"0,-1 0-4381 0 0,-3-7-3310 0 0,12 31 6 0 0,-12-31 65 0 0,0 0-1 0 0,-1 0 0 0 0,1 0 0 0 0,-1 1 0 0 0,0-1 1 0 0,1 0-1 0 0,-1 0 0 0 0,0 0 0 0 0,0 1 0 0 0,0-1 0 0 0,0 0 1 0 0,0 1-1 0 0,0-1 0 0 0,0 0 0 0 0,0 0 0 0 0,-1 3 1 0 0,-1 7 846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0:24.30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14 1 1104 0 0,'3'0'21842'0'0,"-5"1"-21644"0"0,1 0 0 0 0,0 0-1 0 0,0 0 1 0 0,-1 1 0 0 0,1-1-1 0 0,0 0 1 0 0,0 1 0 0 0,0-1 0 0 0,0 1-1 0 0,1-1 1 0 0,-1 1 0 0 0,0-1-1 0 0,1 1 1 0 0,-1 0 0 0 0,1-1 0 0 0,-1 1-1 0 0,1 0 1 0 0,0 1 0 0 0,1 18-3014 0 0,1-20 2895 0 0,0-1 0 0 0,-1 1 0 0 0,1-1 0 0 0,0 1 0 0 0,0-1 0 0 0,0 0 0 0 0,0 0 0 0 0,0 0 0 0 0,0 0 0 0 0,0 0 0 0 0,-1 0 0 0 0,1 0 0 0 0,0-1 0 0 0,0 1 0 0 0,0-1 0 0 0,0 1 0 0 0,0-1 0 0 0,-1 0 0 0 0,1 1 0 0 0,0-1 0 0 0,-1 0 0 0 0,1 0 0 0 0,-1 0 0 0 0,1-1 0 0 0,-1 1-1 0 0,3-2 2 0 0,6-4 114 0 0,-1 2-194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0:24.49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12 1 778 0 0,'10'1'4982'0'0,"-17"8"3179"0"0,5-7-8292 0 0,1-1 1385 0 0,-10 13 988 0 0,21-9-3975 0 0,-9-5 2323 0 0,0 0 0 0 0,1 1-1 0 0,-1-1 1 0 0,1 0 0 0 0,-1 0-1 0 0,1 0 1 0 0,-1 0-1 0 0,0 0 1 0 0,1-1 0 0 0,-1 1-1 0 0,1 0 1 0 0,-1-1-1 0 0,1 1 1 0 0,1-1 0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0:25.26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8 1 1259 0 0,'0'0'3256'0'0,"5"9"414"0"0,2 7 11733 0 0,-6-13-12777 0 0,0 12-2626 0 0,-5-13 0 0 0,3-2 0 0 0,1 1 0 0 0,0-1 0 0 0,-1 0-1 0 0,1 0 1 0 0,0 1 0 0 0,0-1 0 0 0,0 0 0 0 0,0 0 0 0 0,-1 0 0 0 0,1 0 0 0 0,0 1 0 0 0,0-1 0 0 0,0 0 0 0 0,-1 0 0 0 0,1 0 0 0 0,0 0 0 0 0,0 0 0 0 0,-1 1 0 0 0,1-1 0 0 0,0 0 0 0 0,0 0 0 0 0,-1 0 0 0 0,1 0 0 0 0,0 0 0 0 0,-1 0 0 0 0,1 0-1 0 0,0 0 1 0 0,0 0 0 0 0,-1 0 0 0 0,1 0 0 0 0,0 0 0 0 0,0 0 0 0 0,-1 0 0 0 0,1-1 0 0 0,0 1 0 0 0,0 0 0 0 0,-1 0 0 0 0,1 0 0 0 0,0 0 0 0 0,0 0 0 0 0,0-1 0 0 0,-1 1 0 0 0,1 0 0 0 0,0 0 0 0 0,0 0 0 0 0,0 0 0 0 0,-1-1 0 0 0,1 1 0 0 0,0 0-1 0 0,0 0 1 0 0,0-1 0 0 0,0 1 0 0 0,0 0 0 0 0,0 0 0 0 0,0-1 0 0 0,-1 1 0 0 0,1 0 0 0 0,0 0 0 0 0,0-1 0 0 0,0 1 0 0 0,0 0 0 0 0,0-1 0 0 0,-4-6-40 0 0,3 5-233 0 0,3-12-192 0 0,0 6-275 0 0,-2 2-2913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0:25.84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16 852 0 0,'2'-2'1567'0'0,"0"1"-1"0"0,-1 0 1 0 0,1 0-1 0 0,0 0 1 0 0,0 0-1 0 0,0 0 1 0 0,0 1 0 0 0,0-1-1 0 0,0 1 1 0 0,1-1-1 0 0,-1 1 1 0 0,0 0-1 0 0,0-1 1 0 0,0 1-1 0 0,4 1 1 0 0,5-2-1693 0 0,-4-1 481 0 0,3 0-442 0 0,7 1-4361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0:55.36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19 15 880 0 0,'-3'1'7528'0'0,"-12"7"4259"0"0,20-5-11567 0 0,0 0 0 0 0,0-1 0 0 0,0 1 0 0 0,0-1 0 0 0,1 0-1 0 0,-1 0 1 0 0,0-1 0 0 0,1 0 0 0 0,0 1 0 0 0,7-1-1 0 0,67 2 3011 0 0,-55-2-2859 0 0,409-19-8077 0 0,-107 1 3380 0 0,-142 14 16356 0 0,-164 2-11818 0 0,9 0-3605 0 0,-42-4 5608 0 0,12 5-2204 0 0,-1 0 0 0 0,1-1 0 0 0,-1 1-1 0 0,0-1 1 0 0,1 1 0 0 0,-1 0 0 0 0,0-1-1 0 0,1 1 1 0 0,-1 0 0 0 0,0-1 0 0 0,0 1 0 0 0,1 0-1 0 0,-1 0 1 0 0,0 0 0 0 0,0 0 0 0 0,1 0-1 0 0,-1 0 1 0 0,0 0 0 0 0,0 0 0 0 0,0 0-1 0 0,0 1 1 0 0,-12 1-2184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0:56.58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215 18 1077 0 0,'-2'-5'11700'0'0,"-7"-7"-460"0"0,8 15-11149 0 0,-1 0 0 0 0,1 0 0 0 0,0 0 0 0 0,0 0 0 0 0,0 0 0 0 0,0 0 0 0 0,1 0 0 0 0,-1 0 0 0 0,1 1 0 0 0,0-1 0 0 0,0 0 0 0 0,0 0 0 0 0,0 1 0 0 0,1-1 0 0 0,-1 0 0 0 0,1 0 0 0 0,0 0 0 0 0,0 0-1 0 0,0 0 1 0 0,2 4 0 0 0,3 19 196 0 0,-4 19-287 0 0,-5 48 0 0 0,1 38 0 0 0,0-112-1 0 0,1-15 1 0 0,0 1 0 0 0,1-1 0 0 0,0 1 0 0 0,0-1-1 0 0,0 0 1 0 0,0 1 0 0 0,1-1 0 0 0,0 1 0 0 0,0-1 0 0 0,0 0-1 0 0,2 5 1 0 0,-2-7-4 0 0,2-5 5 0 0,0 0 1 0 0,0 0-1 0 0,0-1 0 0 0,0 1 0 0 0,-1-1 0 0 0,1 0 1 0 0,3-8-1 0 0,-6 12-5 0 0,32-52-436 0 0,-17 30-320 0 0,15-31 1 0 0,-19 29 1520 0 0,-1 4-3261 0 0,-9 19 2571 0 0,-8 12 2953 0 0,-14 22-4658 0 0,-23 47-7859 0 0,11-19 7774 0 0,18-34 1662 0 0,-3-1 305 0 0,17-25-214 0 0,-11-7 1786 0 0,-26-26 7920 0 0,30 25-8075 0 0,-115-78-11548 0 0,122 83 9938 0 0,-13-6-2536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0:58.41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22 53 879 0 0,'0'0'927'0'0,"-22"0"12306"0"0,29 3-12415 0 0,1 0 1 0 0,-1 0-1 0 0,0-1 1 0 0,1 0-1 0 0,-1 0 0 0 0,1-1 1 0 0,0 0-1 0 0,-1 0 1 0 0,1-1-1 0 0,0 0 1 0 0,9-1-1 0 0,13 2 536 0 0,706-32-12583 0 0,-685 27 11094 0 0,7 0 643 0 0,137-13 379 0 0,-69 2 9035 0 0,-123 15-9894 0 0,14 1-102 0 0,-24 1-99 0 0,-20 8-343 0 0,17-4-1799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9:53.96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152 6 945 0 0,'0'0'7851'0'0,"-18"-6"-6273"0"0,64 18 11593 0 0,-9-4-9632 0 0,-6 3-4416 0 0,79 45 865 0 0,-108-56 29 0 0,6 6-15 0 0,-8-5-2 0 0,1-1 1 0 0,-1 0 0 0 0,0 1 0 0 0,0-1 0 0 0,0 0 0 0 0,1 1 0 0 0,-1-1 0 0 0,0 0-1 0 0,0 1 1 0 0,0-1 0 0 0,0 1 0 0 0,0-1 0 0 0,0 0 0 0 0,0 1 0 0 0,0-1-1 0 0,0 1 1 0 0,0-1 0 0 0,0 0 0 0 0,0 1 0 0 0,0-1 0 0 0,0 1 0 0 0,0-1 0 0 0,-1 0-1 0 0,1 1 1 0 0,0-1 0 0 0,0 1 0 0 0,0-1 0 0 0,-1 0 0 0 0,1 1 0 0 0,0-1-1 0 0,0 0 1 0 0,-1 0 0 0 0,1 1 0 0 0,0-1 0 0 0,-1 0 0 0 0,1 0 0 0 0,0 1 0 0 0,-1-1-1 0 0,1 0 1 0 0,0 0 0 0 0,-1 0 0 0 0,1 1 0 0 0,0-1 0 0 0,-1 0 0 0 0,1 0-1 0 0,-1 0 1 0 0,-18 11-196 0 0,18-11 165 0 0,-249 110-15058 0 0,160-63 14830 0 0,88-46 236 0 0,5-4-3866 0 0,5-16 21953 0 0,-6 16-20354 0 0,2-6 175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9:54.74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353 109 718 0 0,'0'0'1634'0'0,"-8"0"7502"0"0,-11 0-3195 0 0,18 0-3756 0 0,-23 0 4035 0 0,21 0-6199 0 0,1 0-1 0 0,-1-1 1 0 0,0 1 0 0 0,0-1-1 0 0,1 0 1 0 0,-1 0-1 0 0,0 0 1 0 0,1 0 0 0 0,-1 0-1 0 0,1-1 1 0 0,-1 1-1 0 0,1-1 1 0 0,0 0 0 0 0,0 0-1 0 0,0 1 1 0 0,0-1-1 0 0,-4-4 1 0 0,6 4-37 0 0,16-29 4 0 0,-9 24-1140 0 0,0 1 0 0 0,1 0 1 0 0,0 0-1 0 0,0 1 0 0 0,0 0 1 0 0,0 0-1 0 0,15-5 0 0 0,-22 9 159 0 0,37 3-8276 0 0,-29-1 9248 0 0,-7-1-196 0 0,23 17 1982 0 0,-23-14-1099 0 0,-1 0-1 0 0,0 0 1 0 0,1-1 0 0 0,-1 1-1 0 0,0 0 1 0 0,-1 1 0 0 0,1-1-1 0 0,0 0 1 0 0,-1 0 0 0 0,0 0-1 0 0,1 0 1 0 0,-1 0 0 0 0,-1 1-1 0 0,1-1 1 0 0,0 0 0 0 0,-1 0-1 0 0,1 0 1 0 0,-1 0 0 0 0,0 0-1 0 0,0 0 1 0 0,-1 0 0 0 0,-1 4-1 0 0,-17 33 1990 0 0,0-9-4641 0 0,-22 20-6731 0 0,-5-5 4126 0 0,27-30 4054 0 0,0 0 1 0 0,-2-2-1 0 0,0 0 1 0 0,0-1-1 0 0,-1-2 1 0 0,-31 12-1 0 0,-36 3-4632 0 0,70-23 3201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9:56.64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776 533 1073 0 0,'14'-11'6927'0'0,"-19"16"-4334"0"0,-6 19 10833 0 0,10-21-11231 0 0,-5 37-2195 0 0,5-27-3 0 0,-1 0 0 0 0,0-1 1 0 0,-2 1-1 0 0,-8 23 0 0 0,12-35 13 0 0,-12 3-12 0 0,-1 0 3 0 0,3-4 3 0 0,-6-4-7 0 0,12 3-43 0 0,1 1-1 0 0,-1-1 1 0 0,0-1-1 0 0,0 1 1 0 0,1-1-1 0 0,-1 1 1 0 0,1-1 0 0 0,-1 0-1 0 0,1 0 1 0 0,0 0-1 0 0,-1-1 1 0 0,1 1-1 0 0,1-1 1 0 0,-1 0-1 0 0,0 0 1 0 0,1 0-1 0 0,-3-4 1 0 0,3 5-612 0 0,1-1 0 0 0,0 1 0 0 0,0-1 1 0 0,0 0-1 0 0,0 1 0 0 0,0-1 0 0 0,1 0 0 0 0,-1-4 1 0 0,1 5 353 0 0,-1-12-1456 0 0,0 3-5901 0 0,1 17 7617 0 0,-1 0-1 0 0,0 0 0 0 0,0 0 0 0 0,0-1 0 0 0,-1 1 0 0 0,1 0 0 0 0,-1-1 1 0 0,-1 1-1 0 0,1-1 0 0 0,-1 1 0 0 0,0-1 0 0 0,0 0 0 0 0,-1 0 1 0 0,1-1-1 0 0,-1 1 0 0 0,0-1 0 0 0,0 0 0 0 0,-1 0 0 0 0,1 0 0 0 0,-11 6 1 0 0,13-8 41 0 0,0 0 1 0 0,0-1 0 0 0,-1 1 0 0 0,1-1-1 0 0,0 0 1 0 0,-1 0 0 0 0,1 0 0 0 0,-1 0-1 0 0,1 0 1 0 0,-1 0 0 0 0,0-1 0 0 0,1 1-1 0 0,-1-1 1 0 0,0 0 0 0 0,1 0 0 0 0,-1 0-1 0 0,0 0 1 0 0,1 0 0 0 0,-1 0 0 0 0,0-1-1 0 0,1 1 1 0 0,-1-1 0 0 0,0 0 0 0 0,1 0-1 0 0,-1 0 1 0 0,1 0 0 0 0,0 0 0 0 0,-1-1-1 0 0,1 1 1 0 0,0-1 0 0 0,0 1 0 0 0,0-1-1 0 0,0 0 1 0 0,0 0 0 0 0,-2-2 0 0 0,1 0 128 0 0,0-1 0 0 0,0 1 0 0 0,0-1 0 0 0,0 0 1 0 0,1 0-1 0 0,0 0 0 0 0,0 0 0 0 0,0 0 0 0 0,0 0 0 0 0,1-1 1 0 0,0 1-1 0 0,0 0 0 0 0,1-1 0 0 0,-1 1 0 0 0,1-1 1 0 0,1-5-1 0 0,-1 9-109 0 0,-3 14 2417 0 0,2 4 3350 0 0,-3-8 561 0 0,-4 0-5563 0 0,6-5-782 0 0,-1 0 0 0 0,1 0 0 0 0,-1-1 0 0 0,0 1 0 0 0,0-1 0 0 0,-1 0 0 0 0,1 1 0 0 0,0-2 0 0 0,-1 1 0 0 0,1 0 0 0 0,-1-1 0 0 0,0 1 0 0 0,1-1 0 0 0,-1 0 0 0 0,0 0 0 0 0,0-1 0 0 0,-5 1 0 0 0,7 0 0 0 0,0-1 0 0 0,0 1 0 0 0,1-1 0 0 0,-1 0 0 0 0,0 1 0 0 0,0-1 0 0 0,0 0 0 0 0,0 0 0 0 0,0 0 0 0 0,0-1 0 0 0,0 1 0 0 0,0 0 0 0 0,1-1 0 0 0,-1 1 0 0 0,0-1 0 0 0,0 0 0 0 0,0 1 0 0 0,1-1 0 0 0,-1 0 0 0 0,0 0 0 0 0,-2-2 0 0 0,-6-4 0 0 0,5 3-131 0 0,1-2 0 0 0,-1 1 1 0 0,1 0-1 0 0,0-1 1 0 0,0 0-1 0 0,0 0 1 0 0,1 0-1 0 0,0 0 1 0 0,0-1-1 0 0,0 1 0 0 0,1-1 1 0 0,-2-8-1 0 0,4 13 126 0 0,-12-28-5252 0 0,9 41-5610 0 0,7 18 11747 0 0,-4-27-876 0 0,6 31 11161 0 0,0-3-5391 0 0,-5-29-5786 0 0,-1 0 10 0 0,0-1 0 0 0,0 0 0 0 0,1 0-1 0 0,-1 0 1 0 0,0 0 0 0 0,0 0 0 0 0,0 0 0 0 0,1 0-1 0 0,-1 1 1 0 0,0-1 0 0 0,0 0 0 0 0,0 0 0 0 0,0 0-1 0 0,1 1 1 0 0,-1-1 0 0 0,0 0 0 0 0,0 0-1 0 0,0 0 1 0 0,0 1 0 0 0,0-1 0 0 0,0 0 0 0 0,0 0-1 0 0,1 1 1 0 0,-1-1 0 0 0,0 0 0 0 0,0 0 0 0 0,0 1-1 0 0,0-1 1 0 0,0 0 0 0 0,0 0 0 0 0,0 1-1 0 0,0-1 1 0 0,0 0 0 0 0,0 0 0 0 0,-1 1 0 0 0,1-1-1 0 0,0 0 1 0 0,-6 15-231 0 0,-13 12-562 0 0,17-25 455 0 0,-4 4-993 0 0,-1-2 0 0 0,-1 1 0 0 0,1-1-1 0 0,-1 0 1 0 0,0-1 0 0 0,1 0 0 0 0,-2 0 0 0 0,1 0 0 0 0,0-1 0 0 0,-9 1-1 0 0,-16-1-147 0 0,0-6 4750 0 0,31 4-3254 0 0,-24-7-950 0 0,22 4 1029 0 0,0 0 0 0 0,1 0 0 0 0,-1 0 0 0 0,1 0 0 0 0,0-1 0 0 0,-1 0 0 0 0,2 1 0 0 0,-1-1 0 0 0,0 0 0 0 0,1 0 0 0 0,0-1 0 0 0,0 1 0 0 0,0 0 0 0 0,0-1 0 0 0,1 1 0 0 0,0-1 0 0 0,0 0 0 0 0,-1-6 0 0 0,2-5-248 0 0,0 1 1 0 0,1-1-1 0 0,0 1 0 0 0,5-20 1 0 0,2-20 109 0 0,7-61 416 0 0,1-15-241 0 0,-9 56-94 0 0,-3 48 33 0 0,-2 0-1 0 0,-1-1 1 0 0,-2-30 0 0 0,-1 47 152 0 0,1-7 1236 0 0,2 7 3263 0 0,0 10-3719 0 0,-7 17 3312 0 0,2-6-4277 0 0,-1 4 945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9:57.328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5 0 1134 0 0,'10'13'21526'0'0,"-10"-12"-20975"0"0,-9 26 2521 0 0,4-4-3144 0 0,5-21 56 0 0,14 5-320 0 0,-9-6-2541 0 0,13-12 5167 0 0,-17 9-2888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9:57.59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20 0 1003 0 0,'0'0'5202'0'0,"-3"17"-4048"0"0,1-11 2896 0 0,-5 8 6099 0 0,3-3-5243 0 0,4-9-4974 0 0,-1 0 1 0 0,1 0 0 0 0,0 0-1 0 0,0 0 1 0 0,0 0 0 0 0,0 0-1 0 0,0 0 1 0 0,0-1 0 0 0,0 1-1 0 0,0 0 1 0 0,1 0 0 0 0,-1 0-1 0 0,1 0 1 0 0,0 0 0 0 0,-1 0-1 0 0,1-1 1 0 0,1 3 0 0 0,-1-3 120 0 0,-1 0-1211 0 0,-9 9 3225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9:58.43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651 76 1102 0 0,'0'0'6603'0'0,"-6"-7"-2949"0"0,5 6-3203 0 0,0 1 0 0 0,1-1 0 0 0,-1 1 0 0 0,0-1 0 0 0,0 1 0 0 0,0-1 0 0 0,0 1 0 0 0,0 0 0 0 0,0-1 0 0 0,0 1 1 0 0,0 0-1 0 0,0 0 0 0 0,0 0 0 0 0,-1 0 0 0 0,1 0 0 0 0,0 0 0 0 0,0 0 0 0 0,0 0 0 0 0,0 0 0 0 0,0 1 0 0 0,0-1 0 0 0,0 0 0 0 0,0 1 1 0 0,0-1-1 0 0,0 1 0 0 0,0-1 0 0 0,1 1 0 0 0,-1-1 0 0 0,0 1 0 0 0,0-1 0 0 0,-1 2 0 0 0,0 0-30 0 0,-19 9-636 0 0,0 2 0 0 0,1 0 1 0 0,0 1-1 0 0,1 1 1 0 0,-21 22-1 0 0,39-36-233 0 0,0 0 0 0 0,0 0-1 0 0,0 1 1 0 0,0-1-1 0 0,0 0 1 0 0,0 0 0 0 0,0 1-1 0 0,0-1 1 0 0,1 0 0 0 0,-1 1-1 0 0,0-1 1 0 0,1 1-1 0 0,-1-1 1 0 0,1 1 0 0 0,0-1-1 0 0,0 1 1 0 0,-1-1 0 0 0,1 1-1 0 0,0 1 1 0 0,1-1 73 0 0,-1 1-1 0 0,1-1 1 0 0,-1 0 0 0 0,1 0-1 0 0,0 0 1 0 0,0 0 0 0 0,0 0-1 0 0,0 0 1 0 0,0 0 0 0 0,0 0-1 0 0,3 3 1 0 0,4 2 176 0 0,-1 0 1 0 0,1-1-1 0 0,0 1 1 0 0,12 7-1 0 0,-14-11 467 0 0,-3-1 396 0 0,0 0 0 0 0,0 0 0 0 0,0 0 1 0 0,-1 1-1 0 0,1-1 0 0 0,-1 1 1 0 0,1 0-1 0 0,-1-1 0 0 0,0 1 0 0 0,2 4 1 0 0,-3-5-658 0 0,-2 13 5955 0 0,-1 1-4599 0 0,0-10-1459 0 0,0 0 0 0 0,0 0 0 0 0,-1-1 1 0 0,1 1-1 0 0,-1 0 0 0 0,-1-1 0 0 0,1 0 0 0 0,-1 0 0 0 0,0 0 0 0 0,0 0 1 0 0,0-1-1 0 0,-8 7 0 0 0,4-5-873 0 0,-1 1 1 0 0,0-2-1 0 0,-1 1 1 0 0,1-1 0 0 0,-1-1-1 0 0,-17 6 1 0 0,3-4-1211 0 0,0 0 1 0 0,-43 4 0 0 0,-3-5 3852 0 0,52-4-1497 0 0,0-1 0 0 0,0-1-1 0 0,0 0 1 0 0,0-2 0 0 0,0 0 0 0 0,1-1-1 0 0,-22-7 1 0 0,35 10-140 0 0,-1-1 1 0 0,1 0-1 0 0,0 0 0 0 0,0 0 1 0 0,0 0-1 0 0,0 0 0 0 0,0-1 1 0 0,1 0-1 0 0,-1 0 0 0 0,1 0 1 0 0,0 0-1 0 0,0 0 0 0 0,0-1 1 0 0,0 0-1 0 0,1 1 0 0 0,-1-1 1 0 0,1 0-1 0 0,0 0 0 0 0,0 0 0 0 0,0 0 1 0 0,1-1-1 0 0,-1 1 0 0 0,1-1 1 0 0,0 1-1 0 0,1 0 0 0 0,-1-1 1 0 0,1 1-1 0 0,-1-1 0 0 0,1 0 1 0 0,1 1-1 0 0,-1-1 0 0 0,1 1 1 0 0,1-8-1 0 0,2-2-32 0 0,1 0 0 0 0,0 0 1 0 0,1 1-1 0 0,0-1 0 0 0,1 1 0 0 0,1 1 0 0 0,0 0 1 0 0,1 0-1 0 0,0 0 0 0 0,0 1 0 0 0,14-12 0 0 0,9-6-1134 0 0,2 1-1 0 0,53-35 1 0 0,-77 58 409 0 0,0-1 0 0 0,1 1 0 0 0,13-4-1 0 0,20-11-4864 0 0,-33 13 2220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49:59.91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690 112 1276 0 0,'0'-2'14784'0'0,"4"-6"-7661"0"0,8-13-3866 0 0,6 6-3029 0 0,-8 7-682 0 0,2-4-517 0 0,0 1 0 0 0,1 0 1 0 0,16-10-1 0 0,-26 20 743 0 0,0 1 1 0 0,0-1-1 0 0,0 1 0 0 0,0 0 0 0 0,0 0 0 0 0,0 0 1 0 0,0 0-1 0 0,0 1 0 0 0,0-1 0 0 0,0 1 0 0 0,0-1 0 0 0,0 1 1 0 0,0 0-1 0 0,-1 0 0 0 0,5 2 0 0 0,44 28-1820 0 0,-24-13-1544 0 0,31 9 1290 0 0,31 1 4912 0 0,-86-27-2263 0 0,-2-1-230 0 0,0-1-1 0 0,0 1 0 0 0,0 0 0 0 0,1 0 0 0 0,-1 0 0 0 0,0 0 0 0 0,0 1 1 0 0,0-1-1 0 0,0 0 0 0 0,1 0 0 0 0,-1 1 0 0 0,0-1 0 0 0,0 1 0 0 0,0-1 1 0 0,0 1-1 0 0,2 0 0 0 0,-3 0 37 0 0,0-1 1 0 0,0 1-1 0 0,0-1 1 0 0,0 1 0 0 0,0-1-1 0 0,0 1 1 0 0,-1-1-1 0 0,1 0 1 0 0,0 1-1 0 0,0-1 1 0 0,0 1-1 0 0,0-1 1 0 0,-1 0-1 0 0,1 1 1 0 0,0-1-1 0 0,0 1 1 0 0,-1-1-1 0 0,1 0 1 0 0,0 1 0 0 0,-1-1-1 0 0,1 0 1 0 0,0 0-1 0 0,-1 1 1 0 0,1-1-1 0 0,0 0 1 0 0,-1 0-1 0 0,0 1 1 0 0,-37 18 6085 0 0,-19 5-6536 0 0,-217 79-6054 0 0,223-87 5216 0 0,-1-3 0 0 0,0-2 0 0 0,-79 6 1 0 0,116-16 4275 0 0,1-1 1 0 0,-24-4 0 0 0,36 3-3147 0 0,1 1 56 0 0,1 1 11 0 0,-1-1 0 0 0,1 0-1 0 0,-1 0 1 0 0,0 0 0 0 0,1 0 0 0 0,-1 0-1 0 0,1-1 1 0 0,-1 1 0 0 0,1 0 0 0 0,-1 0 0 0 0,0 0-1 0 0,1 0 1 0 0,-1-1 0 0 0,1 1 0 0 0,-1 0-1 0 0,1-1 1 0 0,-1 1 0 0 0,1 0 0 0 0,-1-1-1 0 0,1 1 1 0 0,0 0 0 0 0,-1-1 0 0 0,1 1-1 0 0,-1-1 1 0 0,1 0 0 0 0,-11-11 5 0 0,9 8-91 0 0,1 3 26 0 0,1 0 0 0 0,-1-1 1 0 0,1 1-1 0 0,-1 0 1 0 0,1-1-1 0 0,0 1 1 0 0,0 0-1 0 0,-1-1 1 0 0,1 1-1 0 0,0 0 0 0 0,0-1 1 0 0,1 1-1 0 0,-1 0 1 0 0,0-1-1 0 0,0 1 1 0 0,1 0-1 0 0,-1 0 1 0 0,0-1-1 0 0,1 1 0 0 0,-1 0 1 0 0,1 0-1 0 0,0 0 1 0 0,0-2-1 0 0,1 0-2 0 0,-1 0 1 0 0,1-1-1 0 0,0 1 0 0 0,0 0 0 0 0,0 0 0 0 0,0 0 0 0 0,0 1 1 0 0,1-1-1 0 0,-1 1 0 0 0,1-1 0 0 0,0 1 0 0 0,0 0 0 0 0,0 0 1 0 0,0 0-1 0 0,0 0 0 0 0,0 0 0 0 0,0 1 0 0 0,1-1 0 0 0,-1 1 1 0 0,0 0-1 0 0,1 0 0 0 0,-1 0 0 0 0,1 1 0 0 0,-1-1 0 0 0,1 1 0 0 0,0 0 1 0 0,-1 0-1 0 0,1 0 0 0 0,-1 1 0 0 0,1-1 0 0 0,0 1 0 0 0,-1-1 1 0 0,0 1-1 0 0,1 0 0 0 0,-1 1 0 0 0,6 2 0 0 0,-3-1-3 0 0,-1 1 0 0 0,0-1 0 0 0,1 1 0 0 0,-1 1 0 0 0,-1-1 0 0 0,1 1 0 0 0,4 5-1 0 0,5 5-194 0 0,-13-12 183 0 0,1 1 0 0 0,-1-1 0 0 0,-1 1 0 0 0,1 0 0 0 0,0-1 0 0 0,-1 1 0 0 0,0 0 0 0 0,0-1 0 0 0,0 6 0 0 0,0-6-191 0 0,-1 4 260 0 0,1-1 0 0 0,-1 1 0 0 0,0-1 0 0 0,0 1 0 0 0,0-1 1 0 0,-1 0-1 0 0,0 1 0 0 0,-1-1 0 0 0,1 0 0 0 0,-1 0 0 0 0,0-1 0 0 0,-8 11 1 0 0,4-8-686 0 0,0 1 1 0 0,0-1-1 0 0,-1-1 1 0 0,-1 0-1 0 0,1 0 1 0 0,-1 0-1 0 0,-10 5 1 0 0,-8 2-1302 0 0,-1-1 1 0 0,1-2-1 0 0,-2 0 1 0 0,-48 10-1 0 0,53-15 599 0 0,0-1 0 0 0,0-1-1 0 0,0-1 1 0 0,0-1 0 0 0,0-1 0 0 0,-40-4-1 0 0,41-2-606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0:00.51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9 1406 0 0,'0'0'4530'0'0,"11"12"914"0"0,-10-17-5586 0 0,0-10 12580 0 0,-5 21-11147 0 0,0 5-2375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0:01.79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660 0 990 0 0,'0'3'16780'0'0,"0"8"-10855"0"0,0 7-3363 0 0,0 6-2609 0 0,2 20 51 0 0,1 2-7 0 0,1 0 5 0 0,-4-44-2 0 0,1 0-2 0 0,-1 0 0 0 0,1-1 0 0 0,-1 1 0 0 0,0 0 0 0 0,0-1 0 0 0,0 1-1 0 0,0 0 1 0 0,0-1 0 0 0,0 1 0 0 0,0 0 0 0 0,-1 2 0 0 0,-22-1-734 0 0,-41 9 1 0 0,36-5-3441 0 0,0 2 0 0 0,-43 20 1 0 0,70-28 4174 0 0,-16 7-57 0 0,71-2-65 0 0,-43-6 114 0 0,1 1 0 0 0,-1 0 0 0 0,0 1 0 0 0,1 0 0 0 0,-1 0 0 0 0,0 2 0 0 0,-1-1 0 0 0,12 6 0 0 0,-20-8 17 0 0,0 0-1 0 0,0 0 1 0 0,0 0-1 0 0,-1 0 1 0 0,1 0 0 0 0,0 0-1 0 0,0 1 1 0 0,-1-1 0 0 0,1 1-1 0 0,-1-1 1 0 0,1 1-1 0 0,-1 0 1 0 0,0 0 0 0 0,1-1-1 0 0,-1 1 1 0 0,0 0-1 0 0,0 0 1 0 0,-1 0 0 0 0,1 0-1 0 0,0 0 1 0 0,-1 0-1 0 0,1 1 1 0 0,-1-1 0 0 0,1 0-1 0 0,-1 0 1 0 0,0 0 0 0 0,0 0-1 0 0,0 1 1 0 0,0-1-1 0 0,-1 0 1 0 0,1 0 0 0 0,0 0-1 0 0,-1 0 1 0 0,0 0-1 0 0,1 1 1 0 0,-1-1 0 0 0,0 0-1 0 0,0 0 1 0 0,0-1-1 0 0,0 1 1 0 0,-1 0 0 0 0,1 0-1 0 0,-2 1 1 0 0,-15 18 58 0 0,0-2-1 0 0,-1 0 1 0 0,-1-1 0 0 0,-1-1 0 0 0,0-1 0 0 0,-1-1-1 0 0,-1-1 1 0 0,-1-1 0 0 0,1-1 0 0 0,-2-1 0 0 0,-43 13-1 0 0,49-18 128 0 0,-1-2-1 0 0,0-1 1 0 0,-1 0-1 0 0,-27-1 1 0 0,38-2-221 0 0,-1 0-1 0 0,0-1 1 0 0,0 0 0 0 0,0-1 0 0 0,0 0 0 0 0,1-1 0 0 0,-1 0 0 0 0,1-1 0 0 0,-18-8-1 0 0,23 8 44 0 0,0 1-1 0 0,1-1 1 0 0,-1 0-1 0 0,1-1 0 0 0,-1 1 1 0 0,1-1-1 0 0,1 0 0 0 0,-1 0 1 0 0,1 0-1 0 0,0 0 0 0 0,0-1 1 0 0,0 1-1 0 0,1-1 0 0 0,0 0 1 0 0,-2-6-1 0 0,2 4-25 0 0,0 0-1 0 0,1 0 0 0 0,0-1 1 0 0,0 1-1 0 0,0 0 1 0 0,1-1-1 0 0,1 1 0 0 0,-1 0 1 0 0,2 0-1 0 0,2-13 0 0 0,1 7-206 0 0,0 1-1 0 0,1 0 1 0 0,1 1-1 0 0,0-1 1 0 0,1 1-1 0 0,0 0 1 0 0,0 1-1 0 0,2 0 0 0 0,13-13 1 0 0,-5 7-1531 0 0,1 0 1 0 0,1 2-1 0 0,0 1 1 0 0,33-18-1 0 0,-43 26-1149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0:02.89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13 0 1097 0 0,'0'0'4268'0'0,"-3"20"13143"0"0,-3-9-13704 0 0,6-11-3713 0 0,0 0 0 0 0,0 0 0 0 0,0 0-1 0 0,0 0 1 0 0,0 0 0 0 0,0 0 0 0 0,0 0 0 0 0,0-1 0 0 0,0 1-1 0 0,0 0 1 0 0,0 0 0 0 0,0 0 0 0 0,0 0 0 0 0,0 0 0 0 0,0 0 0 0 0,0 0-1 0 0,0 0 1 0 0,0-1 0 0 0,0 1 0 0 0,0 0 0 0 0,0 0 0 0 0,0 0 0 0 0,-1 0-1 0 0,1 0 1 0 0,0 0 0 0 0,0 0 0 0 0,0 0 0 0 0,0 0 0 0 0,0 0 0 0 0,0 0-1 0 0,0 0 1 0 0,0 0 0 0 0,-1 0 0 0 0,1 0 0 0 0,0 0 0 0 0,0 0 0 0 0,0 0-1 0 0,0 0 1 0 0,0 0 0 0 0,0 0 0 0 0,0 0 0 0 0,0 0 0 0 0,-1 0 0 0 0,1 0-1 0 0,0 0 1 0 0,0 0 0 0 0,0 0 0 0 0,0-7-329 0 0,1 6 1173 0 0,6 2-1861 0 0,10-3-4094 0 0,-9 0 9140 0 0,3 0-5142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0:05.70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1 109 1269 0 0,'0'0'12690'0'0,"14"2"-2443"0"0,6 0-9830 0 0,1-2-1 0 0,0 0 1 0 0,-1-1 0 0 0,21-4-1 0 0,35-2-807 0 0,-37 6-2095 0 0,1 0 121 0 0,3 1-1967 0 0,450-26 4001 0 0,-316 2 7020 0 0,-138 18-8303 0 0,-28 4 166 0 0,10-2-2447 0 0,-16 3 4486 0 0,14-1 991 0 0,-18 2-1714 0 0,4-1 1687 0 0,10-1 3371 0 0,25-8-3569 0 0,38-7-1221 0 0,-69 16-1620 0 0,0 0 0 0 0,-1 1 0 0 0,18 1 0 0 0,-30-1-1852 0 0,-2 3 2841 0 0,4-1 1039 0 0,-10 2 8762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1:00.648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234 0 744 0 0,'-1'1'13680'0'0,"-5"6"-5406"0"0,-17 13-4560 0 0,-6-6-3324 0 0,9-6-978 0 0,-133 71 586 0 0,152-78-12 0 0,20 9-2677 0 0,-18-1 5398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1:02.99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129 0 594 0 0,'0'0'3367'0'0,"-12"4"401"0"0,11-4-3057 0 0,0 0-1 0 0,1 0 1 0 0,-1 0 0 0 0,0 0-1 0 0,0 0 1 0 0,0 0 0 0 0,0 0-1 0 0,0 1 1 0 0,1-1-1 0 0,-1 0 1 0 0,0 1 0 0 0,0-1-1 0 0,0 1 1 0 0,1-1 0 0 0,-1 1-1 0 0,0-1 1 0 0,1 1-1 0 0,-1-1 1 0 0,0 1 0 0 0,1 0-1 0 0,-1-1 1 0 0,0 2-1 0 0,0 1 1431 0 0,-12 12-2141 0 0,5-4 0 0 0,-1 0 0 0 0,0-1 0 0 0,-13 11 0 0 0,22-21 0 0 0,-3 4 0 0 0,0-1 0 0 0,0 0 0 0 0,0 0 0 0 0,-1 0 0 0 0,1-1 0 0 0,0 1 0 0 0,-5 2 0 0 0,6-5 0 0 0,-2 28-26211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1:08.96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794 480 1085 0 0,'0'0'3731'0'0,"-12"5"362"0"0,11-4-3705 0 0,1-1 1 0 0,-1 1-1 0 0,0-1 1 0 0,1 1-1 0 0,-1-1 1 0 0,0 1-1 0 0,1 0 1 0 0,-1-1 0 0 0,1 1-1 0 0,-1 0 1 0 0,1 0-1 0 0,0 0 1 0 0,-1-1-1 0 0,1 1 1 0 0,-1 0-1 0 0,1 0 1 0 0,0 0 0 0 0,0 0-1 0 0,0-1 1 0 0,0 1-1 0 0,-1 0 1 0 0,1 0-1 0 0,0 0 1 0 0,1 0-1 0 0,-1 0 1 0 0,0 0 0 0 0,0 0-1 0 0,0 1 1 0 0,4 12 5648 0 0,-2 36-6037 0 0,-1-43-4 0 0,0 0 0 0 0,-1 1 0 0 0,-1-1 1 0 0,1 0-1 0 0,-2 8 0 0 0,1-13 5 0 0,1 10 15 0 0,0-10-14 0 0,0 0-3 0 0,0 0 0 0 0,0 0-1 0 0,-1 0 1 0 0,1-1 0 0 0,-1 1-1 0 0,1 0 1 0 0,-1 0-1 0 0,0-1 1 0 0,0 1 0 0 0,1 0-1 0 0,-1-1 1 0 0,-1 1 0 0 0,1-1-1 0 0,0 1 1 0 0,0-1-1 0 0,0 0 1 0 0,-1 1 0 0 0,1-1-1 0 0,-1 0 1 0 0,-2 2 0 0 0,0-3 2 0 0,0 0-1 0 0,0 0 1 0 0,0 0 0 0 0,0 0 0 0 0,0-1 0 0 0,-1 1 0 0 0,1-1 0 0 0,1 0 0 0 0,-1-1 0 0 0,0 1 0 0 0,0-1-1 0 0,0 1 1 0 0,1-1 0 0 0,-1 0 0 0 0,1-1 0 0 0,-1 1 0 0 0,1-1 0 0 0,0 1 0 0 0,0-1 0 0 0,0 0 0 0 0,0 0-1 0 0,1 0 1 0 0,-1 0 0 0 0,1-1 0 0 0,0 1 0 0 0,0-1 0 0 0,0 0 0 0 0,0 1 0 0 0,0-1 0 0 0,1 0 0 0 0,-2-6-1 0 0,3 8-9 0 0,-1 1 8 0 0,1 1 0 0 0,0-1 0 0 0,-1 0 0 0 0,1 1 0 0 0,0-1 0 0 0,-1 0 0 0 0,1 1 0 0 0,0-1-1 0 0,0 0 1 0 0,0 0 0 0 0,0 1 0 0 0,0-1 0 0 0,0 0 0 0 0,0 0 0 0 0,0 1 0 0 0,0-1 0 0 0,0 0 0 0 0,0 0 0 0 0,0 1 0 0 0,1-2 0 0 0,-2-3-8 0 0,-5 21 28 0 0,4-12-186 0 0,0 0 1 0 0,0 0-1 0 0,0-1 1 0 0,0 1-1 0 0,0-1 1 0 0,-1 1-1 0 0,0-1 1 0 0,1 0-1 0 0,-1 0 1 0 0,0 0-1 0 0,-1 0 1 0 0,1 0-1 0 0,0-1 1 0 0,-1 0-1 0 0,0 1 1 0 0,1-1-1 0 0,-1-1 1 0 0,0 1-1 0 0,0 0 1 0 0,-6 0-1 0 0,-24 6 3685 0 0,32-8-3523 0 0,1 0 5 0 0,1 1 0 0 0,-1-1 0 0 0,0 0 0 0 0,0 0 0 0 0,0 0 0 0 0,0 0 0 0 0,0 0 0 0 0,0 0 0 0 0,0 0 0 0 0,0 0 0 0 0,0 0 0 0 0,0 0-1 0 0,1 0 1 0 0,-1 0 0 0 0,0-1 0 0 0,0 1 0 0 0,0 0 0 0 0,0-1 0 0 0,0 1 0 0 0,1-1 0 0 0,-1 1 0 0 0,0-1 0 0 0,0 1 0 0 0,1-1 0 0 0,-1 0 0 0 0,0 1-1 0 0,1-1 1 0 0,-1 0 0 0 0,0 1 0 0 0,1-1 0 0 0,-1 0 0 0 0,1 0 0 0 0,-1 0 0 0 0,1 1 0 0 0,0-1 0 0 0,-1 0 0 0 0,1 0 0 0 0,0 0 0 0 0,-1-1 0 0 0,-8-37 7 0 0,8-3-173 0 0,1 40 319 0 0,-4 0-789 0 0,1-7-8493 0 0,2 17 4971 0 0,1-3 8038 0 0,-1 14 4968 0 0,-1 0-6124 0 0,1-15-2961 0 0,0 0-1 0 0,0-1 1 0 0,-1 1-1 0 0,1-1 1 0 0,-1 1-1 0 0,0-1 1 0 0,0 0-1 0 0,0 1 1 0 0,0-1-1 0 0,-1 0 1 0 0,1-1-1 0 0,-1 1 1 0 0,0 0-1 0 0,0-1 1 0 0,0 1-1 0 0,0-1 1 0 0,-4 3-1 0 0,2-3-834 0 0,1 0-1 0 0,-1 1 1 0 0,1-1-1 0 0,-1-1 1 0 0,0 1-1 0 0,1-1 1 0 0,-1 0-1 0 0,0 0 0 0 0,0 0 1 0 0,-6 0-1 0 0,5-1 819 0 0,-1 0 0 0 0,0-1 0 0 0,1 0 0 0 0,0 0 0 0 0,-1 0 0 0 0,1-1 0 0 0,-8-3 0 0 0,12 4 255 0 0,-1 0 0 0 0,1-1-1 0 0,0 1 1 0 0,-1-1 0 0 0,1 1 0 0 0,0-1 0 0 0,0 0-1 0 0,0 0 1 0 0,1 0 0 0 0,-1 0 0 0 0,0 0 0 0 0,1 0-1 0 0,-1-1 1 0 0,-1-4 0 0 0,-12-34 3 0 0,12 29 4 0 0,-7-34-8 0 0,10 44 5 0 0,-20-17 18 0 0,19 18-27 0 0,-1 1 0 0 0,0-1 0 0 0,0 1 1 0 0,0-1-1 0 0,1 1 0 0 0,-1 0 0 0 0,0-1 0 0 0,0 1 0 0 0,0 0 1 0 0,0 0-1 0 0,0 0 0 0 0,0 1 0 0 0,0-1 0 0 0,1 0 0 0 0,-1 1 1 0 0,0-1-1 0 0,0 1 0 0 0,0-1 0 0 0,1 1 0 0 0,-1 0 1 0 0,0 0-1 0 0,1 0 0 0 0,-1 0 0 0 0,1 0 0 0 0,-1 0 0 0 0,1 1 1 0 0,-1-1-1 0 0,1 0 0 0 0,-2 2 0 0 0,-4 6-1 0 0,1-1 1 0 0,-1 1-1 0 0,-9 19 0 0 0,7-12-11 0 0,8-14-1 0 0,-5 25 1260 0 0,8-20 2825 0 0,5 11-1606 0 0,0-7 6461 0 0,-6-10-8922 0 0,0-1-1 0 0,0 1 0 0 0,0 0 1 0 0,0-1-1 0 0,1 1 1 0 0,-1-1-1 0 0,0 1 0 0 0,0-1 1 0 0,1 0-1 0 0,-1 0 1 0 0,0 1-1 0 0,1-1 0 0 0,-1 0 1 0 0,0 0-1 0 0,0 0 1 0 0,1 0-1 0 0,-1-1 0 0 0,0 1 1 0 0,1 0-1 0 0,-1-1 0 0 0,0 1 1 0 0,0 0-1 0 0,1-1 1 0 0,-1 1-1 0 0,0-1 0 0 0,0 0 1 0 0,0 1-1 0 0,2-2 1 0 0,0 0-487 0 0,0 0 1 0 0,0 0-1 0 0,-1-1 1 0 0,1 1-1 0 0,0-1 1 0 0,-1 1 0 0 0,1-1-1 0 0,-1 0 1 0 0,0 0-1 0 0,0 0 1 0 0,0 0-1 0 0,0 0 1 0 0,0 0 0 0 0,-1-1-1 0 0,0 1 1 0 0,2-5-1 0 0,-1-2-1164 0 0,0 0 0 0 0,-1 0-1 0 0,0 0 1 0 0,-1-14 0 0 0,0 22 1640 0 0,0 0 0 0 0,0 0 1 0 0,0 0-1 0 0,0 0 0 0 0,0 0 0 0 0,-1 0 1 0 0,1 0-1 0 0,-1 0 0 0 0,0 0 0 0 0,1 0 1 0 0,-1 1-1 0 0,0-1 0 0 0,0 0 0 0 0,0 0 1 0 0,0 1-1 0 0,0-1 0 0 0,-1 0 0 0 0,-1-1 0 0 0,-7-1 4534 0 0,-4 4 4881 0 0,12 1-9178 0 0,-1 0 1 0 0,0 0-1 0 0,1 1 1 0 0,-1-1-1 0 0,1 1 0 0 0,-1 0 1 0 0,1 0-1 0 0,0 0 1 0 0,0 0-1 0 0,0 0 1 0 0,0 0-1 0 0,0 1 1 0 0,1-1-1 0 0,-4 6 0 0 0,-10 18 4 0 0,3-2-3454 0 0,5-11-3966 0 0,5-9 6087 0 0,-11 18-2712 0 0,-7 4 2765 0 0,19-25 1133 0 0,0 0-55 0 0,0 1 0 0 0,1-1 0 0 0,-1 0 0 0 0,0 0 1 0 0,0 0-1 0 0,0 0 0 0 0,0 1 0 0 0,0-2 0 0 0,0 1 0 0 0,0 0 1 0 0,0 0-1 0 0,0 0 0 0 0,-1 0 0 0 0,1-1 0 0 0,0 1 0 0 0,0 0 0 0 0,-1-1 1 0 0,1 1-1 0 0,-1-1 0 0 0,1 0 0 0 0,0 1 0 0 0,-1-1 0 0 0,-1 0 0 0 0,1 1 7 0 0,-1-1 0 0 0,1 1-1 0 0,-1-1 1 0 0,0 1-1 0 0,1-1 1 0 0,-1 0-1 0 0,1 0 1 0 0,-1 0 0 0 0,1 0-1 0 0,-1-1 1 0 0,1 1-1 0 0,-1-1 1 0 0,-3-1-1 0 0,3 0 315 0 0,1-1 0 0 0,-1 0 0 0 0,0 0 0 0 0,1 0 0 0 0,0 0 0 0 0,-1-1-1 0 0,1 1 1 0 0,1 0 0 0 0,-1-1 0 0 0,0 0 0 0 0,1 1 0 0 0,0-1 0 0 0,0 0 0 0 0,0 0 0 0 0,0 0-1 0 0,0 0 1 0 0,1 1 0 0 0,0-1 0 0 0,0-5 0 0 0,0-13 662 0 0,2 1 1 0 0,6-31 0 0 0,-3 19-4061 0 0,4-54-2681 0 0,-1-123 6400 0 0,0 77-512 0 0,-5 97 4279 0 0,-3 33-4575 0 0,6 17 5404 0 0,-1-1-2547 0 0,-1 9-3266 0 0,-2 9-1372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1:09.39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1 1406 0 0,'0'0'8901'0'0,"14"12"5237"0"0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1:09.663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2 765 0 0,'1'0'280'0'0,"0"-1"0"0"0,0 1 0 0 0,0 0-1 0 0,0 0 1 0 0,1-1 0 0 0,-1 1 0 0 0,0 0 0 0 0,0 0 0 0 0,0 0-1 0 0,0 0 1 0 0,0 0 0 0 0,0 0 0 0 0,16 9 20555 0 0,-10-1-19973 0 0,20 24-768 0 0,-26-31-212 0 0,3 6-162 0 0,2 0-1120 0 0,-15-8 789 0 0,-3-3 1819 0 0,0 1-2637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1:10.00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31 0 1427 0 0,'0'0'4129'0'0,"-3"9"-204"0"0,3-8-3326 0 0,-1-1 1 0 0,1 1 0 0 0,-1-1-1 0 0,1 1 1 0 0,0-1 0 0 0,-1 1 0 0 0,1 0-1 0 0,0-1 1 0 0,0 1 0 0 0,0 0-1 0 0,-1-1 1 0 0,1 1 0 0 0,0 0 0 0 0,0-1-1 0 0,0 1 1 0 0,0 0 0 0 0,0-1 0 0 0,0 1-1 0 0,0 0 1 0 0,0 0 0 0 0,0-1-1 0 0,1 1 1 0 0,-1 0 0 0 0,0 0 0 0 0,2 2 1140 0 0,-4 3-3775 0 0,-4-10-1508 0 0,-1 0 2531 0 0,-4 7 7602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1:22.08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6 55 897 0 0,'-5'0'1986'0'0,"9"0"2785"0"0,23 0 7451 0 0,-1 0-5884 0 0,265-21-6338 0 0,-66 2 0 0 0,520 4-14184 0 0,-709 17 14097 0 0,28-1 3434 0 0,21-2 7572 0 0,-11 1-11060 0 0,-56 0-7413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1:23.92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563 383 855 0 0,'3'-4'22077'0'0,"0"23"-17975"0"0,0 1-4922 0 0,2 15 820 0 0,-3-15 0 0 0,-2-17 0 0 0,-3 15 0 0 0,3-16 0 0 0,0 0 0 0 0,0 1 0 0 0,-1-1 0 0 0,1 0 0 0 0,-1 1 0 0 0,0-1 0 0 0,0 0 0 0 0,0 0 0 0 0,0 0 0 0 0,0 0 0 0 0,0 0 0 0 0,0 0 0 0 0,-1 0 0 0 0,1 0 0 0 0,-1 0 0 0 0,0 0 0 0 0,1-1 0 0 0,-1 1 0 0 0,0-1 1 0 0,0 1-1 0 0,0-1 0 0 0,0 0 0 0 0,0 0 0 0 0,0 0 0 0 0,0 0 0 0 0,0 0 0 0 0,-1 0 0 0 0,1 0 0 0 0,0-1 0 0 0,0 1 0 0 0,-1-1 0 0 0,1 0 0 0 0,-4 0 0 0 0,1 1 0 0 0,0-2-1 0 0,0 1 0 0 0,0 0 1 0 0,0-1-1 0 0,0 0 0 0 0,0 0 1 0 0,1 0-1 0 0,-1-1 0 0 0,0 1 1 0 0,1-1-1 0 0,-8-5 0 0 0,3 1-5 0 0,-18-20 18 0 0,25 24-13 0 0,0-1 0 0 0,1 1 0 0 0,0-1-1 0 0,-1 0 1 0 0,1 1 0 0 0,0-1 0 0 0,0 0 0 0 0,1 0 0 0 0,-1 0 0 0 0,1 0-1 0 0,-1 0 1 0 0,1-5 0 0 0,-1 0 10 0 0,1 6-17 0 0,-8 35 23 0 0,-3-16-1702 0 0,7-12-102 0 0,0 0 0 0 0,0-1 0 0 0,0 0 0 0 0,0 0 0 0 0,-1 0 1 0 0,-9 6-1 0 0,-7 1-1071 0 0,20-11 2423 0 0,-28-3 415 0 0,26 1 19 0 0,0-1 1 0 0,0 1 0 0 0,0-1-1 0 0,0 0 1 0 0,0 0-1 0 0,1 0 1 0 0,-1 0-1 0 0,1 0 1 0 0,0 0-1 0 0,0-1 1 0 0,0 1 0 0 0,1-1-1 0 0,-1 1 1 0 0,1-1-1 0 0,0 0 1 0 0,0 0-1 0 0,-1-5 1 0 0,1 7 9 0 0,-2-27-27 0 0,2 13-50 0 0,6 28 15 0 0,-5-10 61 0 0,0 4-245 0 0,-2 30 1485 0 0,2-33-344 0 0,-1 0 0 0 0,0 0 0 0 0,0 0 0 0 0,0 0 0 0 0,-1 0-1 0 0,1 0 1 0 0,-1 0 0 0 0,1 0 0 0 0,-4 4 0 0 0,1-3 359 0 0,0 0 0 0 0,0 0-1 0 0,-1 0 1 0 0,0 0 0 0 0,-6 4 0 0 0,-10 2-1159 0 0,13-7-99 0 0,4-2-3 0 0,0 1 0 0 0,-1-1 0 0 0,1 1 0 0 0,0-1 0 0 0,-1 0 0 0 0,1-1 0 0 0,-1 1 0 0 0,1-1 0 0 0,-1 0 0 0 0,1 0 0 0 0,-8-1 0 0 0,-1 0 7 0 0,-24-7-1650 0 0,33 7 823 0 0,1-1-1 0 0,-1 1 1 0 0,0-1 0 0 0,1 0-1 0 0,0 0 1 0 0,-1 0 0 0 0,1 0 0 0 0,0 0-1 0 0,0-1 1 0 0,0 0 0 0 0,-2-2-1 0 0,-6-23-3395 0 0,9-5 3423 0 0,10-35 2428 0 0,-6 53-1857 0 0,13-100 1150 0 0,-14 83-686 0 0,-1 1 1 0 0,-6-53 0 0 0,1 25 103 0 0,4 12 1895 0 0,1 45-2162 0 0,0 1-682 0 0,-1 0 321 0 0,1 0 1 0 0,0 1-1 0 0,-1-1 0 0 0,1 0 1 0 0,0 0-1 0 0,-1 0 0 0 0,1 0 1 0 0,0 1-1 0 0,0-1 1 0 0,0 0-1 0 0,0 0 0 0 0,0 0 1 0 0,0 0-1 0 0,0 0 0 0 0,0-1 1 0 0,1 0-2192 0 0,0 15 2434 0 0,-6 18 5233 0 0,-7 2-6838 0 0,3-13-520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1:26.88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1212 120 754 0 0,'-13'-23'5009'0'0,"8"8"11950"0"0,3 11-16651 0 0,1 0 0 0 0,0 0 0 0 0,0 0 0 0 0,0-1 1 0 0,0 1-1 0 0,1 0 0 0 0,0 0 0 0 0,0 0 1 0 0,0-7-1 0 0,1 10-272 0 0,-1-1 1 0 0,0 1-1 0 0,1-1 0 0 0,-1 1 1 0 0,1 0-1 0 0,0-1 0 0 0,-1 1 1 0 0,1 0-1 0 0,0 0 0 0 0,0-1 0 0 0,0 1 1 0 0,0 0-1 0 0,0 0 0 0 0,0 0 1 0 0,0 0-1 0 0,0 0 0 0 0,0 0 1 0 0,2-1-1 0 0,3 0-92 0 0,0 0 0 0 0,0 0 0 0 0,0 1 0 0 0,0 0 0 0 0,0 0 0 0 0,1 0-1 0 0,-1 1 1 0 0,0 0 0 0 0,8 1 0 0 0,0-1 324 0 0,5 0-272 0 0,7-1 6 0 0,1 2 0 0 0,-1 0 0 0 0,1 2 0 0 0,-1 1 0 0 0,0 1 0 0 0,0 1 1 0 0,38 14-1 0 0,-63-20-2 0 0,-1 0 0 0 0,1 0 0 0 0,-1 0 0 0 0,0 1 0 0 0,1-1 0 0 0,-1 0 0 0 0,1 0 0 0 0,-1 0 0 0 0,1 0 0 0 0,-1 1 0 0 0,0-1 0 0 0,1 0 0 0 0,-1 0 0 0 0,0 1 0 0 0,1-1 0 0 0,-1 0 0 0 0,0 1 0 0 0,1-1 0 0 0,-1 0 0 0 0,0 1 0 0 0,1-1 0 0 0,-1 0 0 0 0,0 1 0 0 0,0-1 0 0 0,0 0 0 0 0,1 1 0 0 0,-1-1 0 0 0,0 1 0 0 0,0-1 0 0 0,0 1 0 0 0,0-1 0 0 0,0 1 0 0 0,0-1 0 0 0,0 0 0 0 0,0 1 0 0 0,0-1 0 0 0,0 1 0 0 0,0-1 0 0 0,0 1 0 0 0,0-1 0 0 0,0 1 0 0 0,0-1 0 0 0,0 0 0 0 0,-1 1 0 0 0,1-1 0 0 0,0 1 0 0 0,-1 0 0 0 0,1 0 0 0 0,0 1 0 0 0,0-1 0 0 0,-1 1 0 0 0,1-1 0 0 0,-1 1 0 0 0,0 0 0 0 0,1-1 0 0 0,-1 0 0 0 0,0 1 0 0 0,0-1 0 0 0,0 1 0 0 0,0-1 0 0 0,0 0 0 0 0,0 0 0 0 0,0 0 0 0 0,0 0 0 0 0,-1 1 0 0 0,1-1 0 0 0,0-1 0 0 0,-1 1 0 0 0,1 0 0 0 0,0 0 0 0 0,-1 0 0 0 0,-1 0 0 0 0,-2 1 0 0 0,4-1-2 0 0,-135 85-8589 0 0,117-77 7184 0 0,1 0 1 0 0,-1-1-1 0 0,-1-1 0 0 0,0-1 0 0 0,-35 7 1 0 0,50-12 1404 0 0,-16 3 0 0 0,1-1-1 0 0,-1-1 1 0 0,0-1 0 0 0,1-1-1 0 0,-28-3 1 0 0,45 2 4 0 0,0 1 0 0 0,0-2 0 0 0,1 1 0 0 0,-1 0 0 0 0,1 0 0 0 0,-1-1 1 0 0,1 0-1 0 0,-1 1 0 0 0,1-1 0 0 0,0 0 0 0 0,-1 0 0 0 0,1 0 0 0 0,1-1 0 0 0,-1 1 0 0 0,0 0 0 0 0,0-1 0 0 0,1 1 1 0 0,-1-1-1 0 0,-1-3 0 0 0,-1-4 51 0 0,0-1 0 0 0,0 1 0 0 0,-3-16 1 0 0,-2-5-422 0 0,1 5 2848 0 0,8 24-1977 0 0,-2-1-750 0 0,2-6 4528 0 0,-1 1 2373 0 0,-2 17-3805 0 0,0 0-2809 0 0,0 0 0 0 0,-1 0 0 0 0,0 0-1 0 0,0-1 1 0 0,-1 0 0 0 0,0 0 0 0 0,0 0 0 0 0,-1 0 0 0 0,0-1-1 0 0,-1 0 1 0 0,1 0 0 0 0,-1-1 0 0 0,-1 0 0 0 0,1 0-1 0 0,-13 7 1 0 0,18-12-45 0 0,-10-1-1506 0 0,-3-2-6419 0 0,13 1 7289 0 0,0 0 1 0 0,0 0-1 0 0,0 0 1 0 0,0 0-1 0 0,0-1 1 0 0,0 1-1 0 0,1 0 1 0 0,-1-1-1 0 0,1 0 1 0 0,-3-2-1 0 0,1-1 499 0 0,1 0-1 0 0,-1 0 0 0 0,1 0 0 0 0,0-1 1 0 0,-2-8-1 0 0,-1-32 107 0 0,4 30 24 0 0,-1 11 5995 0 0,2-3-3353 0 0,0-1-1796 0 0,-8 15 424 0 0,-25 30 4407 0 0,-7-3-4128 0 0,-13-1-3677 0 0,33-22-1664 0 0,-41 14-1 0 0,58-23 3183 0 0,0 0 0 0 0,1-1 0 0 0,-1 1 0 0 0,0-1 0 0 0,1 1-1 0 0,-1-1 1 0 0,0 0 0 0 0,0 0 0 0 0,1-1 0 0 0,-4 1 0 0 0,3-1 491 0 0,0 0 1 0 0,1 0-1 0 0,-1 0 0 0 0,0 0 1 0 0,1-1-1 0 0,-1 1 0 0 0,1-1 1 0 0,0 1-1 0 0,-1-1 0 0 0,1 0 1 0 0,0 0-1 0 0,0 0 0 0 0,-3-3 1 0 0,1 0 274 0 0,1-1 1 0 0,-1 0 0 0 0,1 0-1 0 0,-1 0 1 0 0,2-1 0 0 0,-1 1-1 0 0,1-1 1 0 0,-3-10-1 0 0,5 15-335 0 0,-3-5 2610 0 0,0-5 4337 0 0,10 17-1310 0 0,-4-2-5375 0 0,0 0 0 0 0,-1 0 0 0 0,1 0 0 0 0,-1 0 0 0 0,0 1 0 0 0,0-1 0 0 0,0 1 0 0 0,0 0 0 0 0,0-1 0 0 0,-1 1 0 0 0,0 0 0 0 0,0 0 0 0 0,0 0 0 0 0,1 6 0 0 0,3 64 105 0 0,-5-53-1409 0 0,1-4-916 0 0,-2 0 0 0 0,0 1-1 0 0,-1-1 1 0 0,-5 24 0 0 0,3-27 1679 0 0,0 0 0 0 0,-1 0 0 0 0,-1 0 0 0 0,0-1 1 0 0,-11 18-1 0 0,11-22 564 0 0,-1 1-1 0 0,0-1 1 0 0,0-1 0 0 0,-1 1 0 0 0,0-1 0 0 0,0 0 0 0 0,-1-1-1 0 0,0 0 1 0 0,-1-1 0 0 0,1 0 0 0 0,-1 0 0 0 0,0-1 0 0 0,-1 0 0 0 0,1-1-1 0 0,-1 0 1 0 0,0 0 0 0 0,-13 2 0 0 0,3-2 60 0 0,0-1 1 0 0,0 0-1 0 0,-1-2 0 0 0,1 0 1 0 0,-1-2-1 0 0,1 0 0 0 0,0-1 1 0 0,-37-9-1 0 0,53 9-98 0 0,0 0 0 0 0,0 0 0 0 0,1 0 0 0 0,-1-1 0 0 0,1 1 0 0 0,-1-1 0 0 0,1-1 0 0 0,0 1 0 0 0,0 0 0 0 0,1-1 0 0 0,-1 0 0 0 0,1 0 0 0 0,0 0 0 0 0,0 0 0 0 0,0 0 0 0 0,0-1 0 0 0,1 0 1 0 0,-4-8-1 0 0,3 4-13 0 0,0 1 1 0 0,1-1 0 0 0,0 0 0 0 0,0 0 0 0 0,1 0 0 0 0,0 0-1 0 0,1 0 1 0 0,0 0 0 0 0,0 0 0 0 0,2-10 0 0 0,2 1-172 0 0,0 1-1 0 0,1 0 1 0 0,0 0 0 0 0,2 0-1 0 0,0 1 1 0 0,1 0 0 0 0,0 0-1 0 0,19-25 1 0 0,-11 20-1048 0 0,1 2 1 0 0,1-1-1 0 0,1 2 0 0 0,0 1 1 0 0,30-21-1 0 0,12-6-2877 0 0,-29 23 1225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1:27.82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 1 771 0 0,'-3'5'3754'0'0,"9"18"15190"0"0,0-7-16199 0 0,2-2-2758 0 0,-7-12-79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1:28.28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17 0 1208 0 0,'-4'5'16913'0'0,"-5"7"-9395"0"0,6 22-6943 0 0,3-23-581 0 0,0-10 3 0 0,1 6-3 0 0,4 6 12 0 0,-4-11-40 0 0,11 2-292 0 0,-4-4-1717 0 0,1-14 3711 0 0,-8 13-2255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1:28.51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7 753 0 0,'7'-6'193'0'0,"-6"5"-203"0"0,-1 5 4140 0 0,0 2 2566 0 0,0 3 4365 0 0,4 13-7760 0 0,-3-20-3343 0 0,1 0-1 0 0,-1 0 0 0 0,0-1 0 0 0,0 1 1 0 0,1-1-1 0 0,-1 1 0 0 0,1-1 1 0 0,0 1-1 0 0,-1-1 0 0 0,1 0 0 0 0,0 1 1 0 0,0-1-1 0 0,0 0 0 0 0,2 1 1 0 0,-2-1 433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1:28.97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8 0 1339 0 0,'-7'32'21861'0'0,"11"-20"-19412"0"0,-3-12-2493 0 0,1 0-14 0 0,-1 1 0 0 0,1-1-1 0 0,-1 1 1 0 0,1-1-1 0 0,0 1 1 0 0,-1-1 0 0 0,1 0-1 0 0,0 0 1 0 0,-1 0 0 0 0,1 0-1 0 0,-1 0 1 0 0,1 0-1 0 0,0-1 1 0 0,-1 1 0 0 0,1 0-1 0 0,0-1 1 0 0,-1 1 0 0 0,1-1-1 0 0,-1 0 1 0 0,1 0-1 0 0,-1 1 1 0 0,0-1 0 0 0,1 0-1 0 0,-1 0 1 0 0,2-2 0 0 0,5-6-1437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1:29.21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0 903 0 0,'1'0'600'0'0,"0"1"-1"0"0,-1-1 1 0 0,1 0-1 0 0,0 0 1 0 0,-1 1-1 0 0,1-1 1 0 0,0 0-1 0 0,0 1 1 0 0,-1-1 0 0 0,1 1-1 0 0,-1-1 1 0 0,1 0-1 0 0,0 1 1 0 0,-1 0-1 0 0,1-1 1 0 0,-1 1-1 0 0,1-1 1 0 0,-1 1 0 0 0,1 0-1 0 0,-1-1 1 0 0,0 1-1 0 0,1 0 1 0 0,-1-1-1 0 0,0 1 1 0 0,1 0-1 0 0,-1 0 1 0 0,0-1 0 0 0,0 1-1 0 0,0 0 1 0 0,0 0-1 0 0,0 1 1 0 0,9 26 5476 0 0,-4-22-6082 0 0,0 0-582 0 0,-18-2 1231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1:30.03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23 26 707 0 0,'0'1'13168'0'0,"2"7"-4507"0"0,1 5-4731 0 0,-1-9-3609 0 0,0-1-894 0 0,-1-3 573 0 0,-1 0 0 0 0,0 0 0 0 0,0 0 0 0 0,0 0 1 0 0,0 0-1 0 0,1 0 0 0 0,-1 0 0 0 0,0 1 0 0 0,0-1 1 0 0,0 0-1 0 0,0 0 0 0 0,0 0 0 0 0,0 0 0 0 0,1 0 1 0 0,-1 0-1 0 0,0 1 0 0 0,0-1 0 0 0,0 0 1 0 0,0 0-1 0 0,0 0 0 0 0,0 0 0 0 0,0 1 0 0 0,0-1 1 0 0,0 0-1 0 0,0 0 0 0 0,0 0 0 0 0,0 0 0 0 0,0 1 1 0 0,0-1-1 0 0,0 0 0 0 0,0 0 0 0 0,0 0 0 0 0,0 0 1 0 0,0 1-1 0 0,0-1 0 0 0,0 0 0 0 0,0 0 0 0 0,0 0 1 0 0,0 0-1 0 0,0 1 0 0 0,0-1 0 0 0,0 0 0 0 0,0 0 1 0 0,0 0-1 0 0,-1 0 0 0 0,1 0 0 0 0,0 1 0 0 0,0-1 1 0 0,0 0-1 0 0,0 0 0 0 0,0 0 0 0 0,-1 0 0 0 0,-12-5-54 0 0,11 4-216 0 0,2-4-288 0 0,-1 1 533 0 0,0-1-1 0 0,0 0 0 0 0,-1 0 1 0 0,-3-7-1 0 0,2 2 65 0 0,-2 1 922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1:30.72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15 0 965 0 0,'-15'17'21082'0'0,"21"-25"-18467"0"0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1:33.74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49 1 756 0 0,'0'0'743'0'0,"4"11"1383"0"0,-1 6 15613 0 0,-6-4-13418 0 0,2-12-4297 0 0,1 0 0 0 0,-1 0 0 0 0,0 1 0 0 0,1-1 0 0 0,-1 0 0 0 0,0 0 0 0 0,0 0 0 0 0,0 0 0 0 0,0 0 0 0 0,0 0 0 0 0,0 0 0 0 0,-1 0 0 0 0,1 0 0 0 0,0 0 0 0 0,0 0 0 0 0,-1-1 0 0 0,1 1 0 0 0,0-1 1 0 0,-1 1-1 0 0,1-1 0 0 0,-3 1 0 0 0,-18-3-86 0 0,21 1 55 0 0,1 0-1 0 0,-1 0 0 0 0,1 0 1 0 0,-1 0-1 0 0,1 0 0 0 0,-1 0 0 0 0,1 0 1 0 0,0-1-1 0 0,0 1 0 0 0,-1 0 1 0 0,1 0-1 0 0,0 0 0 0 0,0 0 1 0 0,0-1-1 0 0,0 1 0 0 0,1 0 0 0 0,-1 0 1 0 0,0 0-1 0 0,0-1 0 0 0,1-1 1 0 0,0 1-236 0 0,3-5-2478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1:34.87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514 3 922 0 0,'0'2'7464'0'0,"0"17"4791"0"0,2-2-6372 0 0,0-8-5946 0 0,-1-1 1 0 0,1 1 0 0 0,1 0-1 0 0,4 11 1 0 0,1-3 61 0 0,-2 0 1 0 0,8 32-1 0 0,-7-24 1 0 0,-1 9-2 0 0,-5-32-14 0 0,-5 23 38 0 0,2-21-22 0 0,-1 1 0 0 0,0-1 0 0 0,0 1 0 0 0,-1-1 0 0 0,1 0 0 0 0,-1 0 0 0 0,0-1 0 0 0,0 1 0 0 0,-1-1 0 0 0,1 0 0 0 0,0 0 0 0 0,-1 0 0 0 0,0-1 0 0 0,0 1 0 0 0,0-1 0 0 0,-9 3 0 0 0,11-4-1 0 0,0 0 0 0 0,0 0 0 0 0,-1 0 1 0 0,1 0-1 0 0,0 0 0 0 0,0-1 0 0 0,-1 1 1 0 0,1-1-1 0 0,0 0 0 0 0,0 0 1 0 0,-1 0-1 0 0,1-1 0 0 0,0 1 0 0 0,-1-1 1 0 0,1 0-1 0 0,0 0 0 0 0,0 0 0 0 0,0 0 1 0 0,0 0-1 0 0,0-1 0 0 0,0 1 0 0 0,0-1 1 0 0,0 0-1 0 0,1 0 0 0 0,-1 0 1 0 0,1 0-1 0 0,-1 0 0 0 0,1-1 0 0 0,-4-4 1 0 0,-1-4-5 0 0,1 1 1 0 0,1-2 0 0 0,0 1 0 0 0,0 0 0 0 0,1-1 0 0 0,-3-14 0 0 0,1 6 2 0 0,-52-161 55 0 0,55 174-48 0 0,1 8 8 0 0,2 16 6 0 0,4 26-205 0 0,5 17-335 0 0,3 15 49 0 0,-4-28-4505 0 0,-8-45 5214 0 0,0 0 0 0 0,1 0 0 0 0,-1 0 0 0 0,0 1-1 0 0,-1-1 1 0 0,1 0 0 0 0,0 0 0 0 0,0 0 0 0 0,-1 0 0 0 0,0 0 0 0 0,0 3-1 0 0,-1-1-490 0 0,0-1-1 0 0,0 1 0 0 0,0-1 0 0 0,-1 1 0 0 0,1-1 1 0 0,-1 0-1 0 0,0 0 0 0 0,-6 5 0 0 0,-30 18-3084 0 0,16-14 4321 0 0,-18 3-1637 0 0,30-12-1000 0 0,-1-1 1 0 0,0 0-1 0 0,-21 2 1 0 0,26-4 793 0 0,0 0 0 0 0,1-1 0 0 0,-1 1 0 0 0,0-1 0 0 0,1-1 0 0 0,-1 1 0 0 0,-11-6 0 0 0,14 6 719 0 0,0-1-1 0 0,0-1 1 0 0,0 1 0 0 0,0 0 0 0 0,1-1 0 0 0,0 0 0 0 0,-6-6 0 0 0,7 8 20 0 0,1-2-1 0 0,-1 1 1 0 0,1 0 0 0 0,-1 0 0 0 0,1 0-1 0 0,0 0 1 0 0,0-1 0 0 0,0 1 0 0 0,1-1 0 0 0,-1 1-1 0 0,0-3 1 0 0,-1-3-366 0 0,-2-8-543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1:35.17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0 823 0 0,'0'0'4339'0'0,"1"7"-2146"0"0,2 12 13171 0 0,33 90-11600 0 0,-3-12-4065 0 0,-25-61-845 0 0,-6-25-281 0 0,1 0-1 0 0,0 0 0 0 0,0 0 1 0 0,6 11-1 0 0,-7-20 505 0 0,6 3-194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1:35.60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400 0 917 0 0,'0'0'2659'0'0,"-4"10"1436"0"0,-3 7 11211 0 0,5-14-12069 0 0,-16 31-3237 0 0,-2 0 0 0 0,-1-2 0 0 0,-27 33 0 0 0,-83 83 0 0 0,111-127 0 0 0,-9 8-1028 0 0,-37 31 1 0 0,33-34-1454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1:37.84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1062 0 747 0 0,'0'0'3851'0'0,"-10"4"-113"0"0,9-4-3415 0 0,1 0-1 0 0,-1 0 0 0 0,1 0 1 0 0,-1 1-1 0 0,1-1 1 0 0,-1 0-1 0 0,1 0 1 0 0,-1 0-1 0 0,1 0 0 0 0,-1 0 1 0 0,1 1-1 0 0,0-1 1 0 0,-1 0-1 0 0,1 0 0 0 0,-1 1 1 0 0,1-1-1 0 0,0 0 1 0 0,-1 1-1 0 0,1-1 1 0 0,-1 0-1 0 0,1 1 0 0 0,0-1 1 0 0,0 0-1 0 0,-1 1 1 0 0,1-1-1 0 0,0 1 1 0 0,0-1-1 0 0,-1 1 0 0 0,1-1 1 0 0,0 1-1 0 0,0-1 1 0 0,0 0-1 0 0,0 1 0 0 0,0-1 1 0 0,0 1-1 0 0,0-1 1 0 0,0 1-1 0 0,0-1 1 0 0,0 1-1 0 0,0-1 0 0 0,0 1 1 0 0,0-1-1 0 0,0 1 1 0 0,0-1-1 0 0,0 1 0 0 0,1-1 1 0 0,-1 1-1 0 0,0-1 1 0 0,0 1-1 0 0,0-1 1 0 0,1 0-1 0 0,0 2 0 0 0,2 6 468 0 0,2 1-796 0 0,0 1 1 0 0,1-1-1 0 0,0 0 1 0 0,0-1-1 0 0,1 1 1 0 0,1-1-1 0 0,-1-1 1 0 0,1 1-1 0 0,11 7 1 0 0,15 16-8 0 0,7 3-2822 0 0,-28-25 821 0 0,1-1-1 0 0,0 0 1 0 0,1-2 0 0 0,0 1 0 0 0,23 5 0 0 0,-36-11 2189 0 0,-11 9-3204 0 0,8-9 3024 0 0,0 0-1 0 0,0 0 0 0 0,0 0 0 0 0,1 0 0 0 0,-1 0 1 0 0,0 0-1 0 0,0-1 0 0 0,0 1 0 0 0,-1 0 0 0 0,1-1 1 0 0,0 1-1 0 0,0-1 0 0 0,0 1 0 0 0,0-1 0 0 0,-1 1 1 0 0,1-1-1 0 0,0 0 0 0 0,0 1 0 0 0,-1-1 0 0 0,-1 0 1 0 0,-63 11 2043 0 0,45-9-2353 0 0,1 0-1 0 0,-1-1 0 0 0,0-1 0 0 0,0-1 1 0 0,-33-5-1 0 0,50 5 117 0 0,-1 0 1 0 0,1-1 0 0 0,0 1-1 0 0,-1-1 1 0 0,1 0-1 0 0,0 0 1 0 0,0 0-1 0 0,-4-4 1 0 0,5 4 698 0 0,1 0 1 0 0,0 0-1 0 0,-1 0 0 0 0,1 0 1 0 0,0-1-1 0 0,0 1 0 0 0,1-1 1 0 0,-1 0-1 0 0,1 1 0 0 0,-1-1 1 0 0,1 0-1 0 0,0 0 0 0 0,0 0 1 0 0,0 0-1 0 0,0 0 0 0 0,0-5 1 0 0,0 3 415 0 0,1 0 1 0 0,0-1-1 0 0,0 1 1 0 0,1 0-1 0 0,0 0 1 0 0,0 0-1 0 0,0 0 1 0 0,0 0-1 0 0,1 0 1 0 0,3-8-1 0 0,-1 5-662 0 0,1 0 0 0 0,-1 0-1 0 0,12-13 1 0 0,-14 18-256 0 0,-1 1 0 0 0,1-1 0 0 0,1 1 0 0 0,-1 0 0 0 0,0 0 0 0 0,0 0 0 0 0,1 0 0 0 0,-1 0 0 0 0,1 0 0 0 0,0 1 0 0 0,-1-1 0 0 0,1 1 0 0 0,3-2 8 0 0,21 16 14 0 0,-25-10-394 0 0,1-1 1 0 0,-1 1 0 0 0,0-1 0 0 0,0 1-1 0 0,0 0 1 0 0,0 0 0 0 0,0 0 0 0 0,-1 0 0 0 0,3 6-1 0 0,-1-1 749 0 0,-2-7-400 0 0,-1 2 602 0 0,-6 23 2182 0 0,5-20-3583 0 0,-2 0-1 0 0,1 0 0 0 0,-1-1 1 0 0,1 1-1 0 0,-1-1 0 0 0,-1 0 1 0 0,1 0-1 0 0,-1 0 0 0 0,-5 5 1 0 0,-35 29 7392 0 0,-3-6-5210 0 0,-5-9-5120 0 0,-5-10-5027 0 0,23-10 4458 0 0,0-3 3367 0 0,30-1 1170 0 0,-1-1 0 0 0,0 1 1 0 0,0-1-1 0 0,0 0 0 0 0,1 0 0 0 0,-1-1 0 0 0,0 1 1 0 0,1-1-1 0 0,-1 0 0 0 0,1-1 0 0 0,-6-3 1 0 0,8 4-339 0 0,0 0 1 0 0,0 0 0 0 0,0 0-1 0 0,0 0 1 0 0,0-1 0 0 0,0 1-1 0 0,1-1 1 0 0,0 1 0 0 0,-1-1-1 0 0,1 0 1 0 0,0 1 0 0 0,0-1-1 0 0,0 0 1 0 0,0-3 0 0 0,-5-45 3195 0 0,4 28-1242 0 0,2 21-1852 0 0,1-3 13 0 0,0-8 5635 0 0,-2 7-4055 0 0,0 15-10876 0 0,0-2 9878 0 0,0 0 1 0 0,-1-1-1 0 0,1 1 1 0 0,-1 0-1 0 0,0-1 0 0 0,-1 0 1 0 0,1 1-1 0 0,-2-1 1 0 0,1 0-1 0 0,0-1 0 0 0,-1 1 1 0 0,0-1-1 0 0,0 1 1 0 0,-9 7-1 0 0,8-9 363 0 0,-1 1 0 0 0,1-1 0 0 0,-1-1 0 0 0,0 1 1 0 0,0-1-1 0 0,-10 4 0 0 0,14-6-1561 0 0,0-1 1 0 0,0 1-1 0 0,0 0 1 0 0,0-1-1 0 0,0 1 1 0 0,-1-1-1 0 0,1 0 1 0 0,0 1-1 0 0,0-1 0 0 0,0 0 1 0 0,-1 0-1 0 0,1-1 1 0 0,0 1-1 0 0,0 0 1 0 0,0-1-1 0 0,0 1 1 0 0,0-1-1 0 0,-4-2 1 0 0,3 2 466 0 0,1-1 0 0 0,0 1 1 0 0,0-1-1 0 0,0 0 0 0 0,0 0 1 0 0,1 0-1 0 0,-1 0 0 0 0,1 0 0 0 0,-1 0 1 0 0,1-1-1 0 0,0 1 0 0 0,-1 0 1 0 0,0-4-1 0 0,-1-3 1825 0 0,1-1 0 0 0,-1 0 0 0 0,1 1 0 0 0,1-1-1 0 0,0-14 1 0 0,0 20 2732 0 0,0 7-4536 0 0,0 1 0 0 0,0 0 1 0 0,0-1-1 0 0,-1 1 0 0 0,1-1 0 0 0,-1 1 1 0 0,-2 3-1 0 0,0-1-1187 0 0,-1 0 1 0 0,0 0-1 0 0,1-1 1 0 0,-2 0-1 0 0,1 0 1 0 0,-1 0-1 0 0,0 0 1 0 0,-11 6-1 0 0,16-10 1292 0 0,-23 4-4389 0 0,19-9 4448 0 0,0-1 0 0 0,0 1 0 0 0,0-1-1 0 0,0 0 1 0 0,1 0 0 0 0,0 0 0 0 0,0 0 0 0 0,0-1 0 0 0,1 0 0 0 0,-4-9 0 0 0,6 13 19 0 0,-5-15 239 0 0,0 3 11875 0 0,10 23-20991 0 0,1 6 5367 0 0,16 50 7426 0 0,-16-36-5548 0 0,-4-17 1668 0 0,0 0 1 0 0,0 0-1 0 0,-1 0 1 0 0,0 0 0 0 0,-1 0-1 0 0,-1 0 1 0 0,0 0-1 0 0,0 0 1 0 0,-1-1 0 0 0,-1 1-1 0 0,0-1 1 0 0,-1 0 0 0 0,0 0-1 0 0,0 0 1 0 0,-1-1-1 0 0,0 1 1 0 0,-9 9 0 0 0,9-14-112 0 0,-1 0 0 0 0,0 0 1 0 0,0 0-1 0 0,0-1 1 0 0,-1 0-1 0 0,0-1 1 0 0,0 0-1 0 0,0 0 0 0 0,0-1 1 0 0,-1 1-1 0 0,1-2 1 0 0,-1 1-1 0 0,0-1 1 0 0,1-1-1 0 0,-1 0 1 0 0,0 0-1 0 0,0 0 0 0 0,0-1 1 0 0,0-1-1 0 0,0 0 1 0 0,0 0-1 0 0,0 0 1 0 0,0-1-1 0 0,-14-6 0 0 0,15 6 61 0 0,1 0 0 0 0,0-1 0 0 0,1 0 0 0 0,-1 0 0 0 0,0-1 0 0 0,1 0 0 0 0,0 0 0 0 0,0 0 0 0 0,0-1 0 0 0,1 0 0 0 0,-1 0 0 0 0,1-1 0 0 0,0 1 0 0 0,1-1 0 0 0,-1 0 0 0 0,1 0 0 0 0,0-1 0 0 0,1 1 0 0 0,0-1 0 0 0,0 0 0 0 0,0 0 0 0 0,1 0 0 0 0,0 0 0 0 0,0 0 0 0 0,0-1 0 0 0,1 1 0 0 0,1 0 0 0 0,-1-1 0 0 0,1 1 0 0 0,1-10 0 0 0,0 7-235 0 0,1 1-1 0 0,0 0 0 0 0,0-1 1 0 0,1 1-1 0 0,0 0 0 0 0,0 1 1 0 0,1-1-1 0 0,1 0 1 0 0,-1 1-1 0 0,1 0 0 0 0,1 0 1 0 0,-1 1-1 0 0,1-1 0 0 0,1 1 1 0 0,6-6-1 0 0,-1 3-595 0 0,1 1-1 0 0,-1 0 1 0 0,2 1 0 0 0,-1 0-1 0 0,1 1 1 0 0,0 1-1 0 0,0 0 1 0 0,25-6-1 0 0,-13 6-1013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1:38.37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288 0 868 0 0,'-2'8'18361'0'0,"-4"5"-12449"0"0,2-10-5750 0 0,0 1 1 0 0,-1-1-1 0 0,0 1 0 0 0,0-1 1 0 0,0 0-1 0 0,-10 3 1 0 0,-12 9-227 0 0,7-2 9 0 0,-39 18 1 0 0,-3 1-51 0 0,54-28 148 0 0,0 0-1 0 0,0-1 1 0 0,0 0 0 0 0,-16 4 0 0 0,11-5-43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1:38.91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34 0 1024 0 0,'-1'2'13045'0'0,"-4"7"-4694"0"0,-5 11-4493 0 0,-7 24-3923 0 0,17-42 28 0 0,6-4-4643 0 0,12-4 8264 0 0,-11 0-3808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1:39.17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1 892 0 0,'4'3'797'0'0,"-1"1"-1707"0"0,0 0 3294 0 0,2 17 20663 0 0,-3-9-22532 0 0,-1-8-2159 0 0,-11-3-5288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1:39.50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45 1 1081 0 0,'7'6'21646'0'0,"1"2"-17771"0"0,-7-2-3881 0 0,-2-4-376 0 0,1-1 381 0 0,1-1 0 0 0,-1 0 0 0 0,0 1-1 0 0,0-1 1 0 0,0 0 0 0 0,0 1 0 0 0,0-1 0 0 0,0 1 0 0 0,0-1 0 0 0,0 0 0 0 0,0 1 0 0 0,0-1 0 0 0,0 0 0 0 0,0 1 0 0 0,0-1 0 0 0,0 1 0 0 0,0-1 0 0 0,0 0 0 0 0,-1 1 0 0 0,1-1 0 0 0,0 0 0 0 0,0 1 0 0 0,0-1 0 0 0,0 0 0 0 0,-1 1 0 0 0,1-1 0 0 0,0 0 0 0 0,0 0 0 0 0,-1 1 0 0 0,1-1 0 0 0,0 0 0 0 0,-1 0 0 0 0,1 1 0 0 0,0-1 0 0 0,-1 0 0 0 0,1 0 0 0 0,0 0-1 0 0,-1 0 1 0 0,1 0 0 0 0,0 1 0 0 0,-1-1 0 0 0,1 0 0 0 0,0 0 0 0 0,-1 0 0 0 0,1 0 0 0 0,-1 0 0 0 0,1 0 0 0 0,0 0 0 0 0,-1 0 0 0 0,1 0 0 0 0,0 0 0 0 0,-1-1 0 0 0,1 1 0 0 0,0 0 0 0 0,-1 0 0 0 0,0 0 0 0 0,-15-8-58 0 0,15 7 22 0 0,1 1-1 0 0,-1-1 0 0 0,1 1 1 0 0,0-1-1 0 0,-1 1 1 0 0,1 0-1 0 0,-1-1 0 0 0,1 1 1 0 0,-1 0-1 0 0,1-1 1 0 0,-1 1-1 0 0,1 0 0 0 0,-1 0 1 0 0,1-1-1 0 0,-1 1 1 0 0,0 0-1 0 0,1 0 0 0 0,-1 0 1 0 0,1 0-1 0 0,-1 0 1 0 0,0 0-1 0 0,1 0 0 0 0,-1 0 1 0 0,1 0-1 0 0,-1 0 1 0 0,1 0-1 0 0,-1 0 0 0 0,0 0 1 0 0,1 0-1 0 0,-1 1 1 0 0,-1-1 160 0 0,-10 3-1000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1:41.443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911 157 753 0 0,'0'0'3041'0'0,"-10"6"1042"0"0,-4 2 8598 0 0,-3-1-7025 0 0,9-3-5656 0 0,4-2 0 0 0,0 0 0 0 0,1 0 0 0 0,-1 0 0 0 0,0-1 0 0 0,0 1 0 0 0,0-1 0 0 0,0 0 0 0 0,0 0 0 0 0,0 0 0 0 0,0-1 0 0 0,0 1 0 0 0,0-1 0 0 0,0 0 0 0 0,0-1 0 0 0,-1 1 0 0 0,1-1 0 0 0,0 1 0 0 0,-7-3 0 0 0,7 1-56 0 0,1 1 1 0 0,0-1-1 0 0,0 0 1 0 0,-1 0 0 0 0,1 0-1 0 0,1 0 1 0 0,-1-1-1 0 0,0 1 1 0 0,1-1 0 0 0,-3-3-1 0 0,3 3-653 0 0,1 0 0 0 0,-1-1 0 0 0,1 1 0 0 0,0-1 0 0 0,0 1 0 0 0,0-1 0 0 0,1 1 0 0 0,-1-1 0 0 0,1 0 0 0 0,0 1 0 0 0,0-1 0 0 0,0 0 0 0 0,0 1-1 0 0,1-1 1 0 0,0 1 0 0 0,-1-1 0 0 0,1 0 0 0 0,3-6 0 0 0,14-26-4672 0 0,3 9 4694 0 0,-20 25 684 0 0,1 0 0 0 0,0 1 0 0 0,-1-1 0 0 0,1 0 0 0 0,0 1 0 0 0,0 0 0 0 0,0 0 0 0 0,0-1 0 0 0,0 1 0 0 0,4-1 1 0 0,8-4 4 0 0,-13 5 0 0 0,1 0-1 0 0,-1 1 1 0 0,1-1-1 0 0,-1 0 1 0 0,1 1 0 0 0,0-1-1 0 0,-1 1 1 0 0,1 0-1 0 0,0 0 1 0 0,-1 0-1 0 0,1-1 1 0 0,0 2-1 0 0,0-1 1 0 0,-1 0-1 0 0,1 0 1 0 0,0 0-1 0 0,-1 1 1 0 0,1-1 0 0 0,-1 1-1 0 0,1-1 1 0 0,0 1-1 0 0,-1 0 1 0 0,2 1-1 0 0,0 0 14 0 0,-1 0-1 0 0,0 0 1 0 0,0 0 0 0 0,0 0-1 0 0,0 1 1 0 0,0-1-1 0 0,0 1 1 0 0,-1 0 0 0 0,1-1-1 0 0,-1 1 1 0 0,2 5-1 0 0,0 1 282 0 0,0 0-1 0 0,-1 0 1 0 0,-1 0-1 0 0,1 0 1 0 0,-1 0-1 0 0,-1 0 1 0 0,0 12-1 0 0,-1-9-461 0 0,-1 0-1 0 0,0 0 0 0 0,-1-1 0 0 0,0 1 1 0 0,-1-1-1 0 0,0 0 0 0 0,-1 0 1 0 0,-11 19-1 0 0,10-22 188 0 0,1-1 1 0 0,-2 1 0 0 0,1-1-1 0 0,-1 0 1 0 0,0-1-1 0 0,-1 0 1 0 0,1 0 0 0 0,-1 0-1 0 0,0-1 1 0 0,-1 0-1 0 0,-13 5 1 0 0,3-2-48 0 0,-1-1-1 0 0,0-1 1 0 0,1-1 0 0 0,-38 5 0 0 0,45-8 42 0 0,0-1 0 0 0,0-1 0 0 0,0 0 0 0 0,0-1 0 0 0,-1 0 0 0 0,1-1 0 0 0,1 0 1 0 0,-1-1-1 0 0,-18-7 0 0 0,26 8 5 0 0,0 0 1 0 0,0 0-1 0 0,1-1 1 0 0,-1 0 0 0 0,0 1-1 0 0,1-1 1 0 0,0-1-1 0 0,0 1 1 0 0,0 0-1 0 0,0-1 1 0 0,0 0 0 0 0,1 1-1 0 0,-1-1 1 0 0,1 0-1 0 0,0 0 1 0 0,0 0-1 0 0,1-1 1 0 0,-1 1 0 0 0,0-5-1 0 0,-3-3 4389 0 0,7 21 6167 0 0,-1 6-7180 0 0,-3-5-3887 0 0,1 0 1 0 0,-2 0-1 0 0,1 0 1 0 0,-1 0 0 0 0,-1 0-1 0 0,0 0 1 0 0,0-1-1 0 0,-1 0 1 0 0,0 0 0 0 0,-1 0-1 0 0,0-1 1 0 0,0 0 0 0 0,-1 0-1 0 0,-10 9 1 0 0,-12 11-2400 0 0,-2-1 0 0 0,-42 27 0 0 0,65-48 2760 0 0,-6 4-409 0 0,-11 9-1047 0 0,-1-1-1 0 0,-1-1 1 0 0,-1-1-1 0 0,-43 18 1 0 0,57-29-22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1:41.85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0 933 0 0,'1'1'97'0'0,"1"-1"0"0"0,-1 1 0 0 0,0-1 0 0 0,0 1 0 0 0,0-1 0 0 0,1 1 0 0 0,-1 0 0 0 0,0 0 0 0 0,0-1 0 0 0,0 1 0 0 0,0 0 0 0 0,0 0 0 0 0,1 2 0 0 0,-5 14 4978 0 0,2-16-4558 0 0,0 1 722 0 0,1 11 5137 0 0,-1 0 1967 0 0,3 4-5970 0 0,5 4-6529 0 0,1-25 2677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1:42.073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 0 938 0 0,'0'0'4624'0'0,"-1"23"12655"0"0,2-10-14445 0 0,2 4-3612 0 0,0 1 1492 0 0,-5-15-1402 0 0,-6 3-840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1:43.01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888 102 979 0 0,'-18'15'21641'0'0,"17"2"-17985"0"0,1-14-3661 0 0,1-1 0 0 0,-1 1 0 0 0,1 0 0 0 0,0-1 0 0 0,0 1 0 0 0,0-1 0 0 0,0 1 0 0 0,1-1 0 0 0,-1 1 0 0 0,1-1 0 0 0,-1 0 0 0 0,3 3 0 0 0,-1-2 1 0 0,0 0-1 0 0,0-1 1 0 0,0 0 0 0 0,0 1-1 0 0,0-1 1 0 0,0 0 0 0 0,0 0-1 0 0,1-1 1 0 0,-1 1 0 0 0,1-1-1 0 0,3 1 1 0 0,2 1-5 0 0,-7-2 40 0 0,24-1-85 0 0,-21-5 57 0 0,0 0-1 0 0,0 1 0 0 0,0-2 0 0 0,-1 1 0 0 0,1 0 1 0 0,-1-1-1 0 0,0 0 0 0 0,-1 0 0 0 0,1 0 1 0 0,-1-1-1 0 0,-1 1 0 0 0,1-1 0 0 0,-1 1 0 0 0,0-1 1 0 0,-1 0-1 0 0,1 0 0 0 0,-1 0 0 0 0,-1 0 0 0 0,1 0 1 0 0,-1 0-1 0 0,-1 0 0 0 0,1 0 0 0 0,-3-12 0 0 0,2 16 1 0 0,0 0-1 0 0,1 0 1 0 0,-1 0-1 0 0,-1 1 1 0 0,1-1-1 0 0,0 0 1 0 0,-1 1-1 0 0,1-1 1 0 0,-1 1-1 0 0,-4-5 1 0 0,5 5-41 0 0,-22 10 43 0 0,-51 46-1033 0 0,54-37-1648 0 0,-2-2 0 0 0,0 0 0 0 0,-40 21-1 0 0,25-21-2745 0 0,1-5 3294 0 0,30-9 2122 0 0,0 0 0 0 0,-1 0 1 0 0,1 0-1 0 0,0-1 0 0 0,0 0 0 0 0,0 0 1 0 0,0-1-1 0 0,0 0 0 0 0,0 0 0 0 0,-7-2 0 0 0,10 1 34 0 0,-1-1-1 0 0,1 1 0 0 0,0-1 1 0 0,0 1-1 0 0,0-1 0 0 0,0 0 1 0 0,0 0-1 0 0,1 0 0 0 0,-1 0 0 0 0,1-1 1 0 0,0 1-1 0 0,0-1 0 0 0,0 1 1 0 0,-7-11 9867 0 0,7 9-5573 0 0,0 0-3108 0 0,-5 11-695 0 0,-77 99-348 0 0,44-61-3833 0 0,-2-3 0 0 0,-2-1 0 0 0,-57 40 0 0 0,-143 119-103 0 0,225-184 426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1:43.418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13 12 1248 0 0,'0'2'13278'0'0,"-2"7"-5075"0"0,1 1-4721 0 0,-3-16-3597 0 0,4 6 112 0 0,-1-1 0 0 0,1 1 0 0 0,0 0 1 0 0,-1 0-1 0 0,1 0 0 0 0,0-1 0 0 0,-1 1 0 0 0,1 0 0 0 0,0-1 0 0 0,0 1 0 0 0,-1 0 1 0 0,1 0-1 0 0,0-1 0 0 0,0 1 0 0 0,0 0 0 0 0,-1-1 0 0 0,1 1 0 0 0,0-1 0 0 0,0 1 1 0 0,0 0-1 0 0,0-1 0 0 0,0 1 0 0 0,0 0 0 0 0,0-1 0 0 0,0 1 0 0 0,0-1 1 0 0,0 1-1 0 0,0 0 0 0 0,0-1 0 0 0,0 1 0 0 0,0-1 0 0 0,0 1 0 0 0,0 0 0 0 0,0-1 1 0 0,0 1-1 0 0,0 0 0 0 0,1-1 0 0 0,-1 1 0 0 0,0 0 0 0 0,0-1 0 0 0,0 1 0 0 0,1 0 1 0 0,-1-1-1 0 0,0 1 0 0 0,1 0 0 0 0,-1-1 0 0 0,1 1 0 0 0,6-10-218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1:44.40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693 0 785 0 0,'0'0'5046'0'0,"-15"10"-4637"0"0,10-6 3168 0 0,-5 19 10688 0 0,8-18-12133 0 0,0 3-2132 0 0,0 1 0 0 0,1-1 0 0 0,0 0 0 0 0,0 0 0 0 0,1 1 0 0 0,0 9 0 0 0,1-15 0 0 0,4 45 0 0 0,-3-33 0 0 0,0-1 0 0 0,-1 0 0 0 0,-2 23 0 0 0,0-31-38 0 0,0 1 1 0 0,-1-1 0 0 0,1 0-1 0 0,-2 0 1 0 0,1 0 0 0 0,-1 0-1 0 0,1 0 1 0 0,-2-1 0 0 0,1 1-1 0 0,-1-1 1 0 0,1 0 0 0 0,-2 0-1 0 0,1 0 1 0 0,0-1 0 0 0,-1 1-1 0 0,0-1 1 0 0,0 0 0 0 0,0-1-1 0 0,0 1 1 0 0,-1-1 0 0 0,-9 5-1 0 0,4-3-74 0 0,0 0-1 0 0,0 0 0 0 0,-1-1 0 0 0,0 0 0 0 0,0-1 1 0 0,0-1-1 0 0,0 0 0 0 0,0 0 0 0 0,-1-1 0 0 0,-18-1 1 0 0,27 0-496 0 0,0-1 1 0 0,-1 1-1 0 0,1-1 1 0 0,0 0 0 0 0,-1 0-1 0 0,1-1 1 0 0,0 1-1 0 0,0-1 1 0 0,0 0-1 0 0,0 0 1 0 0,1 0 0 0 0,-1-1-1 0 0,0 1 1 0 0,1-1-1 0 0,0 0 1 0 0,0 0-1 0 0,-1 0 1 0 0,2 0 0 0 0,-1-1-1 0 0,0 1 1 0 0,1-1-1 0 0,-1 0 1 0 0,-2-6 0 0 0,4 5 549 0 0,-1 0 0 0 0,1 0 0 0 0,0 0 0 0 0,0 0 0 0 0,0 0 0 0 0,1 0 0 0 0,-1 0 0 0 0,1-1 0 0 0,1 1 0 0 0,-1 0 0 0 0,1 0 0 0 0,2-10 0 0 0,6-15 24 0 0,-8 29 20 0 0,16-14 281 0 0,-13 14 424 0 0,0 1 0 0 0,0-1 0 0 0,-1 1 0 0 0,1 0 0 0 0,0 1 0 0 0,0-1-1 0 0,-1 1 1 0 0,1-1 0 0 0,0 1 0 0 0,0 0 0 0 0,-1 1 0 0 0,1-1 0 0 0,-1 1 0 0 0,1-1 0 0 0,-1 1 0 0 0,0 0-1 0 0,0 0 1 0 0,0 0 0 0 0,0 1 0 0 0,0-1 0 0 0,0 1 0 0 0,0 0 0 0 0,4 5 0 0 0,-4-3-755 0 0,-1-1 1 0 0,1 1-1 0 0,0 0 1 0 0,-1 0-1 0 0,0 0 1 0 0,0 0-1 0 0,-1 1 1 0 0,1-1-1 0 0,0 9 1 0 0,-2-6-578 0 0,0-1 0 0 0,0 0 0 0 0,0 0-1 0 0,-1 0 1 0 0,0 0 0 0 0,-1 0 0 0 0,0 0 0 0 0,0 0 0 0 0,0 0 0 0 0,-6 12 0 0 0,0-6-830 0 0,1 0-1 0 0,-1-1 0 0 0,-1 1 1 0 0,-15 15-1 0 0,-20 14 293 0 0,-8-1 631 0 0,-1-3 0 0 0,-2-2-1 0 0,-83 41 1 0 0,91-57-3766 0 0,38-17 2319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1:44.938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48 48 1077 0 0,'2'-6'763'0'0,"-16"-15"23603"0"0,14 22-24412 0 0,3 16 69 0 0,-3-17-22 0 0,0 1 0 0 0,0-1-1 0 0,-1 1 1 0 0,1-1 0 0 0,0 1-1 0 0,0-1 1 0 0,0 1 0 0 0,-1-1-1 0 0,1 0 1 0 0,0 1 0 0 0,0-1-1 0 0,-1 1 1 0 0,1-1 0 0 0,0 0-1 0 0,-1 1 1 0 0,1-1 0 0 0,0 0-1 0 0,-1 1 1 0 0,1-1 0 0 0,-1 0-1 0 0,1 0 1 0 0,-1 1 0 0 0,1-1 0 0 0,-1 0-1 0 0,1 0 1 0 0,0 0 0 0 0,-1 0-1 0 0,1 0 1 0 0,-1 0 0 0 0,1 1-1 0 0,-1-1 1 0 0,1 0 0 0 0,-1 0-1 0 0,1 0 1 0 0,-1-1 0 0 0,1 1-1 0 0,-1 0 1 0 0,1 0 0 0 0,-1 0-1 0 0,1 0 1 0 0,-1 0 0 0 0,1-1-1 0 0,-1 1 1 0 0,0 0 0 0 0,0-1-36 0 0,0 1 1 0 0,0-1-1 0 0,1 1 1 0 0,-1-1-1 0 0,0 1 1 0 0,0-1-1 0 0,0 1 1 0 0,1-1-1 0 0,-1 0 1 0 0,0 1-1 0 0,1-1 1 0 0,-1 0-1 0 0,1 0 1 0 0,-1 0-1 0 0,0 1 1 0 0,1-1-1 0 0,0 0 1 0 0,-1 0-1 0 0,1 0 1 0 0,0 0-1 0 0,-1 0 1 0 0,1 0-1 0 0,0 0 1 0 0,0 0-1 0 0,0 0 1 0 0,0 0-1 0 0,0 0 1 0 0,0 0-1 0 0,0 0 1 0 0,0 0-1 0 0,0 1 1 0 0,0-1-1 0 0,0 0 1 0 0,1 0-1 0 0,0-2 1 0 0,-1-2 255 0 0,-1 2-1013 0 0,-7-4-1305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1:45.72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287 4 662 0 0,'-2'-4'16903'0'0,"4"15"-7727"0"0,-1-3-5908 0 0,1-3-3435 0 0,0 0-3464 0 0,6 8 3565 0 0,0 0 0 0 0,1-1 1 0 0,0 0-1 0 0,17 16 0 0 0,23 13-3348 0 0,-33-27-5267 0 0,-8-1 3726 0 0,-7-12 4843 0 0,-1 1-1 0 0,0-1 0 0 0,1 0 1 0 0,-1 1-1 0 0,0-1 0 0 0,0 0 0 0 0,0 0 1 0 0,0 1-1 0 0,0-1 0 0 0,-1 0 1 0 0,1 0-1 0 0,0 1 0 0 0,-1-1 1 0 0,1 0-1 0 0,0 0 0 0 0,-1 1 0 0 0,1-1 1 0 0,-2 1-1 0 0,-2 4 475 0 0,-1-1 0 0 0,0 0 1 0 0,0 0-1 0 0,0 0 0 0 0,0-1 0 0 0,-1 1 0 0 0,-6 3 1 0 0,7-5-914 0 0,-56 36 763 0 0,-2-3 1 0 0,-100 43-1 0 0,105-53-2133 0 0,57-26 1302 0 0,0 2-768 0 0,1-1 1693 0 0,-1 0 0 0 0,1 0 0 0 0,-1 0 0 0 0,1 0 0 0 0,-1 0 0 0 0,1 0 1 0 0,-1 0-1 0 0,0 0 0 0 0,1 0 0 0 0,-1 0 0 0 0,0-1 0 0 0,0 1 0 0 0,1 0 0 0 0,-1 0 0 0 0,0-1 0 0 0,-1 2 1 0 0,-9-2-1814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1:46.16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25 1 936 0 0,'0'0'3474'0'0,"0"3"-280"0"0,-2 19 13152 0 0,2-17-14085 0 0,-5 28-2258 0 0,5-33-3 0 0,-1 0 0 0 0,1 0 0 0 0,0-1 0 0 0,0 1 0 0 0,0 0 0 0 0,0 0 0 0 0,0-1-1 0 0,0 1 1 0 0,0 0 0 0 0,0 0 0 0 0,0 0 0 0 0,0-1 0 0 0,-1 1 0 0 0,1 0 0 0 0,0 0 0 0 0,0 0 0 0 0,0-1 0 0 0,0 1 0 0 0,-1 0 0 0 0,1 0 0 0 0,0 0 0 0 0,0 0 0 0 0,0 0 0 0 0,-1-1 0 0 0,1 1 0 0 0,0 0 0 0 0,0 0 0 0 0,0 0 0 0 0,-1 0 0 0 0,1 0 0 0 0,0 0 0 0 0,0 0 0 0 0,-1 0 0 0 0,1 0 0 0 0,0 0 0 0 0,0 0 0 0 0,-1 0 0 0 0,1 0 0 0 0,0 0 0 0 0,0 0 0 0 0,-1 0 0 0 0,1 0 0 0 0,0 0 0 0 0,0 0 0 0 0,0 0 0 0 0,-1 0 0 0 0,1 1 0 0 0,0-1 0 0 0,0 0 0 0 0,-1 0 0 0 0,1 0 0 0 0,0 0 0 0 0,0 0 0 0 0,0 1 0 0 0,0-1 0 0 0,-1 0 0 0 0,1 0 0 0 0,0 0 0 0 0,0 1 0 0 0,0-1 0 0 0,0 0 0 0 0,0 0 0 0 0,0 1 0 0 0,0-1 0 0 0,-1 0 0 0 0,1 0 0 0 0,0 0 0 0 0,0 1 0 0 0,0-1 0 0 0,-4-6-14 0 0,3 5-108 0 0,3-2-2389 0 0,0 2 2604 0 0,-1 0 0 0 0,1 0 0 0 0,-1 1 0 0 0,0-1 1 0 0,1 0-1 0 0,0 0 0 0 0,-1 1 0 0 0,4-2 1 0 0,5 7 1715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1:48.09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32 8 1132 0 0,'0'0'3297'0'0,"-15"-8"2330"0"0,11 34 2709 0 0,0 9-1879 0 0,0 0-3775 0 0,1-4-3167 0 0,2 0 0 0 0,0 1 0 0 0,5 38 0 0 0,2-15-1940 0 0,0 5-3020 0 0,5-4-3377 0 0,-10-54 8352 0 0,-10 13 8590 0 0,8-14-6923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1:48.52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326 0 756 0 0,'1'11'1892'0'0,"-7"14"5548"0"0,-12 23 6399 0 0,12-32-11552 0 0,3-7-2287 0 0,0 0 0 0 0,-1 0 0 0 0,0-1 0 0 0,-1 1 0 0 0,1-1 0 0 0,-2 0 0 0 0,1-1 0 0 0,-11 12 0 0 0,-2 6 0 0 0,9-11 0 0 0,0-1 0 0 0,-20 21 0 0 0,28-34 0 0 0,1 0 0 0 0,-1 1 0 0 0,1-1 0 0 0,-1 0 0 0 0,1 0 0 0 0,-1 1 0 0 0,1-1 0 0 0,-1 0 0 0 0,0 0 0 0 0,1 0 0 0 0,-1 0 0 0 0,1 0 0 0 0,-1 0 0 0 0,1 0 0 0 0,-1 0 0 0 0,0 0 0 0 0,1 0 0 0 0,-1 0 0 0 0,1 0 0 0 0,-1 0 0 0 0,0 0 0 0 0,1 0 0 0 0,-1-1 0 0 0,1 1 0 0 0,-1 0 0 0 0,1 0 0 0 0,-1-1 0 0 0,1 1 0 0 0,-1 0 0 0 0,0-1 0 0 0,-13-12 0 0 0,14 13 0 0 0,-97-106-735 0 0,96 105-199 0 0,-15-1 1843 0 0,15 2-909 0 0,0-1 0 0 0,-1 1 0 0 0,1 0 0 0 0,0 0 0 0 0,0 0-1 0 0,-1 0 1 0 0,1 0 0 0 0,0 0 0 0 0,-1 0 0 0 0,1 0 0 0 0,0 0 0 0 0,0 1-1 0 0,-1-1 1 0 0,1 0 0 0 0,0 1 0 0 0,0-1 0 0 0,0 1 0 0 0,-3 1 0 0 0,-5 3-1470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1:49.79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219 5 1215 0 0,'-5'-4'5486'0'0,"10"14"5096"0"0,0 1-3396 0 0,-3-5-5441 0 0,29 102-1745 0 0,-21-79 0 0 0,-2 1 0 0 0,0 0 0 0 0,-2 0 0 0 0,-1 0 0 0 0,0 32 0 0 0,-5-48 0 0 0,0 1 0 0 0,-1-1 0 0 0,-1 0 0 0 0,0 0 0 0 0,-1-1 0 0 0,0 1 0 0 0,-2 0 0 0 0,1-1 0 0 0,-1 0 0 0 0,-1 0 0 0 0,-1-1 0 0 0,0 1 0 0 0,0-1 0 0 0,-1-1 0 0 0,0 1 0 0 0,-1-1 0 0 0,-1-1 0 0 0,0 0 0 0 0,0 0 0 0 0,0-1 0 0 0,-24 15 0 0 0,4-4 0 0 0,-60 29 0 0 0,62-37 0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1:50.79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403 100 875 0 0,'1'-10'730'0'0,"-6"14"2882"0"0,0 6 3324 0 0,1 0 3764 0 0,2 4-9662 0 0,0 0 0 0 0,0 27 1 0 0,3-17-879 0 0,8 41 1 0 0,-5-44-232 0 0,-1 1 0 0 0,0 23 0 0 0,-8-24 193 0 0,5-20-125 0 0,0 0 0 0 0,-1 0-1 0 0,1 0 1 0 0,-1 0 0 0 0,1 0 0 0 0,0 0 0 0 0,-1-1-1 0 0,0 1 1 0 0,1 0 0 0 0,-1 0 0 0 0,1 0-1 0 0,-1-1 1 0 0,0 1 0 0 0,1 0 0 0 0,-1-1-1 0 0,0 1 1 0 0,0-1 0 0 0,0 1 0 0 0,0-1 0 0 0,1 1-1 0 0,-1-1 1 0 0,0 1 0 0 0,0-1 0 0 0,0 0-1 0 0,0 0 1 0 0,0 1 0 0 0,0-1 0 0 0,0 0-1 0 0,0 0 1 0 0,0 0 0 0 0,0 0 0 0 0,0 0 0 0 0,0 0-1 0 0,0 0 1 0 0,0-1 0 0 0,0 1 0 0 0,0 0-1 0 0,-1-1 1 0 0,-2 0 19 0 0,0 0-1 0 0,0-1 1 0 0,1 1-1 0 0,-1-1 1 0 0,0 0-1 0 0,1 1 1 0 0,-5-5-1 0 0,-1-1-540 0 0,0-2 0 0 0,1 1 0 0 0,-15-20 0 0 0,14 15-1488 0 0,0-1 1 0 0,1-1-1 0 0,0 0 0 0 0,-7-22 0 0 0,5 5-2225 0 0,-8-40 1 0 0,4 1 4960 0 0,12 61 55 0 0,1 4-233 0 0,-5-21-1027 0 0,4 19 3211 0 0,-3-1 5688 0 0,7 12-7637 0 0,0 0 25 0 0,0-1 1 0 0,0 1-1 0 0,0 0 1 0 0,-1 0-1 0 0,0 1 1 0 0,2 4-1 0 0,1 2 724 0 0,4 5-1596 0 0,-1 0 1 0 0,-1 0-1 0 0,-1 1 1 0 0,0 0 0 0 0,-1 0-1 0 0,0 0 1 0 0,1 21 0 0 0,-5-28-4 0 0,0-1 0 0 0,0 1 0 0 0,0-1 0 0 0,-1 1 0 0 0,-1-1 0 0 0,1 1 0 0 0,-1-1 0 0 0,-1 0 0 0 0,1 0 0 0 0,-2 0 0 0 0,1 0 0 0 0,-1 0 0 0 0,0-1 0 0 0,0 0 0 0 0,-10 12 0 0 0,-15 13-2773 0 0,21-25 955 0 0,0 0 0 0 0,0-1 0 0 0,-1 0 0 0 0,-11 7 0 0 0,15-10 987 0 0,0-1-1 0 0,0 0 1 0 0,0 0 0 0 0,0 0 0 0 0,-1-1 0 0 0,1 0 0 0 0,0 0-1 0 0,-1 0 1 0 0,-8 0 0 0 0,10-1 641 0 0,-1 0 0 0 0,1-1 0 0 0,0 0 0 0 0,-1 0 0 0 0,1 0-1 0 0,0 0 1 0 0,-8-4 0 0 0,0 0-923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1:51.05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20 14 781 0 0,'0'0'824'0'0,"-12"-13"9545"0"0,10 20-8787 0 0,1 0 1 0 0,-1 0-1 0 0,1 0 0 0 0,0 0 0 0 0,1 1 0 0 0,-1-1 0 0 0,2 0 0 0 0,1 13 1 0 0,13 131-1695 0 0,-12-130 65 0 0,2 0 0 0 0,0 0 0 0 0,1-1 0 0 0,1 1 0 0 0,10 18 0 0 0,-17-37-1081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1:51.49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418 1 721 0 0,'0'0'2428'0'0,"1"5"156"0"0,-2 12 13129 0 0,-14 7-11679 0 0,-21 12-2978 0 0,13-14-1378 0 0,-59 70 357 0 0,-70 71-251 0 0,131-145-1878 0 0,-42 30 0 0 0,37-32-231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1:52.02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171 73 872 0 0,'0'0'700'0'0,"-19"2"3295"0"0,11-1 175 0 0,7-1-3771 0 0,-1 0-1 0 0,1 0 1 0 0,0 0 0 0 0,0-1 0 0 0,-1 1-1 0 0,1 0 1 0 0,0 0 0 0 0,-1-1 0 0 0,1 1 0 0 0,0-1-1 0 0,0 1 1 0 0,0-1 0 0 0,0 1 0 0 0,-1-1-1 0 0,1 0 1 0 0,0 0 0 0 0,0 0 0 0 0,0 1-1 0 0,0-1 1 0 0,0 0 0 0 0,1 0 0 0 0,-1 0-1 0 0,0 0 1 0 0,0 0 0 0 0,1-1 0 0 0,-1 1 0 0 0,1 0-1 0 0,-1 0 1 0 0,1 0 0 0 0,-1-1 0 0 0,1 1-1 0 0,-1 0 1 0 0,1 0 0 0 0,0-3 0 0 0,0 2-219 0 0,0 1 0 0 0,1-1 0 0 0,-1 0 0 0 0,1 1 0 0 0,-1-1 0 0 0,1 0 0 0 0,0 1 0 0 0,0-1 0 0 0,0 1 0 0 0,-1 0 0 0 0,1-1 0 0 0,1 1 0 0 0,0-2 0 0 0,21-14-192 0 0,-2 11 11 0 0,-20 6-34 0 0,0 0 36 0 0,0 0-1 0 0,0 0 1 0 0,-1 0-1 0 0,1 0 1 0 0,0 0-1 0 0,-1 1 1 0 0,1-1 0 0 0,0 0-1 0 0,-1 0 1 0 0,1 1-1 0 0,0-1 1 0 0,-1 0-1 0 0,1 1 1 0 0,0-1-1 0 0,-1 1 1 0 0,1-1-1 0 0,-1 1 1 0 0,1-1-1 0 0,-1 1 1 0 0,1-1 0 0 0,-1 1-1 0 0,1 0 1 0 0,-1-1-1 0 0,0 1 1 0 0,1-1-1 0 0,-1 1 1 0 0,0 0-1 0 0,0-1 1 0 0,1 1-1 0 0,-1 0 1 0 0,0 0-1 0 0,0-1 1 0 0,0 1 0 0 0,0 0-1 0 0,0 0 1 0 0,0-1-1 0 0,0 1 1 0 0,0 0-1 0 0,0-1 1 0 0,0 1-1 0 0,0 0 1 0 0,-1 0-1 0 0,1 1 1 0 0,-12 30 23 0 0,0-16-24 0 0,0-1 0 0 0,0-1 0 0 0,-1 0 0 0 0,-1 0 0 0 0,0-1 0 0 0,-1-1 0 0 0,-1-1 0 0 0,-22 13 0 0 0,12-8 0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1:53.22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815 23 939 0 0,'0'0'3218'0'0,"3"10"745"0"0,1-2-276 0 0,-3 1 6380 0 0,-5 11-5727 0 0,3-10-4402 0 0,0 0 0 0 0,-1 1 1 0 0,0-1-1 0 0,-1-1 0 0 0,0 1 1 0 0,-1 0-1 0 0,0-1 0 0 0,-1 1 1 0 0,1-1-1 0 0,-2-1 0 0 0,1 1 1 0 0,-1-1-1 0 0,-1 0 0 0 0,-12 13 1 0 0,18-20-254 0 0,0 1 1 0 0,-1-1 0 0 0,1 0 0 0 0,0 0-1 0 0,-1 0 1 0 0,1-1 0 0 0,-1 1 0 0 0,1 0-1 0 0,-1 0 1 0 0,1-1 0 0 0,-1 1 0 0 0,0-1-1 0 0,1 1 1 0 0,-1-1 0 0 0,-2 0 0 0 0,2 0 467 0 0,0 0 1 0 0,1 0 0 0 0,-1-1 0 0 0,0 1-1 0 0,0-1 1 0 0,0 0 0 0 0,0 1 0 0 0,1-1 0 0 0,-1 0-1 0 0,0 0 1 0 0,1 0 0 0 0,-1 0 0 0 0,0-1-1 0 0,1 1 1 0 0,-1 0 0 0 0,1 0 0 0 0,-2-3-1 0 0,-20-32 4482 0 0,16 16-6345 0 0,-3-33-7767 0 0,10 51 8652 0 0,-2-2 10 0 0,1-8-4679 0 0,-1 22 2265 0 0,2-1 3233 0 0,-1 1-1 0 0,0-1 1 0 0,-1 1-1 0 0,0-1 1 0 0,-1 0 0 0 0,0 0-1 0 0,0 0 1 0 0,-1 0 0 0 0,0 0-1 0 0,-7 11 1 0 0,9-18 0 0 0,0 1 1 0 0,0-1-1 0 0,1 0 1 0 0,-1-1-1 0 0,-1 1 1 0 0,1 0-1 0 0,0-1 0 0 0,0 1 1 0 0,0-1-1 0 0,-1 1 1 0 0,1-1-1 0 0,-1 0 1 0 0,1 0-1 0 0,-1 0 1 0 0,0-1-1 0 0,1 1 0 0 0,-1 0 1 0 0,0-1-1 0 0,1 0 1 0 0,-1 0-1 0 0,0 0 1 0 0,1 0-1 0 0,-1 0 0 0 0,0 0 1 0 0,1-1-1 0 0,-1 1 1 0 0,0-1-1 0 0,1 0 1 0 0,-1 1-1 0 0,1-1 0 0 0,-1-1 1 0 0,1 1-1 0 0,-4-2 1 0 0,0-1 5 0 0,0 1 1 0 0,0-1 0 0 0,0 0 0 0 0,1-1-1 0 0,0 0 1 0 0,0 1 0 0 0,0-2-1 0 0,0 1 1 0 0,1-1 0 0 0,0 1-1 0 0,-5-10 1 0 0,7 12 2929 0 0,-6-13 6061 0 0,15 24-3295 0 0,-4-5-5490 0 0,0 1 0 0 0,0 0 0 0 0,-1 0 1 0 0,0 1-1 0 0,0-1 0 0 0,0 0 0 0 0,0 1 0 0 0,1 6 0 0 0,-1-2-586 0 0,0 0 0 0 0,-1 0 0 0 0,0 17 0 0 0,-5 29-4547 0 0,-8-6-3447 0 0,8-37 8336 0 0,-1-1 0 0 0,0 1 1 0 0,-1-1-1 0 0,0 0 0 0 0,-1 0 0 0 0,-1-1 0 0 0,1 0 0 0 0,-2 0 0 0 0,1 0 0 0 0,-1-1 1 0 0,0-1-1 0 0,-1 0 0 0 0,0 0 0 0 0,-1-1 0 0 0,1 0 0 0 0,-1 0 0 0 0,-1-1 0 0 0,1-1 1 0 0,-1 0-1 0 0,0-1 0 0 0,0 0 0 0 0,0-1 0 0 0,-1 0 0 0 0,1-1 0 0 0,-1 0 0 0 0,0-1 1 0 0,1 0-1 0 0,-1-1 0 0 0,0-1 0 0 0,0 0 0 0 0,1-1 0 0 0,-18-4 0 0 0,24 4 177 0 0,0 0 1 0 0,0 0-1 0 0,0-1 0 0 0,1 0 0 0 0,-1 0 0 0 0,1 0 0 0 0,0-1 0 0 0,0 0 0 0 0,0 0 0 0 0,0 0 0 0 0,1 0 0 0 0,-1-1 1 0 0,1 0-1 0 0,-3-5 0 0 0,2 2-254 0 0,0 0 0 0 0,1-1 1 0 0,0 1-1 0 0,1-1 0 0 0,0 0 1 0 0,0 0-1 0 0,1-1 0 0 0,-2-13 1 0 0,2 3-27 0 0,1 0 1 0 0,1-1 0 0 0,1 1-1 0 0,0 0 1 0 0,2 1-1 0 0,0-1 1 0 0,2 0-1 0 0,7-21 1 0 0,-7 27-175 0 0,1 0-1 0 0,0 0 1 0 0,1 1 0 0 0,1 0-1 0 0,0 0 1 0 0,16-19 0 0 0,-17 25-321 0 0,0-1 1 0 0,0 1-1 0 0,1 1 0 0 0,0-1 1 0 0,0 1-1 0 0,1 1 1 0 0,-1-1-1 0 0,1 1 1 0 0,0 1-1 0 0,17-6 1 0 0,-15 6-817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1:53.59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0 1378 0 0,'17'1'21297'0'0,"-18"0"-20968"0"0,-3 12 3248 0 0,3 6-4862 0 0,1-18 1306 0 0,1-1-1 0 0,-1 1 0 0 0,1-1 1 0 0,-1 1-1 0 0,1 0 0 0 0,-1-1 1 0 0,1 1-1 0 0,0-1 0 0 0,-1 1 1 0 0,1-1-1 0 0,0 0 0 0 0,-1 1 1 0 0,1-1-1 0 0,0 1 0 0 0,0-1 1 0 0,-1 0-1 0 0,1 0 0 0 0,0 0 1 0 0,0 1-1 0 0,-1-1 0 0 0,1 0 1 0 0,0 0-1 0 0,0 0 0 0 0,0 0 1 0 0,-1 0-1 0 0,1 0 0 0 0,0-1 1 0 0,0 1-1 0 0,0 0 0 0 0,-1 0 1 0 0,2-1-1 0 0,26-7-321 0 0,-16 3-724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1:53.87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16 0 1090 0 0,'1'2'14138'0'0,"1"5"-6428"0"0,11 23-5081 0 0,-6-12-2351 0 0,-7-17-301 0 0,0 0 0 0 0,-1-1 0 0 0,1 1 0 0 0,0 0 0 0 0,-1-1 0 0 0,1 1 0 0 0,-1 0 0 0 0,1-1 0 0 0,-1 1 0 0 0,1 0 0 0 0,-1-1 0 0 0,0 1 0 0 0,1-1 0 0 0,-1 1 0 0 0,0-1 0 0 0,1 1 0 0 0,-1-1 0 0 0,0 0 0 0 0,1 1 0 0 0,-1-1 0 0 0,0 0 0 0 0,0 1 0 0 0,0-1 0 0 0,-1 0 0 0 0,-19 6 468 0 0,21-6-324 0 0,-2 1-751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1:54.20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22 883 0 0,'8'4'25414'0'0,"-8"-11"-24068"0"0,0 5-1787 0 0,0 1 1 0 0,0 0-1 0 0,1-1 1 0 0,-1 1-1 0 0,0 0 1 0 0,1 0 0 0 0,-1-1-1 0 0,1 1 1 0 0,-1 0-1 0 0,1 0 1 0 0,0-1-1 0 0,-1 1 1 0 0,2-1-1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1:54.75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151 0 603 0 0,'0'0'3985'0'0,"-5"2"-1598"0"0,-9 6 13310 0 0,-4 15-11865 0 0,-4 20-3618 0 0,10-18-718 0 0,-1 1 504 0 0,0 1 0 0 0,2 0 0 0 0,1 1 0 0 0,1 0 0 0 0,-10 54 0 0 0,17-68 0 0 0,1 0 0 0 0,0 0 0 0 0,1 1 0 0 0,1-1 0 0 0,0 0 0 0 0,1 0 0 0 0,0 0 0 0 0,1 0 0 0 0,1 0 0 0 0,0-1 0 0 0,1 0 0 0 0,0 1 0 0 0,1-2 0 0 0,10 16 0 0 0,-9-15 0 0 0,1-1 0 0 0,1 0 0 0 0,0 0 0 0 0,0-1 0 0 0,1 0 0 0 0,1-1 0 0 0,0 0 0 0 0,0-1 0 0 0,18 12 0 0 0,8-2 0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2:09.35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37 245 1040 0 0,'-5'0'8121'0'0,"-15"1"389"0"0,12-3-1670 0 0,7 2-6811 0 0,1 0 1 0 0,0 0-1 0 0,0 0 1 0 0,0 0-1 0 0,0 0 0 0 0,0 0 1 0 0,0 0-1 0 0,0 0 0 0 0,-1 0 1 0 0,1 0-1 0 0,0-1 0 0 0,0 1 1 0 0,0 0-1 0 0,0 0 0 0 0,0 0 1 0 0,0 0-1 0 0,0 0 0 0 0,0 0 1 0 0,-1 0-1 0 0,1 0 1 0 0,0 0-1 0 0,0 0 0 0 0,0 0 1 0 0,0-1-1 0 0,0 1 0 0 0,0 0 1 0 0,0 0-1 0 0,0 0 0 0 0,0 0 1 0 0,0 0-1 0 0,0 0 0 0 0,0 0 1 0 0,0-1-1 0 0,0 1 0 0 0,0 0 1 0 0,0 0-1 0 0,0 0 1 0 0,0 0-1 0 0,0 0 0 0 0,0 0 1 0 0,0 0-1 0 0,0-1 0 0 0,0 1 1 0 0,0 0-1 0 0,0 0 0 0 0,0 0 1 0 0,0 0-1 0 0,0 0 0 0 0,0 0 1 0 0,0 0-1 0 0,0-1 0 0 0,0 1 1 0 0,0 0-1 0 0,0 0 1 0 0,1 0-1 0 0,-1 0 0 0 0,0 0 1 0 0,10-7 395 0 0,13-3-850 0 0,812-185 425 0 0,-638 169-7 0 0,-195 25 8 0 0,-16 5 5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2:10.16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277 0 437 0 0,'9'15'22177'0'0,"-17"1"-17934"0"0,-18 11-4787 0 0,23-23 445 0 0,-34 29 95 0 0,-1-1 1 0 0,-2-1 0 0 0,-78 44 0 0 0,116-74-44 0 0,-10 5 64 0 0,10-5 3 0 0,8-1-3 0 0,6 0-11 0 0,-5 0-69 0 0,0 0 1 0 0,0 1 0 0 0,-1 0 0 0 0,1 0 0 0 0,0 1 0 0 0,-1 0-1 0 0,1 0 1 0 0,-1 0 0 0 0,10 5 0 0 0,-1 0 92 0 0,10 4-493 0 0,-1 0 1 0 0,0 1-1 0 0,22 17 0 0 0,-11-2-4080 0 0,-4 4-3304 0 0,-23-22 829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2:22.96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153 12 491 0 0,'11'-12'19541'0'0,"-14"16"-18481"0"0,0 0 1 0 0,-1 0-1 0 0,1 0 0 0 0,-1-1 0 0 0,-8 6 1 0 0,-49 25-1695 0 0,34-20 1087 0 0,-12 13-503 0 0,38-26-14 0 0,-5 22-789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2:28.318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0 453 0 0,'0'0'1608'0'0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2:29.11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50 12 519 0 0,'-10'1'2115'0'0,"-15"-7"21790"0"0,12 0-24233 0 0,11 5 329 0 0,5 3-58 0 0,0 0 64 0 0,0 0 1 0 0,1 0-1 0 0,-1 0 0 0 0,0-1 1 0 0,1 0-1 0 0,-1 1 0 0 0,4 0 1 0 0,-7-2-8 0 0,157 47-7000 0 0,-80-33-4612 0 0,2-9 7525 0 0,81-10 6291 0 0,-55 1-2861 0 0,91 5 11 0 0,-128 0 2723 0 0,-1 0 4850 0 0,-31-5 3721 0 0,-26 2-8957 0 0,-9 2-2365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2:30.80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276 0 578 0 0,'-18'22'21835'0'0,"-18"3"-17731"0"0,23-17-4165 0 0,1 1-1 0 0,0 0 1 0 0,1 0-1 0 0,-19 21 0 0 0,28-29 56 0 0,-18 7 7 0 0,-2-4 3 0 0,20-4-26 0 0,-38 3 34 0 0,31-3-8 0 0,-1 0-1 0 0,0 0 1 0 0,-17-3 0 0 0,25 3-5 0 0,28 44-13 0 0,-21-37-1732 0 0,28 43-13627 0 0,-8-21 12413 0 0,-24-28 2918 0 0,26 29-97 0 0,-12-8 962 0 0,-5-10 3353 0 0,-1-3 3462 0 0,-8-8-7641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2:31.66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168 1 704 0 0,'-12'15'23134'0'0,"9"-10"-20758"0"0,-27 26-2376 0 0,-10 15 0 0 0,-41 52-10 0 0,80-97 10 0 0,5 20-562 0 0,-4-20-201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1:15.11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847 0 1275 0 0,'-8'3'13216'0'0,"-10"3"-7391"0"0,-1 13-5344 0 0,-1-1 1 0 0,0-1-1 0 0,-1-1 0 0 0,-1-1 1 0 0,0-1-1 0 0,-1 0 0 0 0,-26 10 0 0 0,11-8 31 0 0,-1-2 0 0 0,0-1 0 0 0,-75 13 0 0 0,90-23-867 0 0,0-1 0 0 0,0 0 1 0 0,0-2-1 0 0,1-1 0 0 0,-32-5 0 0 0,50 5 488 0 0,1 1-1 0 0,-1 0 1 0 0,0 0-1 0 0,1 0 0 0 0,-1 0 1 0 0,1 1-1 0 0,-1 0 0 0 0,1 0 1 0 0,-1 0-1 0 0,1 0 0 0 0,-1 1 1 0 0,1-1-1 0 0,-7 5 1 0 0,4-2-49 0 0,1 1 1 0 0,-1 0 0 0 0,1 0 0 0 0,-1 1-1 0 0,2-1 1 0 0,-1 1 0 0 0,-5 7 0 0 0,-4 10-872 0 0,0 0 1 0 0,2 1 0 0 0,-16 37-1 0 0,29-61 759 0 0,-15 34-3006 0 0,7-19 876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1:10.763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87 1 1064 0 0,'-3'2'7961'0'0,"-9"8"790"0"0,14 22-313 0 0,2-26-8438 0 0,2 1 0 0 0,-1-1 0 0 0,1 0 0 0 0,0-1 0 0 0,0 1 0 0 0,0-1 0 0 0,1 0 0 0 0,0-1 0 0 0,0 0 0 0 0,0 0 0 0 0,11 5 0 0 0,-5-3 0 0 0,-1 0 0 0 0,20 16 0 0 0,-29-20 0 0 0,-1 0 0 0 0,0 0 0 0 0,0 1 0 0 0,0-1 0 0 0,0 0 0 0 0,0 1 0 0 0,0-1 0 0 0,0 1 0 0 0,-1 0 0 0 0,1 0 0 0 0,0 3 0 0 0,-1-5 0 0 0,-1 1 0 0 0,0-1 0 0 0,0 1 0 0 0,0-1 0 0 0,0 1 0 0 0,0-1 0 0 0,0 1 0 0 0,0-1 0 0 0,0 1 0 0 0,0-1 0 0 0,-1 1 0 0 0,1-1 0 0 0,0 1 0 0 0,-1-1 0 0 0,1 0 0 0 0,-1 1 0 0 0,0-1 0 0 0,0 0 0 0 0,1 1 0 0 0,-1-1 0 0 0,-2 2 0 0 0,-11 11-1285 0 0,-1 0 0 0 0,-1-1 0 0 0,-1 0 0 0 0,1-2 0 0 0,-2 0 0 0 0,0-1 0 0 0,0 0 0 0 0,-39 13 0 0 0,56-22 663 0 0,-5 2 6436 0 0,-20-3-6372 0 0,16-5 6211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1:11.37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704 10 1077 0 0,'-15'-10'4388'0'0,"9"17"-387"0"0,0-1-408 0 0,2 3 6563 0 0,2 8-7157 0 0,0-9-2999 0 0,0 1 0 0 0,-1 0 0 0 0,0-1 0 0 0,-1 1 0 0 0,0-1 0 0 0,0 0 0 0 0,-1 0 0 0 0,0-1 0 0 0,0 1 0 0 0,0-1 0 0 0,-1 0 0 0 0,0-1 0 0 0,-1 1 0 0 0,0-1 0 0 0,0-1 0 0 0,0 1 0 0 0,0-1 0 0 0,-1 0 0 0 0,0-1 0 0 0,0 0 0 0 0,0 0 0 0 0,-1 0 0 0 0,1-1 0 0 0,-1-1 0 0 0,0 1 0 0 0,-13 1 0 0 0,16-3-75 0 0,0-1 1 0 0,0 1 0 0 0,1-1-1 0 0,-1 0 1 0 0,0 0 0 0 0,0 0 0 0 0,0-1-1 0 0,1 0 1 0 0,-1 0 0 0 0,0-1-1 0 0,1 0 1 0 0,-1 0 0 0 0,1 0 0 0 0,-6-3-1 0 0,7 3-27 0 0,1-1-1 0 0,0 1 0 0 0,-1-1 0 0 0,1 0 0 0 0,0 0 1 0 0,0 0-1 0 0,0-1 0 0 0,1 1 0 0 0,-1 0 1 0 0,1-1-1 0 0,0 0 0 0 0,0 0 0 0 0,0 0 1 0 0,0 0-1 0 0,1 0 0 0 0,0 0 0 0 0,-1 0 0 0 0,1 0 1 0 0,0-7-1 0 0,-1-28 2887 0 0,2 37-2517 0 0,-3 6-248 0 0,2 0 1 0 0,-1 0 0 0 0,0 0 0 0 0,1 1 0 0 0,-2 7 0 0 0,3-11-20 0 0,-5 18-198 0 0,-1 1 1 0 0,-1-1 0 0 0,-1 0-1 0 0,-1 0 1 0 0,-15 24 0 0 0,-64 81-1523 0 0,-82 76-12425 0 0,147-163 10747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1:11.67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0 1348 0 0,'14'14'5245'0'0,"-16"8"14247"0"0,6-17-20093 0 0,-3-4 565 0 0,-1-1 0 0 0,0 1 0 0 0,0-1 0 0 0,0 1 0 0 0,0-1 0 0 0,1 0 1 0 0,-1 1-1 0 0,0-1 0 0 0,0 0 0 0 0,1 1 0 0 0,-1-1 0 0 0,0 1 0 0 0,0-1 0 0 0,1 0 0 0 0,-1 0 0 0 0,1 1 0 0 0,-1-1 0 0 0,0 0 0 0 0,1 0 0 0 0,-1 1 0 0 0,0-1 1 0 0,1 0-1 0 0,-1 0 0 0 0,1 0 0 0 0,-1 0 0 0 0,1 0 0 0 0,-1 0 0 0 0,1 1 0 0 0,0-1 0 0 0,1-1 460 0 0,0 1-441 0 0,-1 0-1 0 0,1 0 1 0 0,-1 0-1 0 0,1 0 1 0 0,-1-1-1 0 0,1 1 1 0 0,-1 0-1 0 0,1-1 1 0 0,-1 0-1 0 0,0 1 1 0 0,3-2-1 0 0,4-5 1612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1:11.86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1 1199 0 0,'7'14'6321'0'0,"-1"8"9371"0"0,2-18-11374 0 0,12-3-9177 0 0,-6-10 7244 0 0,-12 8-3446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1:12.58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550 132 715 0 0,'0'0'365'0'0,"-27"-1"2972"0"0,24 2-3002 0 0,0 0 640 0 0,1-1 0 0 0,-1 1-1 0 0,1 0 1 0 0,-1-1 0 0 0,0 1-1 0 0,1-1 1 0 0,-1 0 0 0 0,0 0 0 0 0,1 0-1 0 0,-1 0 1 0 0,0 0 0 0 0,1 0-1 0 0,-1-1 1 0 0,0 1 0 0 0,1-1-1 0 0,-1 0 1 0 0,1 0 0 0 0,-1 0-1 0 0,-4-3 1 0 0,-6-12 993 0 0,12 13-1968 0 0,-1 0 0 0 0,1 0 0 0 0,-1 0 0 0 0,1-1 0 0 0,0 1 0 0 0,1 0 0 0 0,-1-1 0 0 0,0 1 0 0 0,1-1 0 0 0,0 1 0 0 0,0 0-1 0 0,0-1 1 0 0,0 1 0 0 0,1-1 0 0 0,-1 1 0 0 0,1-1 0 0 0,0 1 0 0 0,0 0 0 0 0,0 0 0 0 0,0-1 0 0 0,0 1 0 0 0,1 0 0 0 0,0 0 0 0 0,-1 0 0 0 0,1 0 0 0 0,3-3 0 0 0,-4 5 0 0 0,0 0-5 0 0,28-15-61 0 0,-27 16-232 0 0,-1-1 0 0 0,1 1 0 0 0,-1 0 0 0 0,1 0 0 0 0,-1 0 0 0 0,1 0 0 0 0,0 0 0 0 0,-1 0 0 0 0,1 0 0 0 0,-1 1 0 0 0,1-1 0 0 0,-1 0-1 0 0,1 1 1 0 0,-1 0 0 0 0,1-1 0 0 0,-1 1 0 0 0,0 0 0 0 0,1-1 0 0 0,-1 1 0 0 0,0 0 0 0 0,1 0 0 0 0,-1 0 0 0 0,2 2 0 0 0,-2 0-345 0 0,1-1 0 0 0,-1 1 0 0 0,0-1 1 0 0,0 1-1 0 0,0-1 0 0 0,0 1 0 0 0,-1-1 0 0 0,1 1 0 0 0,-1 0 0 0 0,1 0 1 0 0,-1-1-1 0 0,0 6 0 0 0,-7 39-4798 0 0,-7-10 7038 0 0,4-21-1528 0 0,-1 0-1 0 0,0-1 1 0 0,0 0 0 0 0,-2-1-1 0 0,0 0 1 0 0,-1-1 0 0 0,-25 19-1 0 0,-117 69 24 0 0,139-91-203 0 0,-11 7-417 0 0,-47 20 1 0 0,69-34 228 0 0,-1 0 0 0 0,1-1 1 0 0,-1 0-1 0 0,0 0 1 0 0,0-1-1 0 0,1 1 0 0 0,-1-2 1 0 0,0 1-1 0 0,0-1 1 0 0,0 0-1 0 0,0 0 0 0 0,0-1 1 0 0,-11-2-1 0 0,7 0-890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1:12.91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414 0 1045 0 0,'-5'7'10866'0'0,"-8"9"-8153"0"0,8-9-1439 0 0,-1 0 0 0 0,1 0 1 0 0,-1-1-1 0 0,-1 0 0 0 0,1 0 1 0 0,-9 5-1 0 0,-11 11 1396 0 0,-219 186-2670 0 0,240-204-93 0 0,0 0 0 0 0,0 0 1 0 0,0-1-1 0 0,0 0 0 0 0,0 0 1 0 0,-1 0-1 0 0,0-1 0 0 0,1 0 1 0 0,-1 0-1 0 0,0 0 0 0 0,-8 1 1 0 0,12-3-1188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1:13.46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40 845 0 0,'3'-3'11682'0'0,"10"-17"488"0"0,-13 19-12137 0 0,0 0 1 0 0,0 1-1 0 0,0-1 1 0 0,0 0-1 0 0,1 0 1 0 0,-1 1-1 0 0,0-1 1 0 0,1 0-1 0 0,-1 0 1 0 0,0 1-1 0 0,1-1 1 0 0,-1 0 0 0 0,1 1-1 0 0,-1-1 1 0 0,1 0-1 0 0,-1 1 1 0 0,1-1-1 0 0,-1 1 1 0 0,1-1-1 0 0,0 1 1 0 0,-1-1-1 0 0,1 1 1 0 0,0 0-1 0 0,0-1 1 0 0,-1 1 0 0 0,2-1-1 0 0,-1 2-183 0 0,-1-1 1 0 0,1 0-1 0 0,0 1 0 0 0,-1-1 1 0 0,1 1-1 0 0,0-1 0 0 0,-1 1 1 0 0,1-1-1 0 0,-1 1 0 0 0,1-1 1 0 0,-1 1-1 0 0,1 0 0 0 0,-1-1 1 0 0,0 1-1 0 0,1 0 0 0 0,-1-1 1 0 0,0 1-1 0 0,1 0 0 0 0,-1 0 1 0 0,0-1-1 0 0,0 1 0 0 0,1 1 1 0 0,-1-1-1199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1:14.61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95 12 771 0 0,'0'0'1957'0'0,"-10"-10"-1225"0"0,6 9 2547 0 0,-5 12-404 0 0,-11 21 11710 0 0,15-20-12570 0 0,-8 31-2016 0 0,2 0 0 0 0,2 0 0 0 0,-4 53 0 0 0,13-94-34 0 0,0 14-4152 0 0,0-10-1083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1:15.69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135 1 980 0 0,'-7'6'21719'0'0,"22"20"-17922"0"0,13-2-3604 0 0,-13-12-698 0 0,-5-4 511 0 0,0 0 0 0 0,1-1 1 0 0,11 6-1 0 0,-4-3-21 0 0,-16-9-5 0 0,7 5 40 0 0,-9-6-19 0 0,1 0-1 0 0,-1 0 1 0 0,0 1-1 0 0,1-1 1 0 0,-1 0 0 0 0,1 1-1 0 0,-1-1 1 0 0,0 1-1 0 0,1-1 1 0 0,-1 0 0 0 0,0 1-1 0 0,0-1 1 0 0,1 1-1 0 0,-1-1 1 0 0,0 1 0 0 0,0-1-1 0 0,0 1 1 0 0,1-1-1 0 0,-1 1 1 0 0,0-1 0 0 0,0 1-1 0 0,0-1 1 0 0,0 1-1 0 0,0-1 1 0 0,0 1 0 0 0,0-1-1 0 0,0 1 1 0 0,0-1-1 0 0,-1 1 1 0 0,1-1 0 0 0,0 1-1 0 0,0-1 1 0 0,0 1-1 0 0,0-1 1 0 0,-1 1 0 0 0,1-1-1 0 0,0 1 1 0 0,0-1-1 0 0,-1 0 1 0 0,0 1-1 0 0,-11 13-4 0 0,12-14 4 0 0,-33 27-2546 0 0,-71 43 0 0 0,9-7-2236 0 0,82-67-8518 0 0,0 0 10265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1:16.45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334 22 880 0 0,'-2'5'1475'0'0,"0"0"-1"0"0,0 1 1 0 0,0-1-1 0 0,0 0 1 0 0,-1 0-1 0 0,-5 7 1 0 0,-3 6 7153 0 0,11-16-7118 0 0,-1-1-1267 0 0,0 1 1 0 0,1 0 0 0 0,0 0-1 0 0,-1 0 1 0 0,1-1 0 0 0,0 1 0 0 0,0 0-1 0 0,0 0 1 0 0,0 0 0 0 0,0 0-1 0 0,0 0 1 0 0,0-1 0 0 0,1 1-1 0 0,-1 0 1 0 0,1 0 0 0 0,-1 0 0 0 0,1-1-1 0 0,0 1 1 0 0,1 2 0 0 0,0-4-246 0 0,1 0 0 0 0,-1 0 1 0 0,1 0-1 0 0,0-1 0 0 0,-1 1 0 0 0,1-1 1 0 0,-1 1-1 0 0,1-1 0 0 0,-1 0 1 0 0,1 0-1 0 0,-1 0 0 0 0,0 0 1 0 0,0 0-1 0 0,1-1 0 0 0,3-2 0 0 0,42-53 23 0 0,-47 56-43 0 0,10-27 43 0 0,-11 27-21 0 0,1 1-1 0 0,-1-1 1 0 0,0 0-1 0 0,0 0 1 0 0,0 1-1 0 0,0-1 1 0 0,0 0-1 0 0,0 0 1 0 0,0 1-1 0 0,0-1 1 0 0,-1 0-1 0 0,1 0 1 0 0,0 1-1 0 0,0-1 1 0 0,0 0-1 0 0,-1 1 1 0 0,1-1-1 0 0,0 0 1 0 0,-1 1-1 0 0,1-1 1 0 0,-1 0 0 0 0,1 1-1 0 0,-1-1 1 0 0,1 1-1 0 0,-2-2 1 0 0,-1-1 12 0 0,2 2-42 0 0,-1 1 29 0 0,-21 3 14 0 0,2 1-1 0 0,-1 1 0 0 0,0 1 0 0 0,1 0 1 0 0,-33 16-1 0 0,7-3-3499 0 0,1-4-4888 0 0,44-15 7836 0 0,0 1 331 0 0,0-1 0 0 0,0 0-1 0 0,0 1 1 0 0,0 0 0 0 0,0-1-1 0 0,0 1 1 0 0,1 0-1 0 0,-1 0 1 0 0,0 0 0 0 0,0 0-1 0 0,1 0 1 0 0,-1 1-1 0 0,1-1 1 0 0,-1 0 0 0 0,1 1-1 0 0,-1-1 1 0 0,1 1 0 0 0,0 0-1 0 0,0-1 1 0 0,0 1-1 0 0,0 0 1 0 0,0 0 0 0 0,0-1-1 0 0,0 1 1 0 0,1 0 0 0 0,-1 2-1 0 0,-4 9 445 0 0,2 0-1 0 0,-4 24 0 0 0,5-25-600 0 0,-11 55 129 0 0,-24 135 606 0 0,16-70-3815 0 0,10-106-418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1:17.24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654 1 718 0 0,'-6'-1'950'0'0,"-12"18"20051"0"0,4 3-17470 0 0,-7 20-2761 0 0,6-13-1526 0 0,9-21 77 0 0,1 0 1 0 0,-1 0 0 0 0,0-1 0 0 0,0 1-1 0 0,0-2 1 0 0,-1 1 0 0 0,1-1 0 0 0,-1 0 0 0 0,0 0-1 0 0,-1-1 1 0 0,-13 5 0 0 0,17-6 196 0 0,-1-1 0 0 0,0 0 0 0 0,0 0 0 0 0,0 0 0 0 0,0 0 0 0 0,0-1 0 0 0,0 0 0 0 0,0 0 0 0 0,0 0 0 0 0,0-1 0 0 0,0 0 0 0 0,1 0 0 0 0,-1 0 0 0 0,0 0 0 0 0,0-1 0 0 0,1 0 0 0 0,-1 0 1 0 0,1 0-1 0 0,-8-5 0 0 0,1-3-1045 0 0,-3-19 7527 0 0,11 23 143 0 0,3-3-3349 0 0,-1 1-1901 0 0,-3 16-329 0 0,-3 14 176 0 0,0-1 1 0 0,-13 24-1 0 0,4-15-3211 0 0,-2-1 1 0 0,-27 35-1 0 0,-51 48-7798 0 0,29-46 7411 0 0,8-16-459 0 0,41-37 1654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1:17.85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0 769 0 0,'15'17'23458'0'0,"-11"-12"-23816"0"0,-4-5 414 0 0,0 0 1 0 0,1 0 0 0 0,-1 1 0 0 0,0-1 0 0 0,1 0 0 0 0,-1 1 0 0 0,0-1-1 0 0,1 1 1 0 0,-1-1 0 0 0,0 0 0 0 0,0 1 0 0 0,1-1 0 0 0,-1 1 0 0 0,0-1-1 0 0,0 1 1 0 0,0-1 0 0 0,0 0 0 0 0,0 1 0 0 0,1-1 0 0 0,-1 1 0 0 0,0-1-1 0 0,0 1 1 0 0,0-1 0 0 0,0 1 0 0 0,0-1 0 0 0,-1 1 0 0 0,1-1 0 0 0,0 1-1 0 0,0-1 1 0 0,0 1 0 0 0,0-1 0 0 0,0 1 0 0 0,-1-1 0 0 0,1 0 0 0 0,0 1-1 0 0,0-1 1 0 0,-1 1 0 0 0,1-1 0 0 0,-6 10-4126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1:20.43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525 131 671 0 0,'-4'-1'7003'0'0,"-13"-4"-156"0"0,5 7-3569 0 0,1-1-2076 0 0,-1 1 0 0 0,1-2 0 0 0,-1 0 0 0 0,1 0 0 0 0,0-1 1 0 0,-13-2-1 0 0,19 2-1202 0 0,2 1-1 0 0,-1-1 1 0 0,1 0-1 0 0,0 1 1 0 0,0-1-1 0 0,0-1 1 0 0,0 1-1 0 0,0 0 1 0 0,-4-3-1 0 0,5 3-11 0 0,-2-10 19 0 0,3 10-7 0 0,0 0 1 0 0,1 0 0 0 0,-1 0-1 0 0,0-1 1 0 0,1 1 0 0 0,-1 0 0 0 0,1 0-1 0 0,0 0 1 0 0,-1 0 0 0 0,1-1-1 0 0,0 1 1 0 0,0 0 0 0 0,0-2 0 0 0,9-29-7 0 0,-8 30-10 0 0,11-18 27 0 0,12-9-30 0 0,-22 28 32 0 0,22 6-5 0 0,-18 1-4 0 0,-1-1-9 0 0,-1 0 0 0 0,1 1 1 0 0,-1-1-1 0 0,0 1 1 0 0,0 0-1 0 0,4 11 0 0 0,-6-13-264 0 0,0 1 0 0 0,0-1-1 0 0,0 1 1 0 0,-1 0 0 0 0,0 0-1 0 0,0 0 1 0 0,0 0 0 0 0,-1 0-1 0 0,0 7 1 0 0,1-1-738 0 0,4 17-3023 0 0,-1 15-7734 0 0,-4-41 11871 0 0,-12 29 292 0 0,4-23-366 0 0,-1-1 0 0 0,0 0 0 0 0,0 0 0 0 0,-1-1 0 0 0,0 0 0 0 0,0-1 0 0 0,0 0 0 0 0,0-1 0 0 0,-16 5 0 0 0,0 1-27 0 0,23-9 74 0 0,-32 18 9197 0 0,42-15-3579 0 0,3 3-2437 0 0,3 0-2622 0 0,-13-7-907 0 0,2 1 259 0 0,1 2 9 0 0,1 0 0 0 0,0 0 0 0 0,0 0 0 0 0,0-1 0 0 0,0 0 1 0 0,1 1-1 0 0,5 1 0 0 0,1 1 6 0 0,-9-4-18 0 0,-1-1 13 0 0,-1 1 0 0 0,1-1 0 0 0,0 1 0 0 0,0-1 1 0 0,0 1-1 0 0,-1-1 0 0 0,1 1 0 0 0,0 0 0 0 0,0-1 0 0 0,-1 1 0 0 0,1 0 0 0 0,-1-1 0 0 0,1 1 1 0 0,0 0-1 0 0,-1 0 0 0 0,0 0 0 0 0,1 0 0 0 0,-1-1 0 0 0,1 1 0 0 0,-1 0 0 0 0,0 0 1 0 0,0 0-1 0 0,1 0 0 0 0,-1 0 0 0 0,0 0 0 0 0,0 0 0 0 0,0 0 0 0 0,0 0 0 0 0,0 0 1 0 0,0 0-1 0 0,-1 0 0 0 0,1 0 0 0 0,0 0 0 0 0,-7 37-141 0 0,3-30-1207 0 0,-1 1-1 0 0,0-1 1 0 0,0 0 0 0 0,-1 0 0 0 0,0 0-1 0 0,-12 10 1 0 0,9-9 260 0 0,-2 0 1 0 0,1-1-1 0 0,-1-1 0 0 0,-19 11 0 0 0,19-12 1054 0 0,-1-1-1 0 0,0 0 1 0 0,0-1 0 0 0,0 0-1 0 0,0-1 1 0 0,-1 0 0 0 0,0-1-1 0 0,1-1 1 0 0,-1 1 0 0 0,0-2-1 0 0,-17-1 1 0 0,26 0 88 0 0,0 1-1 0 0,0-1 1 0 0,0 0 0 0 0,0-1 0 0 0,1 1-1 0 0,-1-1 1 0 0,0 1 0 0 0,0-1 0 0 0,1 0-1 0 0,-1-1 1 0 0,1 1 0 0 0,0 0 0 0 0,0-1-1 0 0,0 0 1 0 0,-5-6 0 0 0,3 3-3 0 0,1 0 1 0 0,0 0 0 0 0,1-1-1 0 0,0 1 1 0 0,0-1 0 0 0,0 0-1 0 0,0 0 1 0 0,-1-10 0 0 0,1 2-31 0 0,1 1 1 0 0,0-1 0 0 0,1 0 0 0 0,1 0 0 0 0,1 0-1 0 0,0 0 1 0 0,0 1 0 0 0,6-22 0 0 0,-2 23-737 0 0,0 0 1 0 0,1 0-1 0 0,0 1 0 0 0,1-1 1 0 0,1 1-1 0 0,10-13 1 0 0,23-38-4635 0 0,-31 43 3312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1:20.83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14 0 889 0 0,'0'0'1150'0'0,"20"8"12110"0"0,-20-6-12408 0 0,1 1-465 0 0,0 0 0 0 0,0 0 0 0 0,0 0 0 0 0,0 0 0 0 0,-1 0 0 0 0,0 1 0 0 0,0-1 0 0 0,0 0 0 0 0,0 0 0 0 0,0 0 0 0 0,0 0 0 0 0,-1 1 0 0 0,0-1 0 0 0,1 0 0 0 0,-1 0 0 0 0,0 0 0 0 0,-1 0 1 0 0,1 0-1 0 0,0 0 0 0 0,-1-1 0 0 0,0 1 0 0 0,1 0 0 0 0,-1-1 0 0 0,0 1 0 0 0,-5 3 0 0 0,-6 4-399 0 0,11-10-69 0 0,7-21-1253 0 0,-4 17-2784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3:11.65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87 29 483 0 0,'0'0'330'0'0,"-21"-8"17898"0"0,13 13-12379 0 0,-2 2-3079 0 0,-8 6-3729 0 0,0 0-1004 0 0,8-6 3432 0 0,8-7-1465 0 0,26-23-13 0 0,4 4 9 0 0,-26 18-46 0 0,-1 0-339 0 0,0 1 0 0 0,0-1 0 0 0,1 1-1 0 0,-1-1 1 0 0,0 1 0 0 0,0-1-1 0 0,0 0 1 0 0,0 1 0 0 0,0-1 0 0 0,-1 0-1 0 0,1 0 1 0 0,0 0 0 0 0,0 0-1 0 0,0 0 1 0 0,-1 0 0 0 0,1 0 0 0 0,0 0-1 0 0,0-1 1 0 0,3-5-6047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13T14:53:15.53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93 37 534 0 0,'5'-5'2187'0'0,"0"-2"-5538"0"0,14-16 30189 0 0,-18 22-26840 0 0,-39 30 10 0 0,9-6-99 0 0,27-22 93 0 0,-33 22 74 0 0,33-22-100 0 0,-15 10-538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23T02:50:25.429"/>
    </inkml:context>
    <inkml:brush xml:id="br0">
      <inkml:brushProperty name="width" value="0.2" units="cm"/>
      <inkml:brushProperty name="height" value="0.4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1,'0'2,"1"0,-1-1,1 1,-1 0,1 0,0-1,0 1,0 0,0-1,0 1,0-1,0 1,1-1,-1 1,0-1,1 0,-1 0,1 0,-1 0,1 0,2 1,43 18,-38-16,17 6,-8-3,0 0,28 6,1-4,1-2,92 1,-41-7,84-3,-154-2,-1-1,30-10,-35 9,0 0,1 2,0 0,24 0,-25 4,0-1,0-1,36-8,2 1,-42 8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2:52.71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36 69 759 0 0,'0'0'885'0'0,"-12"5"2534"0"0,3-1 4359 0 0,-6-1-5630 0 0,22-6 2442 0 0,28-4 2045 0 0,-15 5-6713 0 0,38-10 1 0 0,-43 9-70 0 0,0-1 0 0 0,0 2 0 0 0,0 0 0 0 0,0 1 0 0 0,20 0 0 0 0,-28 1-508 0 0,0 0 0 0 0,0-1 0 0 0,0 1 0 0 0,0-1 0 0 0,13-4 0 0 0,-13 3-185 0 0,0 0-1 0 0,0 0 1 0 0,0 1-1 0 0,0 0 1 0 0,0 1-1 0 0,12 0 1 0 0,17-8 8470 0 0,-41-2-5468 0 0,-1 0-3137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2:53.96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285 440 714 0 0,'-1'2'12915'0'0,"-2"7"-4082"0"0,3-8-8672 0 0,0-1 0 0 0,0 1 0 0 0,0-1 0 0 0,0 1 0 0 0,0 0 0 0 0,-1-1 0 0 0,1 1 0 0 0,0-1 0 0 0,0 1 0 0 0,0-1 1 0 0,0 1-1 0 0,-1-1 0 0 0,1 1 0 0 0,0-1 0 0 0,0 1 0 0 0,-1-1 0 0 0,1 1 0 0 0,0-1 0 0 0,-1 1 0 0 0,1-1 0 0 0,0 0 0 0 0,-1 1 1 0 0,1-1-1 0 0,-1 1 0 0 0,1-1 0 0 0,-1 0 0 0 0,1 0 0 0 0,-2 1 0 0 0,-11 7-1080 0 0,-1 10 917 0 0,12-15 0 0 0,-1 2 1 0 0,-1 14 0 0 0,1-14-15 0 0,2-4 15 0 0,1 0-1 0 0,0 1 0 0 0,-1-1 0 0 0,1 0 0 0 0,0 0 1 0 0,0 0-1 0 0,0 0 0 0 0,0 1 0 0 0,0-1 1 0 0,0 0-1 0 0,0 0 0 0 0,0 0 0 0 0,0 0 1 0 0,0 0-1 0 0,1 1 0 0 0,-1-1 0 0 0,0 0 0 0 0,1 0 1 0 0,0 1-1 0 0,2 21 43 0 0,-2-21-58 0 0,8 10-1865 0 0,-1-7-4906 0 0,19-16-2536 0 0,-7-5 6895 0 0,-14 8 2641 0 0,0 0-1 0 0,-1-1 1 0 0,7-14 0 0 0,-9 18-560 0 0,-1 0 516 0 0,8-13-226 0 0,-1 0 0 0 0,12-37 1 0 0,-16 14 3833 0 0,-7 29-7532 0 0,2 11 4064 0 0,-1 0-1 0 0,0-1 1 0 0,0 1 0 0 0,1 0 0 0 0,-1 0 0 0 0,0 0 0 0 0,0 0 0 0 0,0 0 0 0 0,0 0 0 0 0,-1 0 0 0 0,1 0 0 0 0,0 0 0 0 0,0 0-1 0 0,-3 0 1 0 0,3 0-274 0 0,-25 10-4707 0 0,13 3 6703 0 0,1 1-1 0 0,0 1 1 0 0,1-1-1 0 0,0 2 1 0 0,1-1-1 0 0,-13 27 1 0 0,16-28-2284 0 0,-15 18-7820 0 0,-6-5 3710 0 0,22-22 4174 0 0,-1 0-1 0 0,1 0 1 0 0,0-1 0 0 0,-1 1-1 0 0,-11 3 1 0 0,11-5 649 0 0,1-1 0 0 0,0 0-1 0 0,0 0 1 0 0,-1 0 0 0 0,1 0 0 0 0,-12-2 0 0 0,-10-8 3205 0 0,14 3 2552 0 0,2 0-1986 0 0,10 4-4056 0 0,1 1 1 0 0,-1 0-1 0 0,0-1 1 0 0,1 0-1 0 0,-1 1 1 0 0,1-1-1 0 0,-1 0 0 0 0,1 0 1 0 0,0 0-1 0 0,0 1 1 0 0,0-1-1 0 0,-1-4 1 0 0,-1-11-424 0 0,1 0 0 0 0,1 0 1 0 0,1 0-1 0 0,0 0 1 0 0,1 0-1 0 0,1 0 0 0 0,4-16 1 0 0,3-33-881 0 0,-2-27-6531 0 0,2-26 1736 0 0,-1 36 18149 0 0,-8 75-9030 0 0,0 0-3710 0 0,6 16-660 0 0,-5-6 1344 0 0,0 0 0 0 0,0 0 1 0 0,0 0-1 0 0,-1 0 0 0 0,1 0 0 0 0,0 0 1 0 0,-1 0-1 0 0,0 1 0 0 0,1-1 1 0 0,-1 0-1 0 0,0 0 0 0 0,0 1 0 0 0,0-1 1 0 0,-1 0-1 0 0,1 0 0 0 0,-1 0 0 0 0,0 4 1 0 0,-18 36-1691 0 0,17-39 1220 0 0,-11 18-1850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2:56.45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1429 6 1033 0 0,'-1'-1'13487'0'0,"-8"-1"-5283"0"0,0 0-4715 0 0,8 2-3489 0 0,-13 32 1 0 0,8-19-4 0 0,4-9-2 0 0,0 0 0 0 0,0 1-1 0 0,1-1 1 0 0,0 1-1 0 0,-1-1 1 0 0,1 1 0 0 0,0 6-1 0 0,-2 7 3 0 0,3-9-310 0 0,-2 0 1 0 0,1 0 0 0 0,-1-1-1 0 0,-1 1 1 0 0,1-1-1 0 0,-6 11 1 0 0,7-16 232 0 0,-1-2 0 0 0,0 1 1 0 0,1 0-1 0 0,-1 0 0 0 0,0 0 1 0 0,0-1-1 0 0,0 1 0 0 0,0-1 0 0 0,0 1 1 0 0,-1-1-1 0 0,1 0 0 0 0,0 0 1 0 0,-1 0-1 0 0,1 0 0 0 0,-1-1 0 0 0,1 1 1 0 0,0-1-1 0 0,-1 1 0 0 0,0-1 1 0 0,1 0-1 0 0,-4 0 0 0 0,-20-2-1142 0 0,23 1 519 0 0,0 0-1 0 0,0-1 1 0 0,1 1 0 0 0,-1-1 0 0 0,0 1 0 0 0,1-1 0 0 0,-1 0 0 0 0,1 1 0 0 0,-4-6 0 0 0,-14-23-5205 0 0,12 7 6682 0 0,8 22-807 0 0,-3-27 39 0 0,2 13 6587 0 0,1 15-6456 0 0,0 18-7057 0 0,0-14 7610 0 0,-1 0 0 0 0,0 0 0 0 0,0 0 0 0 0,0 0 0 0 0,0 0 0 0 0,-1 0 1 0 0,0-1-1 0 0,0 1 0 0 0,0 0 0 0 0,0-1 0 0 0,0 0 0 0 0,-1 1 0 0 0,1-1 0 0 0,-1 0 1 0 0,0 0-1 0 0,0 0 0 0 0,-4 2 0 0 0,-26 20 4187 0 0,2-7-5166 0 0,22-12 676 0 0,6-4-396 0 0,1-1 1 0 0,-1 1 0 0 0,1-1-1 0 0,-1 0 1 0 0,1 1 0 0 0,-1-1-1 0 0,0-1 1 0 0,0 1 0 0 0,0 0-1 0 0,0-1 1 0 0,1 1 0 0 0,-1-1-1 0 0,0 0 1 0 0,0 0 0 0 0,0 0 0 0 0,0 0-1 0 0,0 0 1 0 0,-4-2 0 0 0,4 2 60 0 0,0-1 1 0 0,0 1 0 0 0,1-1-1 0 0,-1 0 1 0 0,0 0 0 0 0,1 0-1 0 0,-1-1 1 0 0,-3-1 0 0 0,3 0-917 0 0,0 1-1 0 0,0-1 1 0 0,0 1-1 0 0,1-1 1 0 0,-1 0 0 0 0,1 0-1 0 0,0 0 1 0 0,0 0 0 0 0,-3-5-1 0 0,-10-34-6850 0 0,9 15 9839 0 0,6 25-2153 0 0,-2 3-382 0 0,-1 1 188 0 0,1 0 0 0 0,0 0 1 0 0,0 0-1 0 0,0 0 0 0 0,0 0 0 0 0,0 0 0 0 0,0 0 0 0 0,1 1 1 0 0,-1-1-1 0 0,-1 4 0 0 0,-12 15-219 0 0,-42 36 477 0 0,56-56-34 0 0,-1 0 0 0 0,0 0 0 0 0,1-1 0 0 0,-1 1 0 0 0,0 0 0 0 0,0-1 0 0 0,0 1 0 0 0,1-1-1 0 0,-1 0 1 0 0,0 0 0 0 0,0 0 0 0 0,0 0 0 0 0,0 0 0 0 0,0 0 0 0 0,1 0 0 0 0,-1 0 0 0 0,0-1 0 0 0,0 1 0 0 0,0-1-1 0 0,1 1 1 0 0,-1-1 0 0 0,0 0 0 0 0,1 0 0 0 0,-1 0 0 0 0,-2-1 0 0 0,0-1 1 0 0,0 1 1 0 0,0-1-1 0 0,0 0 0 0 0,0 0 1 0 0,1-1-1 0 0,-1 1 0 0 0,-5-8 1 0 0,-12-26 468 0 0,11 12 3862 0 0,9 23-3522 0 0,-1-9 878 0 0,-2 1 5988 0 0,-24 54-5469 0 0,20-30-4659 0 0,0-1 1 0 0,-18 23 0 0 0,8-28-541 0 0,2-1-609 0 0,14-6 2835 0 0,-17 14-2065 0 0,18-15 2841 0 0,0 0-1 0 0,0 0 0 0 0,1 0 1 0 0,-1 0-1 0 0,0 0 0 0 0,0 0 1 0 0,1 0-1 0 0,-1 0 0 0 0,0 0 1 0 0,0 0-1 0 0,1 0 0 0 0,-1-1 1 0 0,0 1-1 0 0,1 0 0 0 0,-1 0 1 0 0,0-1-1 0 0,1 1 0 0 0,-1-1 1 0 0,0 1-1 0 0,1 0 0 0 0,-1-1 1 0 0,0 1-1 0 0,1-1 0 0 0,-1 0 1 0 0,0 0-1 0 0,0 0 19 0 0,-1 0-34 0 0,1 1 1 0 0,-1 0 0 0 0,1-1-1 0 0,-1 1 1 0 0,1-1 0 0 0,-1 0-1 0 0,1 1 1 0 0,-1-1 0 0 0,1 0-1 0 0,0 0 1 0 0,-1 0 0 0 0,1 0-1 0 0,0 0 1 0 0,0 0 0 0 0,0-1-1 0 0,-1 1 1 0 0,1 0-1 0 0,1 0 1 0 0,-1-1 0 0 0,0 1-1 0 0,0-1 1 0 0,0 1 0 0 0,0-3-1 0 0,-12-36-126 0 0,12 38 123 0 0,1 0 23 0 0,-6-21 872 0 0,3 10 12925 0 0,-9 15-27653 0 0,-12 15 11953 0 0,-19 21 6373 0 0,38-33-3404 0 0,0 0 1 0 0,-1 0-1 0 0,1-1 1 0 0,-1 0 0 0 0,0 0-1 0 0,-1-1 1 0 0,1 1 0 0 0,-11 3-1 0 0,-20 1-1705 0 0,33-8-162 0 0,0 0 0 0 0,0 0-1 0 0,0 0 1 0 0,-1 0 0 0 0,1-1-1 0 0,-7-2 1 0 0,0 0-604 0 0,0-1-1 0 0,0 0 1 0 0,0-1 0 0 0,0 0-1 0 0,-12-9 1 0 0,20 12 1760 0 0,0-1 0 0 0,0 1 0 0 0,0-1 0 0 0,0 0 1 0 0,0 0-1 0 0,1 0 0 0 0,-1 0 0 0 0,-2-5 0 0 0,4 5 666 0 0,0 0 0 0 0,0 0 0 0 0,-1 0 0 0 0,2 0 0 0 0,-1 0 0 0 0,0-1 0 0 0,1 1 0 0 0,-1 0 0 0 0,1 0 0 0 0,0 0 0 0 0,0-6 0 0 0,9-26 2110 0 0,-8 33-3147 0 0,0 1 0 0 0,0 0 0 0 0,-1-1 1 0 0,1 1-1 0 0,0 0 0 0 0,0 0 0 0 0,1-1 0 0 0,-1 1 1 0 0,0 0-1 0 0,0 0 0 0 0,1 1 0 0 0,-1-1 1 0 0,0 0-1 0 0,1 0 0 0 0,-1 0 0 0 0,1 1 0 0 0,-1-1 1 0 0,1 1-1 0 0,1-1 0 0 0,0 0 2 0 0,0 1 0 0 0,0 0 0 0 0,1-1 0 0 0,-1 1 0 0 0,0 0 0 0 0,1 1 0 0 0,-1-1 0 0 0,0 1 0 0 0,0-1 0 0 0,1 1 0 0 0,-1 0 0 0 0,0 0 0 0 0,0 0 0 0 0,0 1 0 0 0,5 2 0 0 0,-6-3-68 0 0,6 21 147 0 0,-15 26-79 0 0,7-46-12 0 0,-11 25 16 0 0,7-24-37 0 0,0 1-1 0 0,-1-1 0 0 0,1-1 0 0 0,-1 1 0 0 0,0-1 0 0 0,-6 3 1 0 0,2-3-2052 0 0,-1 1 0 0 0,0-2 0 0 0,0 1 0 0 0,0-1 0 0 0,0-1 1 0 0,0 0-1 0 0,-12-2 0 0 0,-10 1 1677 0 0,-45 5 823 0 0,75-4-342 0 0,-21 14-35 0 0,16-2 23 0 0,1 0 1 0 0,0 0-1 0 0,1 0 1 0 0,0 1-1 0 0,1 0 1 0 0,1 0-1 0 0,0 0 0 0 0,0 0 1 0 0,2 0-1 0 0,0 1 1 0 0,0 17-1 0 0,3 19 631 0 0,16 87-1 0 0,0-5-316 0 0,-15-87-252 0 0,4 129-3280 0 0,-10-141 28 0 0,-9 53 1 0 0,7-59 490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2:58.09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27 4 828 0 0,'-4'-1'12442'0'0,"-11"-2"-2110"0"0,8 20-7722 0 0,6-16-2615 0 0,6 19 3 0 0,-4-18-16 0 0,9 1-2686 0 0,-9-2 2817 0 0,0-1 1 0 0,0 1 0 0 0,-1-1-1 0 0,1 0 1 0 0,0 1 0 0 0,0-1-1 0 0,0 0 1 0 0,0 0 0 0 0,0 1-1 0 0,0-1 1 0 0,0 0 0 0 0,0 0-1 0 0,0 0 1 0 0,0 0-1 0 0,0 0 1 0 0,1-1 0 0 0,31-7-436 0 0,-32 7-968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2:58.392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15 0 807 0 0,'-6'3'12651'0'0,"-3"6"-5503"0"0,10-8-7761 0 0,12 32 6826 0 0,-12-31-6224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2:58.687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8 0 1562 0 0,'-2'5'3700'0'0,"1"0"0"0"0,-1 0 0 0 0,1 0 0 0 0,1 0 0 0 0,-1 0 0 0 0,1 6 0 0 0,-1-4-2058 0 0,2-3-4540 0 0,-1-2 2863 0 0,2 0-2402 0 0,-1-1 2497 0 0,0 0 0 0 0,0 0 0 0 0,-1 0-1 0 0,1 0 1 0 0,-1 0 0 0 0,1 0 0 0 0,-1 0-1 0 0,1 0 1 0 0,-1 0 0 0 0,1 2 0 0 0,-10 0 1762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2:59.41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9 1 1148 0 0,'15'5'1592'0'0,"-36"1"5668"0"0,18 9 6614 0 0,4-6-10636 0 0,1-2-3743 0 0,11 0-3094 0 0,1-7 6216 0 0,-7-7-3337 0 0,-1 0-206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2:59.677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0 947 0 0,'7'9'20763'0'0,"-11"-3"-19006"0"0,4-5-910 0 0,3 19 1040 0 0,-2-18-1924 0 0,-1-1-16 0 0,0 1 1 0 0,1-1-1 0 0,-1 1 0 0 0,1-1 0 0 0,-1 0 0 0 0,1 1 1 0 0,0-1-1 0 0,-1 0 0 0 0,1 0 0 0 0,0 1 0 0 0,1 0 1 0 0,9-8 33 0 0,-8 3-214 0 0,1 1 1 0 0,-1 0 0 0 0,0 0 0 0 0,0 0-1 0 0,1 1 1 0 0,7-3 0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3:00.54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0 781 0 0,'15'11'25429'0'0,"-20"-2"-25425"0"0,1-2-8 0 0,3-6-4 0 0,10 12-42 0 0,-8-12 43 0 0,5 20-1073 0 0,-4-40 1225 0 0,0 14-3309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3:21.175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1824 1 990 0 0,'-8'0'22077'0'0,"9"23"-18540"0"0,4-3-3630 0 0,-4-17-204 0 0,0 12 297 0 0,2-1 0 0 0,0 0 0 0 0,0 0 0 0 0,8 17 0 0 0,-1 1-3 0 0,3-2 2 0 0,-12-28-10 0 0,7 27 18 0 0,-5-20-5 0 0,-3-8-7 0 0,-2 25 8 0 0,0-23-2 0 0,0 0-1 0 0,-1 1 1 0 0,1-1-1 0 0,-1 0 1 0 0,0 0-1 0 0,0-1 1 0 0,0 1-1 0 0,0-1 1 0 0,0 1-1 0 0,0-1 1 0 0,-1 0-1 0 0,1 0 1 0 0,-1-1-1 0 0,1 1 1 0 0,-1-1-1 0 0,-6 2 1 0 0,1-1-4 0 0,0-1-1 0 0,0 0 1 0 0,-1-1 0 0 0,-16 0 0 0 0,20-1-3 0 0,3 1-185 0 0,-1 0 0 0 0,0-1 0 0 0,0 0 0 0 0,0 0 0 0 0,1 0 0 0 0,-1 0 1 0 0,0 0-1 0 0,-3-3 0 0 0,3 2-673 0 0,0-1 0 0 0,0 1 0 0 0,1-1 0 0 0,0 0 0 0 0,-1 0 0 0 0,1 0 0 0 0,0 0 1 0 0,0-1-1 0 0,1 1 0 0 0,-4-6 0 0 0,2 2-705 0 0,0-1 0 0 0,1 0 1 0 0,0 0-1 0 0,-4-12 0 0 0,0-14 2801 0 0,7 33-1184 0 0,-1-5-80 0 0,0 1 1 0 0,1 0-1 0 0,-1-1 1 0 0,1 1-1 0 0,1-10 1 0 0,-11 47 913 0 0,0 9 2600 0 0,8-33-1810 0 0,-17 32-6649 0 0,18-38 4600 0 0,-14 14 540 0 0,4-11-156 0 0,0-1 1 0 0,-1 0-1 0 0,1-1 0 0 0,-1 0 0 0 0,0-1 0 0 0,0 0 1 0 0,1-1-1 0 0,-1-1 0 0 0,0 1 0 0 0,0-2 0 0 0,0 0 1 0 0,0 0-1 0 0,0-1 0 0 0,0 0 0 0 0,1-1 1 0 0,-1-1-1 0 0,1 0 0 0 0,-15-7 0 0 0,22 9-13 0 0,1-1 1 0 0,0 1-1 0 0,0-1 0 0 0,0 0 0 0 0,1 0 0 0 0,-1 0 1 0 0,1 0-1 0 0,-1 0 0 0 0,1 0 0 0 0,0-1 0 0 0,0 1 1 0 0,1-1-1 0 0,-3-7 0 0 0,3 10 30 0 0,0-1 29 0 0,0 0 1 0 0,1 1-1 0 0,-1-1 1 0 0,0 0-1 0 0,1 0 0 0 0,-1 0 1 0 0,1 0-1 0 0,0 1 0 0 0,-1-1 1 0 0,1 0-1 0 0,0-3 1 0 0,0-11 3459 0 0,0 3-2652 0 0,0 11-871 0 0,2-11-4312 0 0,1-2 3555 0 0,26-29 708 0 0,-28 43 57 0 0,0 0-35 0 0,0 0 36 0 0,0 1-1 0 0,0-1 1 0 0,0 0 0 0 0,0 1-1 0 0,0-1 1 0 0,1 1 0 0 0,-1-1 0 0 0,0 1-1 0 0,0 0 1 0 0,1 0 0 0 0,-1-1 0 0 0,0 1-1 0 0,0 0 1 0 0,1 0 0 0 0,-1 0 0 0 0,0 0-1 0 0,0 1 1 0 0,1-1 0 0 0,0 0-1 0 0,0 1-6 0 0,0-1 0 0 0,-1 1-1 0 0,1 0 1 0 0,-1 0-1 0 0,1-1 1 0 0,0 1-1 0 0,-1 0 1 0 0,1 0 0 0 0,-1 0-1 0 0,0 1 1 0 0,1-1-1 0 0,-1 0 1 0 0,0 0-1 0 0,0 1 1 0 0,0-1-1 0 0,0 1 1 0 0,0-1 0 0 0,0 1-1 0 0,0-1 1 0 0,0 1-1 0 0,-1 0 1 0 0,2 3-1 0 0,-1-3 26 0 0,0 0-37 0 0,4 24 3042 0 0,-5-14-623 0 0,0 24 8612 0 0,0-34-10942 0 0,0 1 1 0 0,0-1 0 0 0,-1 1-1 0 0,1 0 1 0 0,-1-1-1 0 0,0 1 1 0 0,0-1 0 0 0,0 0-1 0 0,0 1 1 0 0,0-1-1 0 0,0 0 1 0 0,0 1 0 0 0,-1-1-1 0 0,1 0 1 0 0,-3 2-1 0 0,-31 25-2767 0 0,2-2-2004 0 0,28-21 3005 0 0,-1-1-1 0 0,0 1 0 0 0,0-2 1 0 0,-10 6-1 0 0,4-1 895 0 0,7-6 793 0 0,1 0-1 0 0,-1 0 0 0 0,0 0 1 0 0,0-1-1 0 0,0 0 0 0 0,-1 0 1 0 0,1 0-1 0 0,0 0 0 0 0,-1-1 1 0 0,1 0-1 0 0,-1 0 0 0 0,0-1 1 0 0,1 0-1 0 0,-1 1 0 0 0,1-2 1 0 0,-9 0-1 0 0,-3 1 1029 0 0,16 1-979 0 0,0-1-1 0 0,1 0 0 0 0,-1 0 0 0 0,0 0 1 0 0,0 0-1 0 0,1 0 0 0 0,-1 0 1 0 0,0 0-1 0 0,0 0 0 0 0,1 0 1 0 0,-1 0-1 0 0,0 0 0 0 0,0 0 1 0 0,1 0-1 0 0,-1-1 0 0 0,0 1 0 0 0,0 0 1 0 0,1 0-1 0 0,-1-1 0 0 0,0 1 1 0 0,0-1-1 0 0,-2-1 6 0 0,0 0 0 0 0,0 0-1 0 0,1-1 1 0 0,-1 1 0 0 0,1 0 0 0 0,0-1 0 0 0,-1 0 0 0 0,1 1-1 0 0,0-1 1 0 0,1 0 0 0 0,-1 0 0 0 0,0 0 0 0 0,-1-5 0 0 0,1 0 490 0 0,0-1 1 0 0,0 1 0 0 0,0-17-1 0 0,2 21-539 0 0,0 2-31 0 0,2-25-4707 0 0,-2 17 6650 0 0,-7 28 6967 0 0,-7 18-974 0 0,3-18-12502 0 0,6-12 3031 0 0,-2 0 1 0 0,1 0-1 0 0,-1-1 1 0 0,1 0-1 0 0,-1-1 1 0 0,-1 0-1 0 0,-11 6 1 0 0,-12 2-21 0 0,28-11 1635 0 0,-9 5 0 0 0,10-5-44 0 0,1-1-1 0 0,0 1 1 0 0,0-1 0 0 0,-1 0 0 0 0,1 1-1 0 0,-1-1 1 0 0,1 0 0 0 0,0 0-1 0 0,-1 0 1 0 0,1 0 0 0 0,0 0-1 0 0,-1 0 1 0 0,1 0 0 0 0,-1-1-1 0 0,1 1 1 0 0,0 0 0 0 0,-1-1 0 0 0,1 1-1 0 0,0-1 1 0 0,-3-1 0 0 0,3 1-17 0 0,-24-8 49 0 0,21 4 356 0 0,0-1 0 0 0,0 1 0 0 0,1-1 0 0 0,-1 1-1 0 0,1-1 1 0 0,0 0 0 0 0,-2-7 0 0 0,-1-11-3279 0 0,5 22 2904 0 0,-5-17 2741 0 0,4 23-370 0 0,-6 13 6077 0 0,0-1-4929 0 0,5-9-4155 0 0,-1 0 0 0 0,0-1 0 0 0,0 1 0 0 0,-1-1 0 0 0,0 0 0 0 0,0 0 1 0 0,0-1-1 0 0,-1 0 0 0 0,-7 6 0 0 0,-10 0-7039 0 0,-3-3 4672 0 0,13-4 2714 0 0,8-2 281 0 0,0-1-1 0 0,0 0 1 0 0,0 0 0 0 0,0 0 0 0 0,0-1-1 0 0,0 1 1 0 0,0-1 0 0 0,0-1 0 0 0,0 1-1 0 0,0-1 1 0 0,0 1 0 0 0,0-2 0 0 0,0 1 0 0 0,0 0-1 0 0,0-1 1 0 0,0 0 0 0 0,1 0 0 0 0,-1 0-1 0 0,1-1 1 0 0,0 0 0 0 0,-1 1 0 0 0,1-2-1 0 0,0 1 1 0 0,1 0 0 0 0,-1-1 0 0 0,1 0-1 0 0,-1 1 1 0 0,1-1 0 0 0,0-1 0 0 0,0 1 0 0 0,1 0-1 0 0,-1-1 1 0 0,1 1 0 0 0,0-1 0 0 0,1 0-1 0 0,-3-7 1 0 0,-9-38 112 0 0,12 48-111 0 0,5 6 2080 0 0,3 21 9886 0 0,-6-22-9576 0 0,3 29-4870 0 0,-1 0 0 0 0,-1 51 0 0 0,-3-73 1738 0 0,-1-1 0 0 0,0 1 0 0 0,0 0 0 0 0,-1-1 0 0 0,0 0 0 0 0,0 1 0 0 0,-1-1 0 0 0,-1-1 0 0 0,-10 18 0 0 0,10-20 775 0 0,-1 0 0 0 0,0 0 0 0 0,0 0 0 0 0,0-1 1 0 0,-1 0-1 0 0,1 0 0 0 0,-1 0 0 0 0,-1-1 1 0 0,1 0-1 0 0,0-1 0 0 0,-15 6 0 0 0,-1-2-24 0 0,-1 0-1 0 0,-43 7 0 0 0,52-12 31 0 0,-1-1 0 0 0,0 0 0 0 0,0-1 0 0 0,1 0 0 0 0,-1-1 0 0 0,0-1 0 0 0,1-1 0 0 0,-1 0 0 0 0,-28-10 0 0 0,35 9-34 0 0,0 0 0 0 0,1-1 0 0 0,-1 1 0 0 0,1-2 0 0 0,0 1 0 0 0,0-1 0 0 0,1 0 0 0 0,0-1 0 0 0,0 0 1 0 0,0 0-1 0 0,1 0 0 0 0,0-1 0 0 0,1 0 0 0 0,-1 0 0 0 0,2 0 0 0 0,-1-1 0 0 0,-5-14 0 0 0,7 14-10 0 0,0 0 0 0 0,1 0 0 0 0,-1 0 0 0 0,2 0 0 0 0,-1 0 0 0 0,1 0 0 0 0,1 0 0 0 0,0-1-1 0 0,0 1 1 0 0,1 0 0 0 0,2-14 0 0 0,-1 15-69 0 0,1 1-1 0 0,-1-1 1 0 0,1 1-1 0 0,0 0 0 0 0,1 0 1 0 0,0 1-1 0 0,0-1 1 0 0,0 1-1 0 0,1 0 0 0 0,0 0 1 0 0,0 0-1 0 0,1 0 1 0 0,0 1-1 0 0,6-5 1 0 0,3 0-759 0 0,1 0 1 0 0,0 1-1 0 0,0 1 1 0 0,0 0 0 0 0,1 1-1 0 0,1 1 1 0 0,-1 1 0 0 0,1 0-1 0 0,0 2 1 0 0,27-4 0 0 0,-8 4-1654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3:21.88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42 1 1451 0 0,'-1'-1'501'0'0,"-22"6"20664"0"0,21 11-17464 0 0,2 6-6365 0 0,0-10-401 0 0,-8-21 6583 0 0,1 0-4910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3:22.57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13 0 949 0 0,'-1'2'13691'0'0,"-2"5"-5566"0"0,-1-1-4689 0 0,3-4-3451 0 0,0 20-47 0 0,-1-42 142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3:23.09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4 19 885 0 0,'8'3'20729'0'0,"-8"-3"-20297"0"0,-3 6 5467 0 0,-5-15-7851 0 0,8 8 1568 0 0,5-12 767 0 0,-4 8-5364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3:23.735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36 1 848 0 0,'-17'1'14209'0'0,"12"5"-6380"0"0,3-4-7415 0 0,1 0 1 0 0,0 0-1 0 0,0 0 0 0 0,0 1 1 0 0,-1-1-1 0 0,2 0 0 0 0,-1 0 1 0 0,0 1-1 0 0,0 3 0 0 0,-1 5-2764 0 0,2 4-3663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3:24.107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1 1099 0 0,'0'1'13781'0'0,"3"7"-5827"0"0,0 19-4272 0 0,-3-26-3766 0 0,-1-1 0 0 0,1 1 1 0 0,0-1-1 0 0,0 1 0 0 0,0-1 0 0 0,0 1 0 0 0,0-1 0 0 0,0 1 1 0 0,0-1-1 0 0,0 1 0 0 0,0-1 0 0 0,0 1 0 0 0,0 0 0 0 0,0-1 0 0 0,0 1 1 0 0,0-1-1 0 0,1 1 0 0 0,-1-1 0 0 0,0 1 0 0 0,0-1 0 0 0,1 1 1 0 0,-1-1-1 0 0,0 0 0 0 0,0 1 0 0 0,1-1 0 0 0,-1 1 0 0 0,1-1 1 0 0,-1 0-1 0 0,0 1 0 0 0,1-1 0 0 0,-1 0 0 0 0,1 1 0 0 0,-1-1 0 0 0,1 0 1 0 0,-1 0-1 0 0,1 1 0 0 0,-1-1 0 0 0,1 0 0 0 0,-1 0 0 0 0,1 0 1 0 0,-1 0-1 0 0,1 0 0 0 0,-1 1 0 0 0,1-1 0 0 0,-1 0 0 0 0,1 0 0 0 0,0-1 1 0 0,-1 1-1 0 0,1 0 0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3:24.581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50 2 1042 0 0,'-4'10'20713'0'0,"-1"3"-16262"0"0,1 31-4459 0 0,4-43 8 0 0,-5 21 13 0 0,2-25-13 0 0,1 1-1 0 0,-1 0 0 0 0,1 0 1 0 0,-1-1-1 0 0,1 0 0 0 0,0 1 0 0 0,0-1 1 0 0,0 0-1 0 0,-2-4 0 0 0,3 5-27 0 0,-4-22-738 0 0,7 0-2661 0 0,2 13-921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3:25.701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321 1 638 0 0,'-4'15'22116'0'0,"-76"33"-18339"0"0,-45 17-3638 0 0,39-23-595 0 0,77-37 452 0 0,7-5-8 0 0,-9 7-3070 0 0,8-6 1320 0 0,10-6 1711 0 0,2-1 3637 0 0,-1-1-4113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3:33.572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114 39 1107 0 0,'-8'-14'1159'0'0,"6"7"1731"0"0,9-11 1325 0 0,-7 18-4035 0 0,1 0-1 0 0,-1 0 0 0 0,0 0 0 0 0,0 0 1 0 0,1 0-1 0 0,-1 0 0 0 0,0 0 0 0 0,0 1 0 0 0,1-1 1 0 0,-1 0-1 0 0,0 0 0 0 0,0 0 0 0 0,1 0 1 0 0,-1 0-1 0 0,0 0 0 0 0,0 0 0 0 0,0 1 1 0 0,1-1-1 0 0,-1 0 0 0 0,0 0 0 0 0,0 0 0 0 0,0 1 1 0 0,1-1-1 0 0,-1 0 0 0 0,0 0 0 0 0,0 0 1 0 0,0 1-1 0 0,0-1 0 0 0,0 0 0 0 0,0 0 0 0 0,1 1 1 0 0,-1-1-1 0 0,0 0 0 0 0,0 0 0 0 0,0 1 1 0 0,12 41 9918 0 0,-11-36-9806 0 0,5 22-1375 0 0,-2 0 1 0 0,-1 0-1 0 0,-1 0 1 0 0,-1 1-1 0 0,-2-1 1 0 0,-7 50-1 0 0,-4-17-2827 0 0,-38 116 0 0 0,18-93 3108 0 0,14-49-2570 0 0,17-34 2257 0 0,-11 4-1179 0 0,-1-1 4646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3:34.06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80 404 2064 0 0,'0'-2'165'0'0,"0"0"0"0"0,0 0-1 0 0,0 0 1 0 0,0 1 0 0 0,-1-1 0 0 0,1 0-1 0 0,-1 0 1 0 0,1 0 0 0 0,-1 0-1 0 0,1 0 1 0 0,-1 1 0 0 0,0-1 0 0 0,0 0-1 0 0,0 1 1 0 0,-2-4 0 0 0,2 3 89 0 0,0 1 1 0 0,-1-1-1 0 0,1 0 0 0 0,0 0 0 0 0,1 0 1 0 0,-1 0-1 0 0,0 0 0 0 0,0 0 1 0 0,1 0-1 0 0,-1 0 0 0 0,1 0 0 0 0,0 0 1 0 0,0 0-1 0 0,0-3 0 0 0,1-4 322 0 0,2 0 0 0 0,-1 1-1 0 0,1 0 1 0 0,0-1 0 0 0,1 1 0 0 0,0 1-1 0 0,0-1 1 0 0,0 0 0 0 0,1 1-1 0 0,1 0 1 0 0,-1 0 0 0 0,1 1-1 0 0,0-1 1 0 0,10-7 0 0 0,13-11 3891 0 0,63-39 0 0 0,-81 56-4337 0 0,16-9-658 0 0,0 1 0 0 0,0 2 1 0 0,2 1-1 0 0,-1 1 0 0 0,2 1 1 0 0,-1 1-1 0 0,2 2 0 0 0,54-8 1 0 0,-68 15 206 0 0,0-1 0 0 0,0 2 1 0 0,0 0-1 0 0,0 1 0 0 0,-1 1 0 0 0,1 1 1 0 0,0 0-1 0 0,-1 1 0 0 0,1 0 0 0 0,-1 2 1 0 0,0 0-1 0 0,-1 1 0 0 0,1 0 0 0 0,-2 1 1 0 0,1 1-1 0 0,-1 0 0 0 0,23 20 0 0 0,-28-20 86 0 0,0-1 0 0 0,-1 1-1 0 0,0 1 1 0 0,0 0 0 0 0,-1 0-1 0 0,0 0 1 0 0,-1 1 0 0 0,0 0-1 0 0,-1 0 1 0 0,0 1 0 0 0,-1 0-1 0 0,0-1 1 0 0,3 21 0 0 0,-5-16 306 0 0,-1 0 1 0 0,0 0-1 0 0,-2 0 0 0 0,0 0 1 0 0,0 1-1 0 0,-2-1 0 0 0,0 0 1 0 0,0-1-1 0 0,-12 31 0 0 0,1-12 48 0 0,-2-1-1 0 0,-1-1 0 0 0,-2 0 0 0 0,-1-1 1 0 0,-1-1-1 0 0,-2-1 0 0 0,0-1 0 0 0,-2-1 0 0 0,-1-1 1 0 0,-55 41-1 0 0,40-37-44 0 0,-1-3 0 0 0,-1-1 0 0 0,-2-2 0 0 0,0-2 0 0 0,-1-2 0 0 0,-1-1 0 0 0,-69 15 0 0 0,98-29 53 0 0,-1-2-1 0 0,0 0 1 0 0,0-1-1 0 0,0 0 1 0 0,-29-3-1 0 0,43 1 84 0 0,1 0 0 0 0,-1-1 0 0 0,0 1-1 0 0,0-1 1 0 0,1 0 0 0 0,-1-1 0 0 0,1 1-1 0 0,-1-1 1 0 0,1 0 0 0 0,0 0 0 0 0,0 0-1 0 0,0 0 1 0 0,0-1 0 0 0,0 0 0 0 0,0 0 0 0 0,1 0-1 0 0,-1 0 1 0 0,1 0 0 0 0,0-1 0 0 0,0 0-1 0 0,0 1 1 0 0,0-1 0 0 0,1 0 0 0 0,-1 0-1 0 0,1-1 1 0 0,0 1 0 0 0,-2-8 0 0 0,4 8-75 0 0,0 0 1 0 0,0 0 0 0 0,0 0-1 0 0,1 0 1 0 0,-1 0-1 0 0,1 0 1 0 0,0 0-1 0 0,0 0 1 0 0,0 1 0 0 0,1-1-1 0 0,0 0 1 0 0,-1 1-1 0 0,1-1 1 0 0,0 1 0 0 0,1 0-1 0 0,-1 0 1 0 0,3-4-1 0 0,6-5 400 0 0,-1-1-1 0 0,2 2 0 0 0,12-12 1 0 0,0 6-535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3:34.845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369 166 1160 0 0,'1'-1'218'0'0,"0"0"0"0"0,-1-1 0 0 0,1 1 0 0 0,-1-1 0 0 0,0 1 0 0 0,1-1 1 0 0,-1 1-1 0 0,0 0 0 0 0,0-1 0 0 0,0 1 0 0 0,0-1 0 0 0,0 1 0 0 0,0-1 0 0 0,0 1 0 0 0,-1-1 0 0 0,1 1 0 0 0,-1-1 0 0 0,1 1 0 0 0,-1 0 1 0 0,1-1-1 0 0,-1 1 0 0 0,1 0 0 0 0,-1-1 0 0 0,0 1 0 0 0,0 0 0 0 0,0 0 0 0 0,-1-2 0 0 0,-34-35 9769 0 0,27 28-5524 0 0,5 7-4223 0 0,0-1 0 0 0,0 1 1 0 0,0-1-1 0 0,0 1 0 0 0,-1 0 1 0 0,1 0-1 0 0,-1 1 0 0 0,0 0 1 0 0,0-1-1 0 0,0 2 0 0 0,-6-3 1 0 0,5 3-789 0 0,0 0 0 0 0,0 1 0 0 0,0-1 0 0 0,0 1 0 0 0,0 1 0 0 0,0-1 0 0 0,0 1 0 0 0,0 0 0 0 0,0 0 0 0 0,1 1 0 0 0,-1 0 0 0 0,0 0 0 0 0,-8 4 0 0 0,2 1-847 0 0,0-1 1 0 0,1 2-1 0 0,0-1 0 0 0,0 1 0 0 0,-12 14 0 0 0,-15 21 3036 0 0,32-36-1550 0 0,1 0-1 0 0,0 1 0 0 0,0 0 1 0 0,0 0-1 0 0,1 0 0 0 0,1 1 0 0 0,-1-1 1 0 0,2 1-1 0 0,-1 0 0 0 0,1 0 0 0 0,0 0 1 0 0,1 0-1 0 0,0 0 0 0 0,0 0 0 0 0,1 1 1 0 0,1 9-1 0 0,-1-18 64 0 0,0 1-1 0 0,1 0 1 0 0,-1-1 0 0 0,0 1 0 0 0,1-1 0 0 0,-1 0-1 0 0,1 1 1 0 0,0-1 0 0 0,-1 1 0 0 0,1-1-1 0 0,0 0 1 0 0,0 1 0 0 0,0-1 0 0 0,0 0 0 0 0,0 0-1 0 0,0 0 1 0 0,0 0 0 0 0,0 0 0 0 0,0 0-1 0 0,1 0 1 0 0,-1 0 0 0 0,0 0 0 0 0,3 0 0 0 0,-2 0 168 0 0,0-1 1 0 0,1 1-1 0 0,-1-1 1 0 0,1 0-1 0 0,-1 0 1 0 0,1 0-1 0 0,-1 0 1 0 0,1 0-1 0 0,-1-1 1 0 0,0 1-1 0 0,1-1 1 0 0,-1 0-1 0 0,3-1 1 0 0,34-18 2688 0 0,-10-1-3830 0 0,-7 3-891 0 0,-1-1 1 0 0,-1-1-1 0 0,-1-1 1 0 0,22-29-1 0 0,-32 37 1416 0 0,-1-1 0 0 0,0 0 0 0 0,8-22 0 0 0,-11 23 1232 0 0,-1 1 1 0 0,-1-1 0 0 0,0 1-1 0 0,1-26 1 0 0,-4 34-751 0 0,-1 6 1209 0 0,-5 16 3152 0 0,-1 14-463 0 0,5-15-5195 0 0,2-1 1075 0 0,0 1 1 0 0,1-1-1 0 0,1 0 0 0 0,1 0 0 0 0,6 24 1 0 0,-5-30-574 0 0,0 1 0 0 0,0-1 1 0 0,9 15-1 0 0,-9-18-463 0 0,1 0 0 0 0,0-1 0 0 0,0 1-1 0 0,0-1 1 0 0,9 7 0 0 0,-11-11 583 0 0,-1 0 1 0 0,1 0-1 0 0,0 0 0 0 0,0-1 1 0 0,0 1-1 0 0,1-1 0 0 0,-1 0 1 0 0,0 0-1 0 0,0 0 0 0 0,1 0 0 0 0,-1 0 1 0 0,0-1-1 0 0,8 0 0 0 0,-10 0 311 0 0,1 0 0 0 0,0 0-1 0 0,-1 0 1 0 0,1 0-1 0 0,0 0 1 0 0,0-1-1 0 0,-1 1 1 0 0,1-1-1 0 0,0 1 1 0 0,-1-1 0 0 0,1 0-1 0 0,-1 1 1 0 0,1-1-1 0 0,-1 0 1 0 0,1 0-1 0 0,-1 0 1 0 0,0 0-1 0 0,1-1 1 0 0,-1 1 0 0 0,0 0-1 0 0,0 0 1 0 0,0-1-1 0 0,0 1 1 0 0,0-1-1 0 0,0 1 1 0 0,0-1-1 0 0,0 1 1 0 0,0-3 0 0 0,2-6-89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3:35.28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17 0 1375 0 0,'-5'8'14880'0'0,"-3"10"-7610"0"0,6 9-6598 0 0,1 0 0 0 0,1 0 1 0 0,6 43-1 0 0,20 135-672 0 0,-21-185 0 0 0,-3-17 0 0 0,-5-10-152 0 0,1 0 1 0 0,0-1 0 0 0,0 1-1 0 0,0 0 1 0 0,1-1 0 0 0,0 1 0 0 0,1-1-1 0 0,-1 1 1 0 0,2-1 0 0 0,0-10 0 0 0,1 4-463 0 0,1 0 1 0 0,1 0 0 0 0,0 0 0 0 0,0 1 0 0 0,8-14 0 0 0,1 0-491 0 0,2 1-1 0 0,0 1 1 0 0,2 1 0 0 0,38-43-1 0 0,-51 63 733 0 0,0 0 0 0 0,0 0 0 0 0,1 1 0 0 0,-1 0 0 0 0,1 0 1 0 0,0 0-1 0 0,0 0 0 0 0,0 1 0 0 0,7-3 0 0 0,-11 5 249 0 0,1 0 1 0 0,-1 0-1 0 0,1 0 1 0 0,-1 0 0 0 0,1 0-1 0 0,-1 0 1 0 0,1 0-1 0 0,-1 1 1 0 0,0-1 0 0 0,1 0-1 0 0,-1 1 1 0 0,1 0-1 0 0,-1-1 1 0 0,0 1-1 0 0,0 0 1 0 0,1-1 0 0 0,-1 1-1 0 0,0 0 1 0 0,0 0-1 0 0,1 1 1 0 0,18 21-3758 0 0,-19-10 1533 0 0,-1 1-248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3:35.647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59 0 1458 0 0,'-4'5'13597'0'0,"-2"8"-8039"0"0,7 5-4657 0 0,0-1 0 0 0,-2 1 0 0 0,0 0 0 0 0,-5 29-1 0 0,-3 23 197 0 0,6 45-1108 0 0,3-50-29 0 0,-4-1 0 0 0,-13 76 0 0 0,17-138-116 0 0,-10 9-871 0 0,11-9-544 0 0,9-12 1041 0 0,-3 1 1057 0 0,-1-1 0 0 0,0-1 0 0 0,0 1 0 0 0,-1-1 0 0 0,3-11 1 0 0,0 3-276 0 0,2-6-252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3:36.051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250 1 1428 0 0,'-5'5'12403'0'0,"-5"9"-6953"0"0,7 2-4851 0 0,-5 18 1513 0 0,-14 39-1 0 0,17-60-1809 0 0,0-1-1 0 0,-1 0 1 0 0,0 0-1 0 0,-1-1 1 0 0,-1 0-1 0 0,-14 17 1 0 0,7-11-302 0 0,0-1 0 0 0,-2 0 0 0 0,0-1 0 0 0,0-1 0 0 0,-2 0 0 0 0,-23 13 0 0 0,47-30-9 0 0,1 1 0 0 0,1-1 0 0 0,-1 1 0 0 0,0 1 1 0 0,0-1-1 0 0,1 1 0 0 0,-1 0 0 0 0,1 1 0 0 0,-1-1 0 0 0,1 1 1 0 0,0 0-1 0 0,-1 1 0 0 0,1 0 0 0 0,-1 0 0 0 0,0 0 1 0 0,1 1-1 0 0,-1 0 0 0 0,0 0 0 0 0,0 1 0 0 0,6 3 0 0 0,19 9-109 0 0,-1 2 0 0 0,49 37-1 0 0,-28-19-8 0 0,-29-21 299 0 0,36 25-2659 0 0,-49-32 636 0 0,1 0 0 0 0,-1 1-1 0 0,11 14 1 0 0,-18-21 1659 0 0,0 0 1 0 0,0 0 0 0 0,0 0 0 0 0,0 0 0 0 0,0 0-1 0 0,0-1 1 0 0,1 1 0 0 0,-1-1 0 0 0,0 1-1 0 0,3-1 1 0 0,-1-7 1328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3:36.395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0 1554 0 0,'0'0'5181'0'0,"4"12"-1213"0"0,-3-10-3089 0 0,0 0 1 0 0,0 0 0 0 0,-1-1-1 0 0,1 1 1 0 0,0 0 0 0 0,0-1-1 0 0,1 1 1 0 0,-1 0 0 0 0,0-1-1 0 0,1 0 1 0 0,-1 1 0 0 0,3 1-1 0 0,4 7 3197 0 0,-9-3-4076 0 0,-5-13 0 0 0,-5-9 0 0 0,8 8-8976 0 0,6 17 17952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3:36.82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49 44 1558 0 0,'3'-5'22007'0'0,"0"23"-18963"0"0,-4-15-3439 0 0,1-2 395 0 0,0-1 0 0 0,1 1 0 0 0,-1-1 0 0 0,0 1 0 0 0,0-1 0 0 0,0 1 0 0 0,0-1 0 0 0,0 0 0 0 0,0 1 0 0 0,-1-1 0 0 0,1 1 0 0 0,0-1 0 0 0,0 1 0 0 0,0-1 0 0 0,0 1 0 0 0,0-1 0 0 0,-1 1 0 0 0,1-1 0 0 0,0 0 0 0 0,0 1 0 0 0,-1-1 0 0 0,1 1 0 0 0,0-1 0 0 0,-1 0 0 0 0,1 1 0 0 0,0-1 0 0 0,-1 0 0 0 0,1 1 0 0 0,-1-1 0 0 0,1 0 0 0 0,0 0 0 0 0,-1 1 0 0 0,1-1 0 0 0,-1 0 0 0 0,1 0 0 0 0,-1 0 0 0 0,1 0 0 0 0,-1 0 0 0 0,1 0 0 0 0,-1 0 0 0 0,0 0 0 0 0,0 0 0 0 0,0 1-6 0 0,-1-1 0 0 0,1 0 0 0 0,0 0 0 0 0,-1 0 0 0 0,1-1 0 0 0,0 1 1 0 0,0 0-1 0 0,-1 0 0 0 0,1-1 0 0 0,0 1 0 0 0,0-1 0 0 0,-1 1 0 0 0,1-1 0 0 0,0 1 1 0 0,0-1-1 0 0,0 0 0 0 0,0 0 0 0 0,0 0 0 0 0,0 1 0 0 0,0-1 0 0 0,0 0 0 0 0,0 0 1 0 0,0 0-1 0 0,0 0 0 0 0,1-1 0 0 0,-1 1 0 0 0,0 0 0 0 0,0-2 0 0 0,0 1-28 0 0,0 1 0 0 0,0-1 0 0 0,0 0 0 0 0,0 0 0 0 0,0 0 0 0 0,0 0 0 0 0,1 0 0 0 0,-1 0 0 0 0,1-1 0 0 0,-1 1 0 0 0,1-3 0 0 0,4 1 44 0 0,1 1 1 0 0,0 0 0 0 0,0 0 0 0 0,0 1 0 0 0,1-1 0 0 0,-1 1 0 0 0,1 0 0 0 0,-1 1-1 0 0,1-1 1 0 0,9 0 0 0 0,-12 2-2307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3:38.10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1063 12 1226 0 0,'0'0'8189'0'0,"-7"-11"-315"0"0,7 11-7720 0 0,0 0 1 0 0,-1 0 0 0 0,1-1 0 0 0,0 1-1 0 0,0 0 1 0 0,0 0 0 0 0,0 0 0 0 0,0 0-1 0 0,-1 0 1 0 0,1 0 0 0 0,0 0 0 0 0,0 0-1 0 0,0 0 1 0 0,0 0 0 0 0,0 0-1 0 0,-1 0 1 0 0,1 0 0 0 0,0 0 0 0 0,0 0-1 0 0,0 1 1 0 0,-1-1 774 0 0,1 0-775 0 0,-4 22 4439 0 0,2 5-5222 0 0,1 1-1 0 0,4 35 1 0 0,-1-45 299 0 0,-1-1-1 0 0,0 1 1 0 0,-1-1-1 0 0,-1 1 1 0 0,-1 0-1 0 0,-1-1 1 0 0,0 0-1 0 0,-8 25 1 0 0,9-39 453 0 0,1 1 0 0 0,-1 0 0 0 0,0-1 0 0 0,0 0 0 0 0,0 1 0 0 0,-1-1-1 0 0,1 0 1 0 0,-1 0 0 0 0,0-1 0 0 0,0 1 0 0 0,0 0 0 0 0,0-1 0 0 0,0 0 0 0 0,-1 1 0 0 0,1-1 0 0 0,-6 2 0 0 0,3-2-506 0 0,0 0 0 0 0,0-1-1 0 0,1 1 1 0 0,-1-1 0 0 0,-1-1 0 0 0,1 1-1 0 0,0-1 1 0 0,0 0 0 0 0,0 0 0 0 0,-7-2-1 0 0,4 1-241 0 0,0-1-1 0 0,0 0 0 0 0,1-1 1 0 0,-1 0-1 0 0,1 0 1 0 0,0-1-1 0 0,0 0 0 0 0,-11-8 1 0 0,14 9 662 0 0,0-1 1 0 0,1 1 0 0 0,-1-1 0 0 0,1-1 0 0 0,0 1 0 0 0,0-1 0 0 0,-4-7 0 0 0,3 3-87 0 0,0 0 1 0 0,1 0-1 0 0,0-1 1 0 0,0 0-1 0 0,-3-20 1 0 0,2-4 3375 0 0,5 32-3340 0 0,-2-5 5680 0 0,1-4-3594 0 0,2 10-1598 0 0,0 21 399 0 0,0-14-783 0 0,-2 1-1 0 0,1-1 0 0 0,-1 0 1 0 0,0 0-1 0 0,0 1 1 0 0,0-1-1 0 0,-1 0 1 0 0,0 0-1 0 0,0 0 1 0 0,-6 10-1 0 0,2-7-467 0 0,1 0 1 0 0,-1-1-1 0 0,0 0 0 0 0,-1-1 0 0 0,0 1 1 0 0,-12 9-1 0 0,10-9-339 0 0,0-2 0 0 0,0 1-1 0 0,-1-1 1 0 0,0-1 0 0 0,0 1 0 0 0,0-2 0 0 0,-1 1 0 0 0,0-2 0 0 0,0 1 0 0 0,0-2 0 0 0,0 1 0 0 0,0-1-1 0 0,-13 0 1 0 0,20-2 991 0 0,-1-1 0 0 0,1 1 0 0 0,-1-1 0 0 0,1 0-1 0 0,0 0 1 0 0,-1 0 0 0 0,1-1 0 0 0,0 0 0 0 0,0 0 0 0 0,0 0-1 0 0,0 0 1 0 0,0 0 0 0 0,1-1 0 0 0,-1 0 0 0 0,1 1 0 0 0,0-1-1 0 0,-1-1 1 0 0,1 1 0 0 0,0 0 0 0 0,1-1 0 0 0,-4-4-1 0 0,2 1 174 0 0,0-1-1 0 0,0 0 1 0 0,1 1-1 0 0,0-1 0 0 0,0-1 1 0 0,1 1-1 0 0,0 0 1 0 0,1 0-1 0 0,-1-1 0 0 0,2 1 1 0 0,-1-1-1 0 0,1-9 1 0 0,3 11-447 0 0,0 20 2 0 0,2 25 1 0 0,-6-1-426 0 0,-2 1 0 0 0,-2-1 0 0 0,-1 0 0 0 0,-2 0 0 0 0,-1 0 0 0 0,-2-1 0 0 0,-2-1 1 0 0,-17 35-1 0 0,12-27-1052 0 0,11-25 424 0 0,0-1 1 0 0,-1 0-1 0 0,-20 31 1 0 0,-7-4 39 0 0,-1-1 0 0 0,-2-2 0 0 0,-77 65 0 0 0,86-79-5357 0 0,24-36 393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3:38.662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28 0 1512 0 0,'-3'3'11373'0'0,"-4"2"-6316"0"0,-7 5-2363 0 0,14-9-2631 0 0,-1-1-1 0 0,1 1 0 0 0,0 0 1 0 0,-1-1-1 0 0,1 1 1 0 0,0 0-1 0 0,-1-1 0 0 0,1 1 1 0 0,0 0-1 0 0,0 0 0 0 0,0-1 1 0 0,-1 1-1 0 0,1 0 0 0 0,0 0 1 0 0,0-1-1 0 0,0 1 0 0 0,0 0 1 0 0,1 0-1 0 0,-1-1 0 0 0,0 1 1 0 0,0 0-1 0 0,0-1 1 0 0,0 1-1 0 0,1 0 0 0 0,-1 0 1 0 0,1 0-1 0 0,16 25 2665 0 0,4 2-1560 0 0,-10-14-1186 0 0,-10-13-67 0 0,-1 1-984 0 0,0-2 1075 0 0,-1 0 0 0 0,1 1 1 0 0,0-1-1 0 0,0 1 1 0 0,0-1-1 0 0,0 1 0 0 0,0-1 1 0 0,0 1-1 0 0,0-1 0 0 0,0 1 1 0 0,0-1-1 0 0,0 0 1 0 0,1 1-1 0 0,-1-1 0 0 0,0 1 1 0 0,0-1-1 0 0,0 1 0 0 0,1-1 1 0 0,-1 0-1 0 0,0 1 1 0 0,0-1-1 0 0,1 1 0 0 0,-1-1 1 0 0,0 0-1 0 0,1 1 0 0 0,-1-1 1 0 0,0 0-1 0 0,1 0 1 0 0,-1 1-1 0 0,0-1 0 0 0,1 0 1 0 0,-1 0-1 0 0,1 1 1 0 0,-1-1-1 0 0,1 0 0 0 0,0-1-90 0 0,0 1 1 0 0,0-1-1 0 0,0 0 0 0 0,0 1 0 0 0,0-1 0 0 0,0 0 0 0 0,0 0 1 0 0,0 0-1 0 0,-1 0 0 0 0,1 0 0 0 0,0 0 0 0 0,0 0 0 0 0,-1 0 1 0 0,1 0-1 0 0,0-1 0 0 0,3-7 2424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3:38.94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7 7 1362 0 0,'-3'-7'717'0'0,"2"9"1260"0"0,-2 20 12510 0 0,6-14-9111 0 0,10 17-2958 0 0,-3-9-2553 0 0,-10-15 60 0 0,4 13-218 0 0,-2-8 1048 0 0,5 12-5518 0 0,-3-9 9151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3:39.62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22 0 1294 0 0,'-4'15'1789'0'0,"-5"0"16546"0"0,0-2-13997 0 0,9-12-4311 0 0,0 0 0 0 0,0 0 0 0 0,0 0 0 0 0,0 0 0 0 0,0 0 0 0 0,0 0 0 0 0,0 0 0 0 0,1 0 0 0 0,-1 0 0 0 0,0-1-1 0 0,0 1 1 0 0,1 0 0 0 0,-1 0 0 0 0,1 0 0 0 0,-1 0 0 0 0,1 0 0 0 0,0 1 0 0 0,1 2-54 0 0,6 8 27 0 0,-7-11 0 0 0,0 1 0 0 0,0-1 0 0 0,0 1 0 0 0,1-1 0 0 0,-1 0 0 0 0,0 0 0 0 0,1 1 0 0 0,-1-1 0 0 0,1 0 0 0 0,-1 0 0 0 0,1 0 0 0 0,-1-1 0 0 0,1 1 0 0 0,0 0 0 0 0,1 0 0 0 0,1-3-1 0 0,0 0 0 0 0,-1 0 1 0 0,1-1-1 0 0,-1 1 1 0 0,1-1-1 0 0,-1 0 1 0 0,0 0-1 0 0,0 0 1 0 0,-1 0-1 0 0,1-1 0 0 0,3-4 1 0 0,0 0-24 0 0,28-36-14 0 0,-33 43 21 0 0,15 10 96 0 0,-13-1-90 0 0,-2-6 12 0 0,-1 1-1 0 0,1-1 1 0 0,-1 0 0 0 0,1 0 0 0 0,0 0 0 0 0,0 0 0 0 0,0 0-1 0 0,0 1 1 0 0,0-2 0 0 0,0 1 0 0 0,1 0 0 0 0,-1 0-1 0 0,1 0 1 0 0,1 1 0 0 0,1 0-47 0 0,19 22-1532 0 0,-8-26 2467 0 0,-5-2-2185 0 0,13 1 1345 0 0,-30-2 1939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3:40.291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171 1 873 0 0,'7'3'22872'0'0,"-10"0"-21869"0"0,2-2 243 0 0,1 13-1026 0 0,0 1-220 0 0,2-5 0 0 0,6 3 0 0 0,60 92-22 0 0,-62-67 44 0 0,-6-35-22 0 0,1-2 0 0 0,-1-1 0 0 0,0 1 0 0 0,0 0 0 0 0,0-1 0 0 0,0 1 0 0 0,1 0 0 0 0,-1 0 0 0 0,0-1 0 0 0,0 1 0 0 0,0 0 0 0 0,0-1 0 0 0,0 1 0 0 0,-1 0 0 0 0,1 0 0 0 0,0-1 0 0 0,0 1 0 0 0,0 0 0 0 0,-1-1 0 0 0,1 1 0 0 0,0 0 0 0 0,-1-1 0 0 0,1 1 0 0 0,0-1 0 0 0,-1 1 0 0 0,1-1 0 0 0,-1 1 0 0 0,1 0 0 0 0,-1-1 0 0 0,1 0 0 0 0,-1 1 0 0 0,1-1 0 0 0,-1 1 0 0 0,0-1 0 0 0,1 0 0 0 0,-2 1 0 0 0,-8 6 0 0 0,6-4-366 0 0,0 0 0 0 0,-1-1 0 0 0,0 1 0 0 0,0-1 0 0 0,0 0 1 0 0,0 0-1 0 0,0 0 0 0 0,0-1 0 0 0,0 0 0 0 0,0 0 0 0 0,-1 0 1 0 0,1 0-1 0 0,-7-1 0 0 0,1-1-1008 0 0,-1-1 0 0 0,1 1 1 0 0,0-2-1 0 0,-12-3 0 0 0,10 2 893 0 0,-3 0-866 0 0,4 1 1051 0 0,1 0 1 0 0,-22-9-1 0 0,33 11 308 0 0,-1 1 1 0 0,0-1-1 0 0,0 0 1 0 0,0 0-1 0 0,1 1 1 0 0,-1-1-1 0 0,0 0 1 0 0,1 0-1 0 0,-1 0 1 0 0,1 0-1 0 0,-1 0 1 0 0,1 1-1 0 0,0-1 1 0 0,-1 0-1 0 0,1 0 0 0 0,0 0 1 0 0,-1 0-1 0 0,1 0 1 0 0,0 0-1 0 0,0-1 1 0 0,0 1-1 0 0,0 0 1 0 0,0 0-1 0 0,0 0 1 0 0,0 0-1 0 0,1 0 1 0 0,-1 0-1 0 0,0 0 1 0 0,0 0-1 0 0,1 0 1 0 0,-1 0-1 0 0,1 0 1 0 0,-1 1-1 0 0,1-1 1 0 0,-1 0-1 0 0,2-2 1 0 0,22-28 45 0 0,-7 15-77 0 0,0 1 0 0 0,2 0 0 0 0,37-22-1 0 0,-5 14-4349 0 0,-49 22 2504 0 0,-5 1-700 0 0,-12 2-578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3:41.79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272 65 1160 0 0,'5'-45'5318'0'0,"-4"43"-4672"0"0,-3-3 1009 0 0,-6-8 12437 0 0,-7 38-13342 0 0,2 0 1 0 0,0 1-1 0 0,-12 36 0 0 0,5-11-408 0 0,-137 383-663 0 0,149-408-1991 0 0,-5 35 1 0 0,11-51 1871 0 0,1 0-1 0 0,1 0 1 0 0,0 14 0 0 0,7 9 3320 0 0,-5-30-2797 0 0,-1-1 1 0 0,1 1-1 0 0,0 0 1 0 0,0-1-1 0 0,0 1 1 0 0,0-1-1 0 0,1 0 0 0 0,-1 1 1 0 0,1-1-1 0 0,-1-1 1 0 0,1 1-1 0 0,0 0 1 0 0,0 0-1 0 0,-1-1 0 0 0,1 0 1 0 0,0 1-1 0 0,1-1 1 0 0,-1 0-1 0 0,0-1 1 0 0,0 1-1 0 0,0 0 0 0 0,0-1 1 0 0,1 0-1 0 0,-1 0 1 0 0,4 0-1 0 0,9 0 331 0 0,0-1 0 0 0,-1 0 0 0 0,29-7 0 0 0,-28 4-519 0 0,21-4-1800 0 0,-1-1 1 0 0,59-24 0 0 0,-75 25 1376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3:42.10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167 4 1211 0 0,'0'0'665'0'0,"-16"-4"2420"0"0,11 5 1672 0 0,-4 17-1694 0 0,-19 36 7182 0 0,11-22-7057 0 0,-1-1-3184 0 0,1-2-29 0 0,1 2 0 0 0,-24 61-1 0 0,40-90-331 0 0,0-7-2962 0 0,1 3 3641 0 0,-1-1 0 0 0,1 1 0 0 0,0 0 0 0 0,0-1 0 0 0,0 1 0 0 0,0 0 0 0 0,0 0 0 0 0,3-4 1 0 0,0-2 526 0 0,6-16-849 0 0,-1 2 0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3:42.29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36 3 1328 0 0,'0'0'1465'0'0,"-14"-2"2350"0"0,4 2 2764 0 0,9 0-6286 0 0,1 0 0 0 0,-1 0 0 0 0,0 1 0 0 0,1-1 0 0 0,-1 1 0 0 0,0-1 0 0 0,1 0 1 0 0,-1 1-1 0 0,1-1 0 0 0,-1 1 0 0 0,1 0 0 0 0,-1-1 0 0 0,1 1 0 0 0,-1-1 0 0 0,1 1 0 0 0,0 0 0 0 0,-1-1 0 0 0,1 1 0 0 0,0 0 0 0 0,0-1 0 0 0,-1 1 0 0 0,1 0 0 0 0,0-1 0 0 0,0 1 0 0 0,0 0 0 0 0,0 0 0 0 0,0-1 0 0 0,0 1 0 0 0,0 0 0 0 0,0 0 0 0 0,0-1 0 0 0,0 2 0 0 0,8 9 3154 0 0,4 3-3409 0 0,-9-12-564 0 0,21 24-370 0 0,-18-16-637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3:43.05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453 112 1368 0 0,'0'0'490'0'0,"5"-21"4411"0"0,-7 5-1805 0 0,2 12-1709 0 0,0 0-1 0 0,0 1 0 0 0,-1-1 1 0 0,0 0-1 0 0,0 1 0 0 0,0-1 0 0 0,0 0 1 0 0,0 1-1 0 0,-3-6 0 0 0,-14-12 1110 0 0,17 20-2501 0 0,0 0 0 0 0,0 0 0 0 0,0 0 0 0 0,0 0 1 0 0,0 0-1 0 0,0 1 0 0 0,-1-1 0 0 0,1 0 0 0 0,0 1 1 0 0,-1-1-1 0 0,1 1 0 0 0,0-1 0 0 0,-1 1 0 0 0,1-1 1 0 0,-1 1-1 0 0,1 0 0 0 0,0 0 0 0 0,-1 0 1 0 0,1 0-1 0 0,-1 0 0 0 0,1 0 0 0 0,-1 0 0 0 0,1 1 1 0 0,0-1-1 0 0,-1 0 0 0 0,1 1 0 0 0,-3 0 0 0 0,1 0-142 0 0,-3 2-287 0 0,-1-1 0 0 0,1 1-1 0 0,0 1 1 0 0,0-1 0 0 0,0 1-1 0 0,1 0 1 0 0,-1 0 0 0 0,-7 8-1 0 0,4-3-1419 0 0,0 1 1 0 0,0 0-1 0 0,-12 19 0 0 0,3 8-2728 0 0,16-31 4556 0 0,0 1 1 0 0,1 0-1 0 0,-1-1 1 0 0,1 1-1 0 0,0 0 1 0 0,1-1-1 0 0,0 1 1 0 0,0 0-1 0 0,0 0 0 0 0,1 0 1 0 0,0-1-1 0 0,1 8 1 0 0,-1-13 52 0 0,0 1 1 0 0,0-1-1 0 0,0 0 1 0 0,-1 1-1 0 0,1-1 0 0 0,0 0 1 0 0,1 0-1 0 0,-1 0 1 0 0,0 1-1 0 0,0-1 1 0 0,0 0-1 0 0,1-1 1 0 0,-1 1-1 0 0,0 0 0 0 0,1 0 1 0 0,-1 0-1 0 0,1-1 1 0 0,-1 1-1 0 0,1-1 1 0 0,-1 1-1 0 0,1-1 0 0 0,0 0 1 0 0,-1 0-1 0 0,1 1 1 0 0,-1-1-1 0 0,1 0 1 0 0,0 0-1 0 0,1-1 1 0 0,3 1 555 0 0,0 0 1 0 0,0-1 0 0 0,-1 0 0 0 0,1 0 0 0 0,0 0 0 0 0,6-4-1 0 0,6-4-930 0 0,-1-1 0 0 0,0-1 0 0 0,-1 0 0 0 0,0-1 0 0 0,-1-1 0 0 0,0-1 0 0 0,-1 0 0 0 0,0-1 0 0 0,-2 0 0 0 0,21-31 0 0 0,-32 44 611 0 0,0-1-1 0 0,0 1 1 0 0,0 0 0 0 0,0-1-1 0 0,0 1 1 0 0,0 0 0 0 0,-1-1-1 0 0,1 1 1 0 0,0-5 0 0 0,-1-11 6524 0 0,0 13-3117 0 0,0 3-1813 0 0,-5 9-1807 0 0,0-1 1 0 0,1 1 0 0 0,0 0-1 0 0,0 1 1 0 0,1-1 0 0 0,-1 1-1 0 0,-1 9 1 0 0,-3 4-265 0 0,-15 44-3425 0 0,4 0 0 0 0,-15 86 0 0 0,-1 5-8 0 0,24-116 3853 0 0,-30 71 1 0 0,37-102-208 0 0,0 0 1 0 0,-1-1-1 0 0,0 0 0 0 0,0 0 1 0 0,-1 0-1 0 0,0-1 0 0 0,0 1 1 0 0,0-1-1 0 0,-10 6 0 0 0,11-9 33 0 0,-1 0 0 0 0,1-1-1 0 0,-1 1 1 0 0,0-1 0 0 0,0-1 0 0 0,0 1-1 0 0,-1-1 1 0 0,1-1 0 0 0,-1 1 0 0 0,1-1-1 0 0,-1 0 1 0 0,1 0 0 0 0,-14-1 0 0 0,8 0 35 0 0,1-1 1 0 0,-1-1 0 0 0,0 0-1 0 0,1 0 1 0 0,0-1-1 0 0,-1-1 1 0 0,1 0-1 0 0,-13-6 1 0 0,21 8-56 0 0,-1 1-1 0 0,1-1 0 0 0,0 0 1 0 0,0 0-1 0 0,0-1 1 0 0,0 1-1 0 0,0 0 1 0 0,0-1-1 0 0,0 0 1 0 0,1 0-1 0 0,-1 0 1 0 0,1 0-1 0 0,0 0 1 0 0,0 0-1 0 0,0 0 1 0 0,0-1-1 0 0,1 1 1 0 0,-1-1-1 0 0,1 0 1 0 0,0 1-1 0 0,0-1 1 0 0,0 0-1 0 0,1 1 1 0 0,-1-1-1 0 0,1 0 1 0 0,0 0-1 0 0,0 0 0 0 0,0 1 1 0 0,2-7-1 0 0,1 0-27 0 0,0 0-1 0 0,1 0 0 0 0,0 0 0 0 0,1 0 0 0 0,0 1 0 0 0,0 0 0 0 0,1 0 1 0 0,0 1-1 0 0,1-1 0 0 0,13-13 0 0 0,12-7-368 0 0,46-35-1 0 0,-57 47 111 0 0,141-89-3491 0 0,-33 23-737 0 0,-88 46 2287 0 0,-26 19 698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3:43.627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183 6 1204 0 0,'0'0'2646'0'0,"-19"-5"12922"0"0,19 8-15334 0 0,0 2 418 0 0,-4 13 4209 0 0,-61 294-4184 0 0,40-193-606 0 0,-20 57-7625 0 0,27-107 3361 0 0,12-54 10895 0 0,6-27-2779 0 0,5-31-2505 0 0,6 8-1797 0 0,2 1 0 0 0,1 0 0 0 0,2 1 0 0 0,1 0 0 0 0,2 2 0 0 0,0 0 0 0 0,31-36 0 0 0,-17 31-497 0 0,-29 32-116 0 0,0 0-1 0 0,0 0 1 0 0,0 1 0 0 0,1 0 0 0 0,0 0-1 0 0,6-4 1 0 0,-10 7 961 0 0,-1 0 0 0 0,1 1-1 0 0,0-1 1 0 0,-1 0 0 0 0,1 0 0 0 0,-1 0 0 0 0,1 0 0 0 0,-1 0 0 0 0,0 0-1 0 0,1 1 1 0 0,-1-1 0 0 0,1 0 0 0 0,-1 0 0 0 0,1 1 0 0 0,-1-1 0 0 0,1 0-1 0 0,-1 1 1 0 0,0-1 0 0 0,1 0 0 0 0,-1 1 0 0 0,0-1 0 0 0,1 0 0 0 0,-1 1-1 0 0,0-1 1 0 0,0 1 0 0 0,1-1 0 0 0,-1 1 0 0 0,0-1 0 0 0,0 1-1 0 0,0-1 1 0 0,0 1 0 0 0,1 0 0 0 0,3 15-999 0 0,-3 0 976 0 0,-1 0 1 0 0,0 0-1 0 0,-2 0 0 0 0,1-1 0 0 0,-7 23 1 0 0,-27 79 106 0 0,8-31-47 0 0,22-70 233 0 0,-14 60-319 0 0,10-27 4871 0 0,9-47-5110 0 0,11-5 4515 0 0,4-10-2080 0 0,-11 10-1765 0 0,40-42 1538 0 0,-35 34-2611 0 0,0-1-1 0 0,-1 0 0 0 0,-1-1 0 0 0,9-19 0 0 0,-5 6-1214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3:44.032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196 12 1444 0 0,'-15'-11'24357'0'0,"7"12"-25341"0"0,8-1 1049 0 0,-1 1-1 0 0,1 0 1 0 0,-1 0 0 0 0,1 0 0 0 0,-1-1-1 0 0,1 1 1 0 0,0 0 0 0 0,0 0-1 0 0,-1 0 1 0 0,1 0 0 0 0,0 0-1 0 0,0 0 1 0 0,0 0 0 0 0,0-1 0 0 0,0 1-1 0 0,0 0 1 0 0,0 2 0 0 0,0-3 29 0 0,-21 167-616 0 0,-67 260 0 0 0,43-233-5866 0 0,40-170 7345 0 0,-4 21 5652 0 0,9-43-6620 0 0,1-32-584 0 0,8-9 701 0 0,-6 26-34 0 0,0-1 0 0 0,0 1 0 0 0,-2-1 0 0 0,1 0 0 0 0,-2 1 0 0 0,0-15 0 0 0,-4 2-72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3:44.25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83 1292 0 0,'0'0'1157'0'0,"8"-7"1448"0"0,6-1 8161 0 0,46-5-8018 0 0,218-42 4898 0 0,-249 56-8707 0 0,-14 1 2122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3:44.52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57 0 2442 0 0,'-4'4'1649'0'0,"-2"4"2522"0"0,5 1 1182 0 0,0 7 4556 0 0,-6 50-6638 0 0,3-48-3417 0 0,-1 0 1 0 0,0-1 0 0 0,-10 22 0 0 0,6-19 145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3:44.74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24 0 1865 0 0,'0'0'2020'0'0,"-13"11"8431"0"0,4-1-417 0 0,7 9-7957 0 0,13-5-9377 0 0,-9-13 6409 0 0,6 6-2247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3:45.66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382 20 518 0 0,'0'0'460'0'0,"3"-4"411"0"0,12-12 11387 0 0,-22 25-10780 0 0,0 0 0 0 0,0 0 0 0 0,1 1 0 0 0,-8 17 0 0 0,-32 46 3239 0 0,6-27-4718 0 0,-3-3-1 0 0,-90 73 1 0 0,77-69-19 0 0,39-37-226 0 0,7-13 14 0 0,9 0 246 0 0,-1 1 0 0 0,1-1 1 0 0,0 0-1 0 0,0 0 1 0 0,0 1-1 0 0,0-1 1 0 0,1 0-1 0 0,-1-5 1 0 0,0 5 66 0 0,-2-10-1533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3:46.18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397 145 898 0 0,'0'0'431'0'0,"-20"8"4198"0"0,17-7-3822 0 0,0 0 525 0 0,-1 1 1 0 0,1-2-1 0 0,0 1 0 0 0,-1 0 0 0 0,1-1 1 0 0,0 1-1 0 0,-1-1 0 0 0,1 0 0 0 0,-1 0 1 0 0,1 0-1 0 0,-7-2 0 0 0,8 2-1048 0 0,0-1 1 0 0,0 0-1 0 0,0 0 0 0 0,1 0 0 0 0,-1 0 1 0 0,0 0-1 0 0,1 0 0 0 0,-1 0 0 0 0,0-1 0 0 0,1 1 1 0 0,-2-2-1 0 0,1 1-282 0 0,1 0 1 0 0,0 0-1 0 0,-1 0 0 0 0,1 0 0 0 0,0 0 1 0 0,0 0-1 0 0,0 0 0 0 0,1 0 1 0 0,-1 0-1 0 0,0 0 0 0 0,1-1 1 0 0,-1 1-1 0 0,1 0 0 0 0,0 0 0 0 0,0-1 1 0 0,0 1-1 0 0,0 0 0 0 0,0 0 1 0 0,0-1-1 0 0,1 1 0 0 0,0-3 1 0 0,0 1-3 0 0,1 0 0 0 0,-1 1 0 0 0,1-1 0 0 0,0 0 0 0 0,0 1 0 0 0,0 0 0 0 0,5-7 0 0 0,1 0 0 0 0,-6 6 0 0 0,2 1 0 0 0,-1-1 0 0 0,0 1 0 0 0,1 0 0 0 0,0 0 0 0 0,0 0 0 0 0,6-4 0 0 0,7-5-6 0 0,-2 8-171 0 0,-14 3 181 0 0,1 1 1 0 0,-1-1-1 0 0,1 1 1 0 0,-1 0-1 0 0,0 0 1 0 0,1 0-1 0 0,-1 0 1 0 0,1 0-1 0 0,-1 0 1 0 0,1 0-1 0 0,-1 0 1 0 0,1 0-1 0 0,-1 1 1 0 0,0-1-1 0 0,1 1 1 0 0,-1-1-1 0 0,0 1 1 0 0,1 0-1 0 0,-1-1 1 0 0,0 1-1 0 0,1 0 1 0 0,-1 0-1 0 0,0 0 1 0 0,0 0-1 0 0,0 0 1 0 0,0 0-1 0 0,0 0 1 0 0,0 0-1 0 0,0 0 1 0 0,-1 0-1 0 0,1 0 1 0 0,0 1-1 0 0,0-1 1 0 0,-1 0-1 0 0,1 1 1 0 0,-1-1-1 0 0,1 1 1 0 0,-1-1-1 0 0,0 2 1 0 0,1 0-2 0 0,2 4-288 0 0,-1 0 1 0 0,-1 0 0 0 0,1 1 0 0 0,-1-1-1 0 0,0 1 1 0 0,-1-1 0 0 0,0 1 0 0 0,0 0-1 0 0,0-1 1 0 0,-1 1 0 0 0,-1-1-1 0 0,1 1 1 0 0,-1-1 0 0 0,0 0 0 0 0,-1 0-1 0 0,1 0 1 0 0,-1 0 0 0 0,-1 0 0 0 0,0 0-1 0 0,-4 6 1 0 0,0-2-339 0 0,-1-1 0 0 0,0 0 0 0 0,0-1 0 0 0,-1 0 1 0 0,0 0-1 0 0,-1-1 0 0 0,0 0 0 0 0,0-1 0 0 0,0-1 0 0 0,-22 10 0 0 0,5-5-1114 0 0,0-1 0 0 0,0-2 0 0 0,-53 9 0 0 0,72-16 1185 0 0,-1-1 0 0 0,1 0 0 0 0,-1 0-1 0 0,1-1 1 0 0,-1 0 0 0 0,1-1 0 0 0,-1 0 0 0 0,-11-4 0 0 0,5-2-918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3:47.38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1161 1 1203 0 0,'0'0'1891'0'0,"-11"25"9203"0"0,3 45 641 0 0,2-2-11483 0 0,4-63-597 0 0,1 0 0 0 0,-1 0 0 0 0,0 0-1 0 0,0 0 1 0 0,0 0 0 0 0,-1-1-1 0 0,1 1 1 0 0,-1-1 0 0 0,0 0 0 0 0,0 0-1 0 0,-1 0 1 0 0,1 0 0 0 0,-1-1 0 0 0,0 1-1 0 0,-7 4 1 0 0,5-4-627 0 0,1 0 0 0 0,-2 0 1 0 0,1 0-1 0 0,0-1 0 0 0,-1 0 0 0 0,1 0 0 0 0,-1-1 1 0 0,0 1-1 0 0,0-2 0 0 0,-11 3 0 0 0,14-4 1051 0 0,0-1 0 0 0,0 1 0 0 0,1-1 0 0 0,-1 1 0 0 0,0-1 0 0 0,0-1 0 0 0,1 1 0 0 0,-1 0 0 0 0,1-1 0 0 0,-1 0 0 0 0,1 1 0 0 0,-1-1 0 0 0,1-1 0 0 0,0 1 0 0 0,0 0 0 0 0,0-1 0 0 0,0 0 0 0 0,1 1 0 0 0,-1-1 0 0 0,1 0 0 0 0,0-1 0 0 0,-1 1 0 0 0,1 0 0 0 0,1-1-1 0 0,-4-6 1 0 0,5 9-71 0 0,-3-18-1794 0 0,5-25 1415 0 0,-1 42 339 0 0,-4 13 12591 0 0,-1 15-8210 0 0,4-25-4888 0 0,-2 5 540 0 0,0 0 0 0 0,-1 0 0 0 0,0-1 1 0 0,0 1-1 0 0,0-1 0 0 0,0 1 0 0 0,-1-1 0 0 0,0 0 0 0 0,-7 7 1 0 0,2-4-3 0 0,8-6 0 0 0,0-1 1 0 0,-1 1-1 0 0,1 0 1 0 0,-1-1-1 0 0,1 0 1 0 0,-1 1-1 0 0,0-1 1 0 0,0 0-1 0 0,0 0 1 0 0,1 0-1 0 0,-1 0 1 0 0,0 0-1 0 0,0 0 1 0 0,0-1-1 0 0,-1 1 1 0 0,1 0-1 0 0,0-1 1 0 0,0 0-1 0 0,0 0 1 0 0,0 1-1 0 0,-4-2 1 0 0,3 1-4 0 0,0 0 0 0 0,0-1-1 0 0,0 0 1 0 0,1 0 0 0 0,-1 0 0 0 0,0 0 0 0 0,1 0 0 0 0,-1 0 0 0 0,1 0 0 0 0,-1-1 0 0 0,1 0 0 0 0,0 1 0 0 0,-1-1 0 0 0,1 0 0 0 0,0 0 0 0 0,0 0 0 0 0,0 0 0 0 0,1 0 0 0 0,-1-1 0 0 0,0 1 0 0 0,1-1 0 0 0,-2-2 0 0 0,-1-4-4 0 0,-1 0 1 0 0,1 0 0 0 0,1 0 0 0 0,0 0-1 0 0,-2-11 1 0 0,6 24 85 0 0,-1 0 0 0 0,1-1 0 0 0,-1 1 0 0 0,0 0 0 0 0,0 0 0 0 0,0 0 0 0 0,0 0 0 0 0,-1 0 0 0 0,-2 7 0 0 0,2-7-386 0 0,0-1 1 0 0,-1 0-1 0 0,1 1 1 0 0,-1-1-1 0 0,0 0 1 0 0,0 1-1 0 0,0-1 1 0 0,-1 0-1 0 0,-2 3 1 0 0,0-2-775 0 0,0 0 0 0 0,0 0 0 0 0,-1-1 0 0 0,1 1 0 0 0,-1-1 0 0 0,0 0 0 0 0,0-1 0 0 0,0 1 0 0 0,0-1 0 0 0,0 0 0 0 0,-12 2 0 0 0,15-4 1174 0 0,0 0-1 0 0,1 0 1 0 0,-1 0 0 0 0,0 0 0 0 0,1 0-1 0 0,-1-1 1 0 0,0 1 0 0 0,1-1 0 0 0,-1 0-1 0 0,1 1 1 0 0,-1-1 0 0 0,1 0 0 0 0,-1-1-1 0 0,1 1 1 0 0,0 0 0 0 0,0-1 0 0 0,-1 1-1 0 0,1-1 1 0 0,0 0 0 0 0,0 1 0 0 0,0-1-1 0 0,1 0 1 0 0,-1 0 0 0 0,0-1 0 0 0,-1-2-1 0 0,-1-2-269 0 0,0 0-1 0 0,0 0 1 0 0,0-1-1 0 0,1 0 1 0 0,0 0-1 0 0,-2-9 1 0 0,5 15 304 0 0,-4-20 2319 0 0,9 33 361 0 0,0 0-1 0 0,-1 0 1 0 0,4 14-1 0 0,1 34-1850 0 0,-7-22-6272 0 0,-4 39 0 0 0,2-75 5257 0 0,0 10-1306 0 0,1 37-182 0 0,-1-45 1577 0 0,0 1 1 0 0,1 0-1 0 0,-1 0 1 0 0,-1 0 0 0 0,1 0-1 0 0,-1 0 1 0 0,1 0 0 0 0,-1 0-1 0 0,0 0 1 0 0,0 0-1 0 0,-1 0 1 0 0,-1 4 0 0 0,-27 45 250 0 0,22-38-443 0 0,1-5 178 0 0,0 0 1 0 0,-1 0-1 0 0,0-1 1 0 0,0 0-1 0 0,-1 0 1 0 0,0-1 0 0 0,0 0-1 0 0,-1-1 1 0 0,0 0-1 0 0,-1 0 1 0 0,1-1-1 0 0,-1-1 1 0 0,-1 0-1 0 0,1 0 1 0 0,-21 5-1 0 0,17-6 68 0 0,0-1 0 0 0,0 0-1 0 0,0-1 1 0 0,-1-1 0 0 0,1 0-1 0 0,-1-1 1 0 0,1-1 0 0 0,0-1-1 0 0,0 0 1 0 0,-1 0-1 0 0,1-2 1 0 0,-17-5 0 0 0,23 5-30 0 0,0 0 0 0 0,1-1 1 0 0,-1 0-1 0 0,1 0 0 0 0,0-1 0 0 0,0 1 0 0 0,1-2 1 0 0,-1 1-1 0 0,1-1 0 0 0,1 0 0 0 0,-1-1 1 0 0,1 0-1 0 0,1 0 0 0 0,-1 0 0 0 0,1 0 1 0 0,1-1-1 0 0,0 0 0 0 0,0 0 0 0 0,-4-16 1 0 0,5 14-84 0 0,1 1 0 0 0,0-1 0 0 0,1 0 0 0 0,0 0 0 0 0,0 0 0 0 0,1 0 1 0 0,1 0-1 0 0,0 0 0 0 0,0 0 0 0 0,1 1 0 0 0,1-1 0 0 0,0 0 0 0 0,0 1 1 0 0,1 0-1 0 0,0 0 0 0 0,1 0 0 0 0,9-15 0 0 0,2 0-772 0 0,0 1 1 0 0,2 0-1 0 0,1 1 0 0 0,1 1 0 0 0,1 1 1 0 0,25-20-1 0 0,55-39-6203 0 0,-76 63 4216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3:47.74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19 1 1467 0 0,'0'0'4023'0'0,"-19"11"13561"0"0,21-5-13272 0 0,17 5-6679 0 0,-9-6 3557 0 0,-9-5-1234 0 0,0 1-552 0 0,-1 0 593 0 0,0-1 1 0 0,0 1-1 0 0,1-1 1 0 0,-1 0 0 0 0,0 1-1 0 0,1-1 1 0 0,-1 1-1 0 0,0-1 1 0 0,1 1 0 0 0,-1-1-1 0 0,1 0 1 0 0,-1 1-1 0 0,1-1 1 0 0,-1 0-1 0 0,1 1 1 0 0,-1-1 0 0 0,1 0-1 0 0,-1 0 1 0 0,1 0-1 0 0,-1 1 1 0 0,1-1 0 0 0,0 0-1 0 0,-1 0 1 0 0,1 0-1 0 0,-1 0 1 0 0,1 0-1 0 0,-1 0 1 0 0,1 0 0 0 0,0 0-1 0 0,-1 0 1 0 0,1 0-1 0 0,-1 0 1 0 0,1-1 0 0 0,-1 1-1 0 0,1 0 1 0 0,-1 0-1 0 0,1 0 1 0 0,-1-1 0 0 0,2 0-1 0 0,2-4-697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3:47.97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20 0 1362 0 0,'0'0'7314'0'0,"5"13"-6418"0"0,-18-18 11694 0 0,2 1-10877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3:48.227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9 19 1416 0 0,'0'0'2597'0'0,"-9"-19"18033"0"0,10 22-20583 0 0,0-1 1 0 0,0 0-1 0 0,0 1 0 0 0,1-1 1 0 0,-1 0-1 0 0,1 0 0 0 0,-1 0 1 0 0,1 0-1 0 0,0 0 1 0 0,-1 0-1 0 0,1-1 0 0 0,0 1 1 0 0,0 0-1 0 0,3 1 0 0 0,-5-2-49 0 0,0 1 0 0 0,0 0 0 0 0,-1-1-1 0 0,1 1 1 0 0,0 0 0 0 0,-1-1 0 0 0,1 1-1 0 0,-1 0 1 0 0,1-1 0 0 0,-1 1 0 0 0,0-1-1 0 0,1 1 1 0 0,-3 2 0 0 0,-10 6-1565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3:49.065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38 1 736 0 0,'0'0'5857'0'0,"6"21"13662"0"0,3-6-19461 0 0,-9-14-80 0 0,-1 0-10 0 0,-1 0-1 0 0,1 0 0 0 0,-1 0 1 0 0,1 0-1 0 0,-1-1 0 0 0,0 1 0 0 0,1-1 1 0 0,-1 1-1 0 0,0-1 0 0 0,0 0 1 0 0,1 1-1 0 0,-1-1 0 0 0,0 0 1 0 0,-2 0-1 0 0,4 0 3 0 0,-1 0-1 0 0,0 0 1 0 0,0 0-1 0 0,0 0 1 0 0,0 0-1 0 0,0 1 1 0 0,0-2-1 0 0,1 1 1 0 0,-1 0-1 0 0,0 0 1 0 0,0 0-1 0 0,0 0 1 0 0,0 0 0 0 0,1-1-1 0 0,-1 1 1 0 0,0 0-1 0 0,0-1 1 0 0,0 1-1 0 0,1-1 1 0 0,-1 1-1 0 0,0-1 1 0 0,1 1-1 0 0,-1-1 1 0 0,0 0-1 0 0,1 1 1 0 0,-1-1 0 0 0,1 1-1 0 0,-1-1 1 0 0,1 0-1 0 0,-1 0 1 0 0,0-1-1 0 0,4-5-2187 0 0,-3 6 2135 0 0,0 1 0 0 0,1-1-1 0 0,-1 1 1 0 0,0-1 0 0 0,1 0 0 0 0,-1 0-1 0 0,0 1 1 0 0,0-1 0 0 0,0 0-1 0 0,1 1 1 0 0,-1-1 0 0 0,0 0-1 0 0,0 0 1 0 0,0 1 0 0 0,0-1-1 0 0,0 0 1 0 0,-1 1 0 0 0,1-1 0 0 0,0 0-1 0 0,0 0 1 0 0,-6-10 5581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3:49.861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158 6 453 0 0,'-7'-5'1132'0'0,"-17"12"19708"0"0,-8 14-16610 0 0,-19 11-4278 0 0,29-19-345 0 0,1-1 393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3:29.46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24 1 1019 0 0,'-1'0'13738'0'0,"-10"2"-5699"0"0,11-3-7953 0 0,-1 1 0 0 0,1 1 1 0 0,0-1-1 0 0,-1 0 1 0 0,1 0-1 0 0,-1 0 1 0 0,1 0-1 0 0,-1 0 1 0 0,1 0-1 0 0,-1 0 1 0 0,1 1-1 0 0,0-1 1 0 0,-1 0-1 0 0,1 0 1 0 0,-1 0-1 0 0,1 1 1 0 0,0-1-1 0 0,-1 0 0 0 0,1 1 1 0 0,0-1-1 0 0,-1 0 1 0 0,1 1-1 0 0,0-1 1 0 0,-1 0-1 0 0,1 1 1 0 0,0-1-1 0 0,0 1 1 0 0,0-1-1 0 0,-1 1 1 0 0,1-1-1 0 0,0 0 1 0 0,0 1-1 0 0,0-1 1 0 0,0 1-1 0 0,0-1 0 0 0,0 1 1 0 0,0-1-1 0 0,0 1 1 0 0,0-1-1 0 0,0 1 1 0 0,0-1-1 0 0,0 1 1 0 0,1 1-111 0 0,-1 0 1 0 0,1-1-1 0 0,0 1 1 0 0,0 0 0 0 0,0-1-1 0 0,0 1 1 0 0,0-1-1 0 0,0 1 1 0 0,0-1-1 0 0,0 0 1 0 0,0 1-1 0 0,2 0 1 0 0,-2-1 16 0 0,-1 0-49 0 0,1-1 4 0 0,-1 1 1 0 0,0-1-1 0 0,0 0 0 0 0,1 1 0 0 0,-1-1 0 0 0,0 0 0 0 0,1 1 0 0 0,-1-1 0 0 0,0 0 0 0 0,1 1 0 0 0,-1-1 0 0 0,0 0 0 0 0,1 1 0 0 0,-1-1 0 0 0,1 0 0 0 0,-1 0 0 0 0,1 0 0 0 0,-1 0 0 0 0,0 1 0 0 0,1-1 0 0 0,-1 0 0 0 0,1 0 0 0 0,-1 0 0 0 0,1 0 0 0 0,-1 0 0 0 0,1 0 0 0 0,-1 0 0 0 0,1 0 0 0 0,0 0 0 0 0,10-1-1737 0 0,-7 0 3887 0 0,6-2-3252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3:29.80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 1 1236 0 0,'-2'-1'19815'0'0,"10"8"-14365"0"0,28 26-5740 0 0,-35-31 282 0 0,4 14-809 0 0,-4-9-3282 0 0,-4 17 8546 0 0,0-13-6845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3:28.75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1164 0 863 0 0,'-1'1'14941'0'0,"-4"6"-7636"0"0,4-5-6991 0 0,0 0 1 0 0,0-1 0 0 0,0 1-1 0 0,0 0 1 0 0,0 0 0 0 0,1 0-1 0 0,-1 0 1 0 0,1 0-1 0 0,-1 1 1 0 0,1-1 0 0 0,0 3-1 0 0,1 21-984 0 0,3 23 670 0 0,-1-16 0 0 0,3 44 0 0 0,-5-60 0 0 0,-2 39 0 0 0,1-55 0 0 0,0 0 0 0 0,0 1 0 0 0,-1-1 0 0 0,1 0 0 0 0,-1 0 0 0 0,1 0 0 0 0,-1 0 0 0 0,1 0 0 0 0,-1 0 0 0 0,0 0 0 0 0,1 0 0 0 0,-1 0 0 0 0,0 0 0 0 0,0 0 0 0 0,0 0 0 0 0,1-1 0 0 0,-1 1 0 0 0,0 0 0 0 0,0 0 0 0 0,0-1 0 0 0,0 1 0 0 0,-1-1 0 0 0,1 1 0 0 0,0-1 0 0 0,0 0 0 0 0,-2 1 0 0 0,-14 1-1 0 0,9-1-37 0 0,0 0 1 0 0,-1 0-1 0 0,1-1 1 0 0,-1 0 0 0 0,1-1-1 0 0,-1 0 1 0 0,1 0-1 0 0,0-1 1 0 0,0 0-1 0 0,0 0 1 0 0,0-1-1 0 0,-9-4 1 0 0,11 4-390 0 0,1 0 1 0 0,0 0-1 0 0,1 0 1 0 0,-1 0-1 0 0,0-1 1 0 0,1 0-1 0 0,0 0 1 0 0,-5-6-1 0 0,6 7-305 0 0,1-1-1 0 0,-1 0 0 0 0,1 0 1 0 0,0 0-1 0 0,0 0 1 0 0,1 0-1 0 0,-1 0 0 0 0,1 0 1 0 0,0-1-1 0 0,0 1 1 0 0,-1-8-1 0 0,-2-44-2531 0 0,4 53 3279 0 0,1-23-144 0 0,-1 27 91 0 0,-2 9 21 0 0,-1 1 39 0 0,-1-1 0 0 0,0 0-1 0 0,-1-1 1 0 0,1 1 0 0 0,-2-1 0 0 0,0 0 0 0 0,0 0 0 0 0,0-1 0 0 0,-1 1-1 0 0,0-2 1 0 0,-1 1 0 0 0,0-1 0 0 0,0 0 0 0 0,-1 0 0 0 0,-12 6 0 0 0,14-7-17 0 0,0-1-1 0 0,-1-1 1 0 0,0 1 0 0 0,0-1 0 0 0,0-1 0 0 0,-1 0 0 0 0,1 0 0 0 0,-1 0 0 0 0,1-1 0 0 0,-1 0-1 0 0,0-1 1 0 0,0 0 0 0 0,0 0 0 0 0,-12-2 0 0 0,-31-5 60 0 0,50 5-63 0 0,1 0-1 0 0,0 1 0 0 0,-1-1 1 0 0,1 0-1 0 0,0 0 0 0 0,0 0 1 0 0,0 0-1 0 0,-1 0 0 0 0,1 0 1 0 0,0-1-1 0 0,0 1 0 0 0,1 0 1 0 0,-1 0-1 0 0,0-1 0 0 0,0 1 1 0 0,1-1-1 0 0,-1 1 0 0 0,0-1 1 0 0,1 1-1 0 0,-1-3 0 0 0,-8-13 105 0 0,-3-2 3417 0 0,3 7 4439 0 0,8 13-7701 0 0,0 0 1 0 0,0 0-1 0 0,1 0 1 0 0,-1 0-1 0 0,0 0 0 0 0,0 0 1 0 0,1 0-1 0 0,-1 0 1 0 0,1 0-1 0 0,-1 1 0 0 0,1-1 1 0 0,0 0-1 0 0,-1 0 0 0 0,1 1 1 0 0,0-1-1 0 0,0 2 1 0 0,-5 12-1070 0 0,-1 0 1 0 0,0-1-1 0 0,0 1 1 0 0,-2-1 0 0 0,0-1-1 0 0,0 0 1 0 0,-17 20-1 0 0,-78 78-6208 0 0,58-72 6711 0 0,-85 59 0 0 0,16-14-2186 0 0,90-64-74 0 0,0 1 0 0 0,-30 37 0 0 0,47-49 629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3:30.39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10 0 982 0 0,'-1'1'9267'0'0,"-8"13"4812"0"0,16 1-12495 0 0,-6-13-1286 0 0,9 1-2183 0 0,-9-3 1781 0 0,-1 1 0 0 0,1-1 1 0 0,-1 0-1 0 0,1 1 0 0 0,0-1 0 0 0,-1 0 1 0 0,1 0-1 0 0,0 1 0 0 0,-1-1 0 0 0,1 0 1 0 0,0 0-1 0 0,-1 0 0 0 0,1 0 0 0 0,0 0 1 0 0,0 0-1 0 0,-1 0 0 0 0,1 0 1 0 0,0-1-1 0 0,-1 1 0 0 0,1 0 0 0 0,0 0 1 0 0,0-1-1 0 0,10-3 3158 0 0,-9 3-3810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3:30.65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11 1 1159 0 0,'-1'1'14709'0'0,"-6"2"-7453"0"0,7-3-7186 0 0,-1 0 0 0 0,1 0 0 0 0,0 0 0 0 0,0 0 0 0 0,0 0 0 0 0,0 0 0 0 0,0 0 0 0 0,-1 0-1 0 0,1 0 1 0 0,0 0 0 0 0,0 0 0 0 0,0 1 0 0 0,0-1 0 0 0,0 0 0 0 0,0 0 0 0 0,0 0 0 0 0,0 0 0 0 0,-1 0-1 0 0,1 0 1 0 0,0 1 0 0 0,0-1 0 0 0,0 0 0 0 0,0 0 0 0 0,0 0 0 0 0,0 0 0 0 0,0 0 0 0 0,0 1-1 0 0,0-1 1 0 0,0 0 0 0 0,0 0 0 0 0,0 0 0 0 0,0 0 0 0 0,0 0 0 0 0,0 1 0 0 0,0-1 0 0 0,0 0 0 0 0,0 0-1 0 0,0 0 1 0 0,0 0 0 0 0,0 0 0 0 0,0 1 0 0 0,0-1 0 0 0,1 0 0 0 0,-1 0 0 0 0,0 0 0 0 0,0 0 0 0 0,0 0-1 0 0,0 0 1 0 0,0 1 0 0 0,0-1 0 0 0,1 0 0 0 0,9 8-1481 0 0,10 2-1029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3:31.70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165 1 836 0 0,'-5'3'427'0'0,"-5"6"1121"0"0,8 0 4874 0 0,2 7 7397 0 0,3 0-13131 0 0,1 0 0 0 0,1 0 0 0 0,0-1 1 0 0,13 27-1 0 0,-10-25-1227 0 0,-1 1 1 0 0,8 30-1 0 0,-9-8 1876 0 0,-5-24-1337 0 0,-3-7 0 0 0,-5 1 0 0 0,5-8-293 0 0,0 1 1 0 0,0-1 0 0 0,-1 0 0 0 0,1 0 0 0 0,-1 0-1 0 0,1 0 1 0 0,-1-1 0 0 0,0 1 0 0 0,1-1 0 0 0,-1 1-1 0 0,0-1 1 0 0,0 0 0 0 0,0 0 0 0 0,0-1 0 0 0,0 1-1 0 0,0 0 1 0 0,-1-1 0 0 0,1 0 0 0 0,0 0 0 0 0,-4 0-1 0 0,-4 0-1158 0 0,-1-1 0 0 0,1 0 0 0 0,0-1 0 0 0,-13-4 0 0 0,24 6 1435 0 0,-18-5 1916 0 0,15 4-948 0 0,0 0-1 0 0,0-1 0 0 0,0 1 1 0 0,0-1-1 0 0,0 0 1 0 0,0 0-1 0 0,0 0 0 0 0,0 0 1 0 0,1 0-1 0 0,-1-1 0 0 0,-2-2 1 0 0,-8-14-868 0 0,11 12-84 0 0,-1-1 1 0 0,1 1-1 0 0,1-1 0 0 0,-1 0 1 0 0,1 0-1 0 0,1-7 0 0 0,2 4-116 0 0,2 1 0 0 0,-1 1 0 0 0,1-1 0 0 0,1 0 0 0 0,9-13 0 0 0,6-8 92 0 0,-8 14-4021 0 0,-9 14 3117 0 0,0 0 1 0 0,1 1 0 0 0,-1 0-1 0 0,0-1 1 0 0,1 1 0 0 0,7-3 0 0 0,22-5-1855 0 0,-10 3 2327 0 0,2 9-1405 0 0,-19 1-4924 0 0,-2 5 3720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4:22.53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23 43 507 0 0,'0'0'4281'0'0,"0"-26"17138"0"0,13 12-21460 0 0,-3 25 80 0 0,-9-10-41 0 0,-8-8-84 0 0,2 3-284 0 0,13 6 308 0 0,-4-1 196 0 0,-4-1-125 0 0,1 0 0 0 0,-1 0 0 0 0,0 0-1 0 0,0 0 1 0 0,1 0 0 0 0,-1 0 0 0 0,0 0 0 0 0,0 0-1 0 0,1 1 1 0 0,-1-1 0 0 0,0 0 0 0 0,0 0 0 0 0,1 0 0 0 0,-1 0-1 0 0,0 0 1 0 0,0 1 0 0 0,0-1 0 0 0,0 0 0 0 0,1 0-1 0 0,-1 0 1 0 0,0 1 0 0 0,0-1 0 0 0,0 0 0 0 0,0 0-1 0 0,0 1 1 0 0,0-1 0 0 0,1 0 0 0 0,-1 0 0 0 0,0 1-1 0 0,0-1 1 0 0,0 0 0 0 0,0 0 0 0 0,0 1 0 0 0,0-1-1 0 0,0 0 1 0 0,0 0 0 0 0,0 1 0 0 0,0-1 0 0 0,0 0 0 0 0,0 0-1 0 0,0 1 1 0 0,0-1 0 0 0,-1 0 0 0 0,1 0 0 0 0,0 1-1 0 0,0-1 1 0 0,0 0 0 0 0,-1 17-146 0 0,-8-1 231 0 0,8-15-97 0 0,-1 0-57 0 0,0-1 64 0 0,1 0-1 0 0,-1 1 1 0 0,0-1-1 0 0,0 0 1 0 0,0-1-1 0 0,0 1 1 0 0,0 0 0 0 0,0 0-1 0 0,0-1 1 0 0,0 1-1 0 0,0-1 1 0 0,0 0-1 0 0,0 0 1 0 0,0 1-1 0 0,1-1 1 0 0,-1 0-1 0 0,-2-2 1 0 0,3 2-22 0 0,-1-21 19 0 0,2 20-66 0 0,4-6 69 0 0,2-1-224 0 0,1 10 167 0 0,2 2 285 0 0,-9 17-110 0 0,0-19-114 0 0,-9-1 191 0 0,-1 1-940 0 0,17 10 281 0 0,-6-10 459 0 0,-1 4-191 0 0,0-3 336 0 0,0-1 0 0 0,0 1 1 0 0,0 0-1 0 0,0 0 1 0 0,0 0-1 0 0,1 0 1 0 0,-1 0-1 0 0,1 0 1 0 0,-1 0-1 0 0,2 2 1 0 0,3 1-2396 0 0,4-3-3318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3T19:05:09.79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90 17367,'5463'0'0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5:05.06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801 19 509 0 0,'-8'-19'22138'0'0,"8"20"-21772"0"0,-10 12 3367 0 0,11 2-4172 0 0,-1-14 313 0 0,0 1 142 0 0,2 28 0 0 0,5 40-28 0 0,-7-68 11 0 0,2 10 6 0 0,-1-2-4 0 0,0-8-13 0 0,1 24 5 0 0,-3-4 29 0 0,1-20-136 0 0,-1-1 1 0 0,1 1-1 0 0,-1-1 0 0 0,0 0 0 0 0,1 1 1 0 0,-1-1-1 0 0,0 0 0 0 0,0 0 1 0 0,0 1-1 0 0,0-1 0 0 0,0 0 0 0 0,0 0 1 0 0,0 0-1 0 0,0 0 0 0 0,-1 0 1 0 0,1 0-1 0 0,-2 0 0 0 0,-29 18-3374 0 0,24-15 2651 0 0,-30 15-5656 0 0,-4-4 3341 0 0,20-8 2949 0 0,0-1 1 0 0,0-1 0 0 0,-39 3-1 0 0,59-8 198 0 0,-39-1 0 0 0,36 0 272 0 0,-11-3 4424 0 0,-8-12 5647 0 0,23 15-8819 0 0,-10-16-1657 0 0,19-25 289 0 0,-8 40-198 0 0,21-33 54 0 0,-2 15-3908 0 0,3 9 6390 0 0,-18 9-1034 0 0,-3 1-1466 0 0,2 2 325 0 0,16 9-14345 0 0,-13-6 13257 0 0,2 5-642 0 0,2 7 7952 0 0,-3-5-2629 0 0,-6-9-3854 0 0,0 1 545 0 0,0 1 0 0 0,0 0 1 0 0,0-1-1 0 0,-1 1 0 0 0,1 0 1 0 0,-1 0-1 0 0,0 5 0 0 0,0-6 49 0 0,-5 91-8697 0 0,5-92 7150 0 0,-6 32 3194 0 0,2-17-6331 0 0,-4 4 8405 0 0,3-12-5474 0 0,4-8 1198 0 0,1 1 370 0 0,0 0 0 0 0,-1 0-1 0 0,1 0 1 0 0,-1 1 0 0 0,1-1 0 0 0,-1 0 0 0 0,0 0 0 0 0,1 0 0 0 0,-1 0 0 0 0,0 0 0 0 0,0 0 0 0 0,-1-1 0 0 0,-1 4 0 0 0,0-1-676 0 0,-1 0 1 0 0,1-1-1 0 0,-1 0 1 0 0,0 0-1 0 0,-8 5 1 0 0,-3 0-3227 0 0,-2 0 0 0 0,-24 8 0 0 0,27-11 2117 0 0,-44 14 670 0 0,-99 19 1 0 0,29-9-4885 0 0,78-22 2265 0 0,34-6 975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5:05.97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8 39 1181 0 0,'-8'2'25639'0'0,"9"-12"-27288"0"0,-2 0 2687 0 0,1 8-1050 0 0,9-17-4237 0 0,-8 20 5213 0 0,8 8 1690 0 0,-3-6-5395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5:06.65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16 1075 0 0,'6'6'21512'0'0,"3"2"-17563"0"0,1 1-4276 0 0,-9-8 318 0 0,1-4-7 0 0,-1 0 16 0 0,1 0 0 0 0,0 0 0 0 0,0 0 0 0 0,0 0 0 0 0,0 1 0 0 0,0-1 0 0 0,1 1 0 0 0,-1 0 0 0 0,1-1 0 0 0,0 1 0 0 0,4-2 0 0 0,-5 3-1 0 0,0 0 0 0 0,0 1 0 0 0,0-1 0 0 0,0 1 0 0 0,0 0 0 0 0,0 0 0 0 0,0 0 0 0 0,0 0 0 0 0,0 0 0 0 0,0 0 0 0 0,0 0 0 0 0,0 1 0 0 0,0-1 0 0 0,0 1 0 0 0,0-1 1 0 0,0 1-1 0 0,-1 0 0 0 0,1 0 0 0 0,0 0 0 0 0,3 2 0 0 0,-1-1-32 0 0,-2-1 109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5:11.92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217 0 715 0 0,'0'0'594'0'0,"-20"4"14635"0"0,59-3-6159 0 0,1 10-7604 0 0,47 30-2424 0 0,-86-40 1035 0 0,1 0-142 0 0,5 4 110 0 0,-6-4-44 0 0,-1-1 0 0 0,1 1 0 0 0,-1-1 0 0 0,1 1 0 0 0,-1 0 0 0 0,0-1 1 0 0,1 1-1 0 0,-1 0 0 0 0,0-1 0 0 0,0 1 0 0 0,1 0 0 0 0,-1-1 0 0 0,0 1 0 0 0,0 0 0 0 0,0 0 0 0 0,0-1 0 0 0,0 1 0 0 0,0 0 0 0 0,0 0 0 0 0,0-1 0 0 0,0 1 0 0 0,-1 0 1 0 0,1-1-1 0 0,0 1 0 0 0,0 0 0 0 0,-1-1 0 0 0,1 1 0 0 0,0 0 0 0 0,-1-1 0 0 0,1 1 0 0 0,0 0 0 0 0,-1-1 0 0 0,1 1 0 0 0,-1-1 0 0 0,1 1 0 0 0,-2 0 0 0 0,1 0 1 0 0,-9 11-555 0 0,0 0 1 0 0,-1-1-1 0 0,-1-1 1 0 0,0 1 0 0 0,0-2-1 0 0,-1 0 1 0 0,-26 14-1 0 0,-4 4-748 0 0,-73 56-9184 0 0,68-46 9874 0 0,41-31-1783 0 0,3 0 3542 0 0,4-6-829 0 0,0 1 0 0 0,-1 0 0 0 0,1-1 1 0 0,-1 1-1 0 0,1-1 0 0 0,-1 1 0 0 0,1-1 0 0 0,-1 1 0 0 0,1-1 0 0 0,-1 0 0 0 0,1 1 1 0 0,-1-1-1 0 0,0 0 0 0 0,1 1 0 0 0,-1-1 0 0 0,1 0 0 0 0,-1 0 0 0 0,0 1 0 0 0,1-1 1 0 0,-1 0-1 0 0,0 0 0 0 0,0 0 0 0 0,1 0 0 0 0,-1 0 0 0 0,0 0 0 0 0,1 0 1 0 0,-1 0-1 0 0,0 0 0 0 0,1 0 0 0 0,-1-1 0 0 0,0 1 0 0 0,1 0 0 0 0,-1 0 0 0 0,-1-1 1 0 0,-9-3-2784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5:12.572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701 12 1004 0 0,'0'0'1915'0'0,"-14"-11"14776"0"0,-3 29-15249 0 0,0 0-1 0 0,-35 28 1 0 0,42-39-1189 0 0,-1 0 0 0 0,0-1 1 0 0,0-1-1 0 0,0 0 0 0 0,0 0 0 0 0,-1-1 0 0 0,0 0 0 0 0,-13 2 1 0 0,21-5-254 0 0,-17 0 0 0 0,21-1 0 0 0,-2 0 0 0 0,0-1 0 0 0,0 1 0 0 0,0-1 0 0 0,0 1 0 0 0,0-1 0 0 0,0 0 0 0 0,0 0 0 0 0,0 0 0 0 0,1 0 0 0 0,-1 0 0 0 0,0-1 0 0 0,1 1 0 0 0,-1 0 0 0 0,1-1 0 0 0,-1 1 0 0 0,1-1 0 0 0,0 0 0 0 0,0 1 0 0 0,-1-1 0 0 0,1 0 0 0 0,-1-2 0 0 0,-6-59 0 0 0,6 71-71 0 0,-1-1 1 0 0,0 0 0 0 0,0 0 0 0 0,-1 0 0 0 0,-7 12 0 0 0,-32 45-637 0 0,-139 166-11515 0 0,100-135 11518 0 0,71-83 1138 0 0,-17 25-202 0 0,-10 9-1613 0 0,37-45 342 0 0,-3 14 806 0 0,2-11-4308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5:12.897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1 1293 0 0,'6'5'21563'0'0,"-1"0"-18226"0"0,-3-4-3361 0 0,22 1-1040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5:13.19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1 971 0 0,'1'1'15565'0'0,"4"5"-8776"0"0,1-1-3907 0 0,-5-4-2937 0 0,12 4-234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5:13.92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479 111 721 0 0,'0'0'1128'0'0,"-10"14"-316"0"0,4-9 4083 0 0,-25 7 9366 0 0,0-5-9864 0 0,26-6-4400 0 0,0-1 1 0 0,0 0 0 0 0,-1 0 0 0 0,1-1 0 0 0,0 1 0 0 0,0-1 0 0 0,0 0 0 0 0,0-1-1 0 0,0 1 1 0 0,0-1 0 0 0,0 0 0 0 0,1 0 0 0 0,-1-1 0 0 0,0 1 0 0 0,1-1 0 0 0,0 0-1 0 0,0 0 1 0 0,0 0 0 0 0,-6-7 0 0 0,9 9-41 0 0,0 0 44 0 0,1 1-1 0 0,-1-1 1 0 0,1 1-1 0 0,-1-1 1 0 0,1 1-1 0 0,0-1 1 0 0,-1 1-1 0 0,1-1 1 0 0,0 0-1 0 0,-1 1 1 0 0,1-1-1 0 0,0 0 1 0 0,0 1-1 0 0,-1-1 1 0 0,1 0-1 0 0,0 0 1 0 0,0 1-1 0 0,0-1 1 0 0,0 0-1 0 0,0 1 1 0 0,0-1-1 0 0,0 0 1 0 0,1 0-1 0 0,-1-18 24 0 0,2 14-28 0 0,-1-1-1 0 0,1 0 1 0 0,0 0-1 0 0,0 1 1 0 0,1 0 0 0 0,0-1-1 0 0,0 1 1 0 0,0 0-1 0 0,0 0 1 0 0,1 0 0 0 0,6-6-1 0 0,-9 10 45 0 0,19-3-14 0 0,-17 5-34 0 0,0 1 0 0 0,0-1 1 0 0,0 1-1 0 0,0 0 0 0 0,0 0 0 0 0,-1 0 1 0 0,1 0-1 0 0,-1 0 0 0 0,0 0 0 0 0,4 5 1 0 0,-2 1-333 0 0,-1-1 0 0 0,-1 1 1 0 0,1 0-1 0 0,-1 0 0 0 0,-1 0 1 0 0,0 0-1 0 0,0 0 0 0 0,0 0 1 0 0,-1 0-1 0 0,0 0 0 0 0,-1 0 1 0 0,1 0-1 0 0,-2 0 0 0 0,1 0 1 0 0,-1 0-1 0 0,0 0 0 0 0,-1-1 1 0 0,0 1-1 0 0,-6 11 0 0 0,3-6-693 0 0,-1 0-1 0 0,-1 0 0 0 0,0-1 1 0 0,0 0-1 0 0,-1-1 0 0 0,-1 1 0 0 0,0-2 1 0 0,0 1-1 0 0,-1-1 0 0 0,-14 9 0 0 0,-8 3 1091 0 0,-42 20-1 0 0,63-36-478 0 0,-1-1-1 0 0,1 0 1 0 0,-1-1 0 0 0,-1 0 0 0 0,1-1 0 0 0,0-1-1 0 0,-15 2 1 0 0,25-4 75 0 0,-1 0 1 0 0,1-1-1 0 0,-1 1 0 0 0,1-1 0 0 0,0 1 0 0 0,-1-1 1 0 0,1 0-1 0 0,-5-2 0 0 0,1-4-1189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5:14.26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560 2 1218 0 0,'5'-2'9672'0'0,"-12"8"-1052"0"0,-6 5-2715 0 0,2 0-5128 0 0,-8 11-750 0 0,-1 0-1 0 0,-1-1 1 0 0,-1-2 0 0 0,-28 21 0 0 0,-104 60-911 0 0,71-48-2327 0 0,51-31-51 0 0,-70 42-10318 0 0,101-63 12960 0 0,-21-1 1667 0 0,17 2 888 0 0,3-2-2050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5:14.62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33 18 1021 0 0,'0'0'2618'0'0,"15"9"1856"0"0,-16-9-3656 0 0,-15-11 13487 0 0,10-1-10908 0 0,3 9-7474 0 0,-9 12 2108 0 0,2 1 7596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5:17.09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2117 24 1089 0 0,'1'0'313'0'0,"-1"-1"0"0"0,0 1 0 0 0,0-1 0 0 0,1 1 0 0 0,-1 0 0 0 0,0-1 0 0 0,0 1 0 0 0,0-1 0 0 0,0 1-1 0 0,1-1 1 0 0,-1 1 0 0 0,0-1 0 0 0,0 1 0 0 0,0-1 0 0 0,0 1 0 0 0,0-1 0 0 0,0 1 0 0 0,0-1 0 0 0,0 1 0 0 0,0-1 0 0 0,-1 1 0 0 0,1-1 0 0 0,0 1 0 0 0,0 0 0 0 0,0-1 0 0 0,0 1 0 0 0,-1-1-1 0 0,1 1 1 0 0,0-1 0 0 0,-1 1 0 0 0,1 0 0 0 0,0-1 0 0 0,0 1 0 0 0,-1 0 0 0 0,1-1 0 0 0,-1 1 0 0 0,1 0 0 0 0,0-1 0 0 0,-1 1 0 0 0,1 0 0 0 0,-1 0 0 0 0,1 0 0 0 0,-1-1 0 0 0,1 1 0 0 0,0 0-1 0 0,-1 0 1 0 0,1 0 0 0 0,-1 0 0 0 0,1 0 0 0 0,-1 0 0 0 0,0 0 0 0 0,-31-6 8016 0 0,19 7-8288 0 0,0 1 0 0 0,1 0-1 0 0,-1 1 1 0 0,1 0 0 0 0,-1 1 0 0 0,1 1-1 0 0,1 0 1 0 0,-1 0 0 0 0,1 1-1 0 0,0 1 1 0 0,0 0 0 0 0,-13 10 0 0 0,14-10-48 0 0,5-4 5 0 0,0 1 1 0 0,1-1 0 0 0,-1 1 0 0 0,0 0 0 0 0,1 0 0 0 0,0 1 0 0 0,0-1 0 0 0,0 1 0 0 0,1 0 0 0 0,0 0-1 0 0,0 0 1 0 0,0 0 0 0 0,0 0 0 0 0,1 1 0 0 0,0-1 0 0 0,0 1 0 0 0,0 0 0 0 0,1 0 0 0 0,-1 0-1 0 0,2 0 1 0 0,-1-1 0 0 0,1 1 0 0 0,0 0 0 0 0,0 0 0 0 0,2 11 0 0 0,-2-16 2 0 0,0 1 0 0 0,1 0 0 0 0,-1 0 0 0 0,1-1 0 0 0,0 1 1 0 0,-1 0-1 0 0,1-1 0 0 0,0 1 0 0 0,0-1 0 0 0,0 1 0 0 0,0-1 0 0 0,0 1 1 0 0,0-1-1 0 0,1 0 0 0 0,-1 0 0 0 0,0 1 0 0 0,1-1 0 0 0,-1 0 0 0 0,1 0 0 0 0,-1 0 1 0 0,1-1-1 0 0,0 1 0 0 0,-1 0 0 0 0,1 0 0 0 0,0-1 0 0 0,-1 1 0 0 0,1-1 1 0 0,0 0-1 0 0,3 1 0 0 0,2-1-7 0 0,0 1 0 0 0,0-2 0 0 0,0 1 0 0 0,0-1 0 0 0,12-2 0 0 0,6-2-868 0 0,158-41-14516 0 0,-181 46 15454 0 0,7-3-279 0 0,0 1 4624 0 0,-17 8 5006 0 0,-23 12-8653 0 0,-1-1 0 0 0,-48 17-1 0 0,-72 17-8391 0 0,145-49 7106 0 0,-58 18-3043 0 0,-103 17 0 0 0,136-33 4508 0 0,-58 1 0 0 0,70-6 679 0 0,0-1-1 0 0,0 0 1 0 0,-36-10-1 0 0,49 10-498 0 0,0 0 0 0 0,0-1-1 0 0,0 0 1 0 0,0-1 0 0 0,-11-7-1 0 0,10 5-1056 0 0,1 0-1 0 0,0 0 1 0 0,0-1 0 0 0,1 0-1 0 0,0 0 1 0 0,0 0-1 0 0,-5-9 1 0 0,9 12-64 0 0,1 0 1 0 0,-1 1-1 0 0,1-1 1 0 0,0 0-1 0 0,0 0 1 0 0,0 0-1 0 0,0 0 1 0 0,1 0-1 0 0,0-1 0 0 0,0 1 1 0 0,0 0-1 0 0,0 0 1 0 0,0 0-1 0 0,1 0 1 0 0,0 0-1 0 0,1-5 1 0 0,2-3 5 0 0,0 0 0 0 0,0 0 0 0 0,12-19 0 0 0,-10 21-7 0 0,0 0 0 0 0,1 1 1 0 0,0 0-1 0 0,1 0 1 0 0,0 1-1 0 0,0 0 0 0 0,1 0 1 0 0,0 1-1 0 0,0 0 1 0 0,0 0-1 0 0,1 1 0 0 0,0 1 1 0 0,20-8-1 0 0,-29 12-25 0 0,22-2 56 0 0,-21 3-44 0 0,0 2 13 0 0,-1-2 1 0 0,0-1 0 0 0,0 1 0 0 0,0 0 0 0 0,-1 0 0 0 0,1 0 0 0 0,0 0 0 0 0,0 0 0 0 0,0 0 0 0 0,0 0-1 0 0,0 0 1 0 0,0 0 0 0 0,-1 0 0 0 0,1 0 0 0 0,0 1 0 0 0,0-1 0 0 0,0 0 0 0 0,0 1 0 0 0,-1-1 0 0 0,1 0 0 0 0,0 1 0 0 0,0-1 0 0 0,-1 1 0 0 0,1-1 0 0 0,0 1-1 0 0,-1 0 1 0 0,1-1 0 0 0,0 2 0 0 0,2-1 1 0 0,-1 1 1 0 0,1 0-1 0 0,0 0 0 0 0,-1 1 0 0 0,0-1 1 0 0,0 0-1 0 0,0 1 0 0 0,0-1 0 0 0,0 1 0 0 0,0 0 1 0 0,0 0-1 0 0,-1 0 0 0 0,0-1 0 0 0,1 1 1 0 0,0 4-1 0 0,0 0-1 0 0,-1-5-9 0 0,-3 23 19 0 0,-8 10-11 0 0,6-29-880 0 0,-1 1 0 0 0,1-1-1 0 0,-1 0 1 0 0,0 0-1 0 0,-1-1 1 0 0,1 1 0 0 0,-1-1-1 0 0,0 0 1 0 0,0-1 0 0 0,-1 1-1 0 0,-7 3 1 0 0,-44 20-4476 0 0,23-14 5815 0 0,23-9-482 0 0,0-1-1 0 0,0-1 0 0 0,-1 0 1 0 0,0 0-1 0 0,1-1 0 0 0,-17 0 1 0 0,22-2 159 0 0,1-1 0 0 0,-1 0 0 0 0,1 0 0 0 0,-1 0 0 0 0,1-1 0 0 0,0 1 0 0 0,-1-2 0 0 0,1 1 0 0 0,0-1 0 0 0,1 0 0 0 0,-1 0 0 0 0,0 0 1 0 0,1-1-1 0 0,-6-4 0 0 0,1-1 3247 0 0,0 0 0 0 0,0-1 0 0 0,-10-13 0 0 0,-2-8-3303 0 0,21 29-68 0 0,-6-13-15 0 0,6 13-26 0 0,-20 43 67 0 0,13-30-609 0 0,0 0-1 0 0,-1 0 1 0 0,0-1 0 0 0,-16 13-1 0 0,14-14-451 0 0,0-1 0 0 0,-1 0 0 0 0,1-1 1 0 0,-1-1-1 0 0,-1 0 0 0 0,1 0 0 0 0,-1-1 0 0 0,0-1 0 0 0,0 0 0 0 0,-1-1 0 0 0,1 0 0 0 0,-22 1 0 0 0,-27-6-152 0 0,0-11 3431 0 0,48 8-2410 0 0,0 0 1 0 0,1 0-1 0 0,-1-1 0 0 0,-20-14 1 0 0,30 17 219 0 0,0 0-1 0 0,-1 0 1 0 0,1-1 0 0 0,0 1 0 0 0,1-1-1 0 0,-1 0 1 0 0,1 0 0 0 0,0-1 0 0 0,0 1-1 0 0,0-1 1 0 0,0 1 0 0 0,1-1 0 0 0,0 0 0 0 0,0 0-1 0 0,-2-8 1 0 0,3 11-69 0 0,1-6 4923 0 0,-3-5-1940 0 0,-7 60 2890 0 0,-4 2-4239 0 0,-6 12-3754 0 0,-14 20-5533 0 0,15-44 6892 0 0,-2-1 0 0 0,-1-1 0 0 0,-1 0 0 0 0,-3-2 0 0 0,0-1 0 0 0,-2-2 0 0 0,-60 52 0 0 0,48-47 1054 0 0,-39 43 1 0 0,78-77-273 0 0,-27 24 14687 0 0,27-16-19750 0 0,-2 8 8800 0 0,-8-2-3769 0 0,-10 5 1363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5:28.49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18 8 651 0 0,'-18'-8'25550'0'0,"49"33"-25537"0"0,188 132-13 0 0,-205-143-10 0 0,0 0 0 0 0,0 1 0 0 0,-1 0 0 0 0,19 31 0 0 0,-19-27 13 0 0,-13-18 3 0 0,12 15 34 0 0,-54 10-217 0 0,2 1 0 0 0,-41 37 0 0 0,19-14-3917 0 0,17-18 254 0 0,-7 6-3314 0 0,21-11 5186 0 0,30-25 1937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5:29.55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585 46 1089 0 0,'2'11'20935'0'0,"1"3"-16749"0"0,3 12-4233 0 0,0 0 0 0 0,-1 1 0 0 0,1 31 0 0 0,-8 2-5713 0 0,1-58 5389 0 0,1-1 0 0 0,-1 0 1 0 0,0 1-1 0 0,1-1 0 0 0,-1 1 0 0 0,0-1 1 0 0,0 0-1 0 0,0 0 0 0 0,0 1 0 0 0,0-1 1 0 0,-1 0-1 0 0,1 0 0 0 0,0 0 0 0 0,0 0 0 0 0,-1 0 1 0 0,-1 0-1 0 0,-22 12-4999 0 0,24-12 5478 0 0,-11 3-103 0 0,0 0 0 0 0,-1 0 1 0 0,1-1-1 0 0,-1-1 1 0 0,0 0-1 0 0,0-1 1 0 0,1 0-1 0 0,-1-1 1 0 0,0 0-1 0 0,0-1 1 0 0,0-1-1 0 0,0 0 1 0 0,1-1-1 0 0,-1 0 0 0 0,1-1 1 0 0,0 0-1 0 0,0-1 1 0 0,0 0-1 0 0,1-1 1 0 0,0 0-1 0 0,0-1 1 0 0,0 0-1 0 0,1-1 1 0 0,0 0-1 0 0,0-1 1 0 0,1 0-1 0 0,-15-18 0 0 0,5-3 144 0 0,-18-37 0 0 0,13 21 345 0 0,12 23 733 0 0,-1-2 625 0 0,3 10 7572 0 0,9 13-8763 0 0,3 16 2165 0 0,-1-5-2784 0 0,1 0 0 0 0,0 0 0 0 0,0 0 0 0 0,1-1 0 0 0,7 16 0 0 0,26 41-4450 0 0,-21-40 1491 0 0,30 44-4732 0 0,4 5 6872 0 0,-48-73 1064 0 0,-1 1 1 0 0,1-1-1 0 0,-1 1 0 0 0,1-1 0 0 0,-1 1 0 0 0,1-1 0 0 0,-1 1 1 0 0,0-1-1 0 0,0 1 0 0 0,0-1 0 0 0,0 1 0 0 0,0-1 0 0 0,0 1 1 0 0,0 0-1 0 0,0-1 0 0 0,-1 1 0 0 0,1-1 0 0 0,-1 1 1 0 0,0 1-1 0 0,-1 1 30 0 0,0 0 1 0 0,0-1 0 0 0,0 1-1 0 0,-1-1 1 0 0,1 1 0 0 0,-7 5-1 0 0,-2 1 22 0 0,0 0-1 0 0,-1-1 1 0 0,-14 8 0 0 0,-44 23 4925 0 0,34-23-4518 0 0,-47 16-1 0 0,81-32-760 0 0,7 11-1030 0 0,-2-2 332 0 0,-2-8-1348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5:29.95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16 2 1078 0 0,'-2'0'13816'0'0,"-7"-1"-5876"0"0,9 1-7894 0 0,0 0 1 0 0,0 0 0 0 0,0 0 0 0 0,0 0-1 0 0,-1 0 1 0 0,1 0 0 0 0,0 0 0 0 0,0 0-1 0 0,0-1 1 0 0,0 1 0 0 0,0 0 0 0 0,0 0-1 0 0,0 0 1 0 0,-1 0 0 0 0,1 0 0 0 0,0 0-1 0 0,0 0 1 0 0,0 0 0 0 0,0 0-1 0 0,0 0 1 0 0,0 0 0 0 0,0 0 0 0 0,-1 0-1 0 0,1 0 1 0 0,0 0 0 0 0,0 1 0 0 0,0-1-1 0 0,0 0 1 0 0,0 0 0 0 0,0 0 0 0 0,0 0-1 0 0,0 0 1 0 0,-1 0 0 0 0,1 0 0 0 0,0 0-1 0 0,0 0 1 0 0,0 0 0 0 0,0 0 0 0 0,0 0-1 0 0,0 1 1 0 0,0-1 0 0 0,0 0-1 0 0,0 0 1 0 0,0 0 0 0 0,0 0 0 0 0,0 0-1 0 0,0 0 1 0 0,0 0 0 0 0,-1 1 0 0 0,1-1-1 0 0,0 0 1 0 0,0 0 0 0 0,0 0 0 0 0,0 0-1 0 0,0 0 1 0 0,0 0 0 0 0,0 0 0 0 0,1 1-1 0 0,-1-1 1 0 0,0 0 0 0 0,0 0 0 0 0,0 0-1 0 0,0 0 1 0 0,0 0 0 0 0,0 0-1 0 0,0 0 1 0 0,0 1 0 0 0,10 9 452 0 0,18 10-805 0 0,-26-19 256 0 0,0 0-228 0 0,-1 1 95 0 0,1 0 0 0 0,0-1 0 0 0,0 1-1 0 0,0-1 1 0 0,0 0 0 0 0,1 1 0 0 0,-1-1-1 0 0,0 0 1 0 0,0 0 0 0 0,1-1-1 0 0,-1 1 1 0 0,1 0 0 0 0,4 0 0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5:30.252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0 1112 0 0,'0'0'5926'0'0,"3"10"-2075"0"0,-1 1 9244 0 0,-1-2-9847 0 0,-2-2-3358 0 0,3 10-811 0 0,9-6 497 0 0,-3-3-3673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5:31.44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598 152 697 0 0,'2'-2'11867'0'0,"6"-10"-2539"0"0,-8 11-9260 0 0,0 1 0 0 0,0 0 0 0 0,0-1 0 0 0,0 1 0 0 0,-1-1 0 0 0,1 1 0 0 0,0-1 0 0 0,0 1 0 0 0,-1-1 0 0 0,1 1 0 0 0,0 0 0 0 0,0-1 0 0 0,-1 1 0 0 0,1 0 0 0 0,0-1 0 0 0,-1 1 0 0 0,1 0-1 0 0,-1-1 1 0 0,1 1 0 0 0,0 0 0 0 0,-1 0 0 0 0,1-1 0 0 0,-1 1 0 0 0,1 0 0 0 0,-1 0 0 0 0,1 0 0 0 0,-1 0 0 0 0,1 0 0 0 0,0 0 0 0 0,-1 0 0 0 0,1 0 0 0 0,-2 0 0 0 0,-9 13 1676 0 0,2-1-1409 0 0,-33 39-1186 0 0,-21 27-1853 0 0,56-69 2475 0 0,1 1 0 0 0,1 0 0 0 0,-1-1 0 0 0,2 1 0 0 0,-1 1 0 0 0,-3 14-1 0 0,7-23 204 0 0,-2 5-5410 0 0,6 20-981 0 0,3-15 6574 0 0,-1 0-1 0 0,1 0 1 0 0,1-1 0 0 0,0 0-1 0 0,10 11 1 0 0,2 6 6090 0 0,-14-23-5426 0 0,-1 1 0 0 0,0 0 0 0 0,-1 1 0 0 0,0-1 0 0 0,0 1-1 0 0,0-1 1 0 0,-1 1 0 0 0,0 0 0 0 0,0 0 0 0 0,-1 0 0 0 0,1 8 0 0 0,-1-11-821 0 0,-1 1 0 0 0,1 0 0 0 0,-2-1 0 0 0,1 1 0 0 0,0 0 0 0 0,-1-1 0 0 0,0 1 0 0 0,0-1 0 0 0,0 1 0 0 0,-1-1 0 0 0,1 1 0 0 0,-4 5 0 0 0,4-7 0 0 0,-3 6-348 0 0,-1 0 0 0 0,0 0 1 0 0,0 0-1 0 0,0-1 1 0 0,-1 1-1 0 0,-1-2 0 0 0,1 1 1 0 0,-1 0-1 0 0,-1-1 0 0 0,1-1 1 0 0,-1 1-1 0 0,0-1 1 0 0,-1 0-1 0 0,1-1 0 0 0,-1 0 1 0 0,0-1-1 0 0,0 1 1 0 0,-1-2-1 0 0,1 1 0 0 0,-1-1 1 0 0,0-1-1 0 0,0 0 1 0 0,0 0-1 0 0,0-1 0 0 0,0 0 1 0 0,0-1-1 0 0,-1 0 0 0 0,1-1 1 0 0,0 0-1 0 0,0 0 1 0 0,0-1-1 0 0,0 0 0 0 0,0-1 1 0 0,1 0-1 0 0,-1-1 1 0 0,1 0-1 0 0,0 0 0 0 0,0-1 1 0 0,0 0-1 0 0,-9-8 1 0 0,1 0 387 0 0,1 0 0 0 0,0-1 0 0 0,1-1 0 0 0,1 0 0 0 0,-21-29 1 0 0,29 34-29 0 0,0 0 1 0 0,0-1 0 0 0,1 1-1 0 0,1-1 1 0 0,0 0 0 0 0,0 0 0 0 0,1 0-1 0 0,0-1 1 0 0,1 1 0 0 0,1-1 0 0 0,-1-20-1 0 0,2 14-8 0 0,1-1 0 0 0,1 1-1 0 0,1-1 1 0 0,0 1 0 0 0,1 0-1 0 0,2 0 1 0 0,8-21-1 0 0,-3 15-62 0 0,1 1 0 0 0,1 0-1 0 0,1 1 1 0 0,27-33-1 0 0,-4 14-2354 0 0,1 1 0 0 0,52-40 0 0 0,-79 69 225 0 0,-3 2-459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5:33.41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257 115 334 0 0,'0'0'1831'0'0,"-2"-12"2360"0"0,1-1 11694 0 0,0-1-11949 0 0,-9-41-3907 0 0,9 53-50 0 0,0 1 21 0 0,1 0 0 0 0,0 0-1 0 0,-1 0 1 0 0,1 0 0 0 0,-1 1 0 0 0,1-1 0 0 0,-1 0 0 0 0,1 0-1 0 0,-1 0 1 0 0,0 0 0 0 0,1 1 0 0 0,-1-1 0 0 0,0 0-1 0 0,0 1 1 0 0,0-1 0 0 0,0 1 0 0 0,1-1 0 0 0,-1 1 0 0 0,0-1-1 0 0,0 1 1 0 0,0-1 0 0 0,0 1 0 0 0,0 0 0 0 0,0 0-1 0 0,0-1 1 0 0,0 1 0 0 0,0 0 0 0 0,0 0 0 0 0,-1 0 0 0 0,-29-1-6 0 0,29 1 28 0 0,-30 15-7887 0 0,18-7 4714 0 0,1 2 0 0 0,1-1 1 0 0,-15 16-1 0 0,21-18 3047 0 0,-1 1 0 0 0,1 0 0 0 0,1 0-1 0 0,0 0 1 0 0,0 1 0 0 0,-6 14 0 0 0,-30 102 757 0 0,41-124-615 0 0,0 35 139 0 0,0-36-138 0 0,0 1 0 0 0,0 0 0 0 0,0-1 0 0 0,0 1 0 0 0,0 0 0 0 0,1-1 1 0 0,-1 1-1 0 0,0 0 0 0 0,0-1 0 0 0,1 1 0 0 0,-1 0 0 0 0,0-1 0 0 0,1 1 0 0 0,-1-1 0 0 0,1 1 0 0 0,-1-1 0 0 0,1 1 0 0 0,-1-1 0 0 0,1 1 0 0 0,-1-1 1 0 0,2 1-1 0 0,8 3 4865 0 0,-7-3-2501 0 0,-1 0-640 0 0,11-1 175 0 0,4 1 6078 0 0,-14-1-7329 0 0,15-2-919 0 0,27-3 218 0 0,-43 4 9 0 0,18 4 6 0 0,-18-3-80 0 0,3 5 93 0 0,-1 0 0 0 0,0 0 1 0 0,0 1-1 0 0,0-1 0 0 0,-1 1 1 0 0,4 8-1 0 0,-6-12-28 0 0,11 43 31 0 0,-12-43-21 0 0,0 1-621 0 0,0 0 0 0 0,0 0 0 0 0,1 1-1 0 0,-1-1 1 0 0,1 0 0 0 0,0 0 0 0 0,0 0 0 0 0,0 0 0 0 0,2 5 0 0 0,4 15-3956 0 0,-2 15-1048 0 0,1 9 5810 0 0,5-6 6914 0 0,-10-39-6140 0 0,-1 12 410 0 0,2-2 4131 0 0,-2-10-4124 0 0,3 21-1376 0 0,-3-21 7 0 0,8 30-104 0 0,18-1-162 0 0,-23-29 230 0 0,-1 0 0 0 0,1 1 0 0 0,-1-1-1 0 0,1 1 1 0 0,-1 0 0 0 0,0-1 0 0 0,0 1 0 0 0,0 0 0 0 0,-1 0-1 0 0,1 0 1 0 0,-1 0 0 0 0,1 1 0 0 0,-1-1 0 0 0,0 0 0 0 0,0 0-1 0 0,0 7 1 0 0,-3 4 965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5:34.50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7 32 671 0 0,'0'0'62'0'0,"0"-1"-1"0"0,0 1 1 0 0,1 0-1 0 0,-1 0 1 0 0,0-1 0 0 0,0 1-1 0 0,0 0 1 0 0,0 0 0 0 0,1-1-1 0 0,-1 1 1 0 0,0 0-1 0 0,0 0 1 0 0,0-1 0 0 0,0 1-1 0 0,0 0 1 0 0,0 0-1 0 0,0-1 1 0 0,0 1 0 0 0,0 0-1 0 0,0-1 1 0 0,0 1 0 0 0,0 0-1 0 0,0 0 1 0 0,0-1-1 0 0,0 1 1 0 0,0 0 0 0 0,0-1-1 0 0,0 1 1 0 0,0 0-1 0 0,0 0 1 0 0,0-1 0 0 0,-1 1-1 0 0,1 0 1 0 0,0 0-1 0 0,0-1 1 0 0,0 1 0 0 0,0 0-1 0 0,-1 0 1 0 0,1-1 0 0 0,0 1-1 0 0,0 0 1 0 0,0 0-1 0 0,-1 0 1 0 0,1 0 0 0 0,0-1-1 0 0,0 1 1 0 0,-1 0-1 0 0,1 0 1 0 0,-1 0 0 0 0,-2-1 2977 0 0,21 4 16334 0 0,-8 7-19383 0 0,-10-9 48 0 0,-10-11-22 0 0,8 9-31 0 0,-2-12-38 0 0,4 13 53 0 0,0-1 0 0 0,0 1 1 0 0,0 0-1 0 0,0 0 0 0 0,0 0 0 0 0,0-1 0 0 0,0 1 0 0 0,0 0 1 0 0,0 0-1 0 0,0 0 0 0 0,0-1 0 0 0,0 1 0 0 0,1 0 0 0 0,-1 0 0 0 0,0 0 1 0 0,0 0-1 0 0,0-1 0 0 0,0 1 0 0 0,0 0 0 0 0,1 0 0 0 0,-1 0 1 0 0,0 0-1 0 0,0 0 0 0 0,0 0 0 0 0,0-1 0 0 0,1 1 0 0 0,-1 0 0 0 0,0 0 1 0 0,0 0-1 0 0,0 0 0 0 0,1 0 0 0 0,-1 0 0 0 0,0 0 0 0 0,0 0 1 0 0,1 0-1 0 0,-1 0 0 0 0,0 0 0 0 0,0 0 0 0 0,0 0 0 0 0,1 0 0 0 0,-1 0 1 0 0,0 0-1 0 0,0 0 0 0 0,0 0 0 0 0,1 0 0 0 0,-1 1 0 0 0,0-1 1 0 0,0 0-1 0 0,0 0 0 0 0,1 0 0 0 0,-1 0 0 0 0,0 0 0 0 0,0 0 0 0 0,0 1 1 0 0,0-1-1 0 0,0 0 0 0 0,1 0 0 0 0,19 16 55 0 0,-18-15-46 0 0,4-10-656 0 0,-6 8 619 0 0,0 0 0 0 0,0 1 0 0 0,0-1-1 0 0,0 1 1 0 0,1-1 0 0 0,-1 0 0 0 0,0 1 0 0 0,0-1 0 0 0,1 1 0 0 0,-1-1 0 0 0,1 1 0 0 0,-1-1 0 0 0,0 1 0 0 0,1-1 0 0 0,-1 1 0 0 0,1 0 0 0 0,-1-1 0 0 0,1 1 0 0 0,-1-1-1 0 0,1 1 1 0 0,-1 0 0 0 0,1-1 0 0 0,-1 1 0 0 0,1 0 0 0 0,0 0 0 0 0,2-1 2 0 0,0 1 0 0 0,0 0-1 0 0,0 0 1 0 0,0 0 0 0 0,0 0 0 0 0,0 1-1 0 0,0-1 1 0 0,3 2 0 0 0,-1 5-1859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5:20.347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59 53 842 0 0,'-3'-13'1357'0'0,"-11"-17"17630"0"0,8 20-18629 0 0,3 27 812 0 0,1-1-1 0 0,0 34 0 0 0,1-11-7 0 0,-5 48-2819 0 0,-10 121-5195 0 0,15-206 6613 0 0,-3 47 1526 0 0,8-52 4266 0 0,10-9-5700 0 0,-10 4-1098 0 0,-4 7-298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5:20.98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816 5 1126 0 0,'0'0'1906'0'0,"-24"-4"9411"0"0,21 3-8751 0 0,-20 2 6468 0 0,8 2-8955 0 0,0 1 0 0 0,0 1 0 0 0,-24 11 0 0 0,-4 0-130 0 0,6-4-23 0 0,-1-2 1 0 0,-1-2 0 0 0,0-1-1 0 0,0-2 1 0 0,0-2 0 0 0,0-1-1 0 0,-1-2 1 0 0,-48-7 0 0 0,72 4 166 0 0,0-1 1 0 0,-1 0 0 0 0,2-2-1 0 0,-1 1 1 0 0,0-2 0 0 0,-24-15 0 0 0,37 22-96 0 0,0-1 1 0 0,1 0-1 0 0,-1 1 1 0 0,0-1 0 0 0,0 1-1 0 0,0 0 1 0 0,0 0-1 0 0,0 0 1 0 0,1 0 0 0 0,-1 0-1 0 0,0 1 1 0 0,0-1-1 0 0,0 1 1 0 0,1 0 0 0 0,-1 0-1 0 0,0 0 1 0 0,-3 2-1 0 0,2 0-17 0 0,0-1-1 0 0,0 1 0 0 0,1 1 0 0 0,0-1 1 0 0,-1 0-1 0 0,1 1 0 0 0,0 0 0 0 0,1-1 0 0 0,-1 1 1 0 0,0 0-1 0 0,1 1 0 0 0,0-1 0 0 0,0 0 1 0 0,1 1-1 0 0,-1-1 0 0 0,1 1 0 0 0,-1 6 0 0 0,0 1-39 0 0,2 1 0 0 0,0 0 0 0 0,0 0 0 0 0,1 0 0 0 0,4 15 0 0 0,-5 5-1111 0 0,-3-17-863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5:21.66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490 22 1408 0 0,'-8'-3'21733'0'0,"8"25"-18660"0"0,1 14-3073 0 0,13 64 0 0 0,-2-12 0 0 0,-10-75 0 0 0,-1 0 0 0 0,-1 0 0 0 0,0 0 0 0 0,-1 0 0 0 0,0 0 0 0 0,-1 0 0 0 0,-1-1 0 0 0,0 1 0 0 0,0 0 0 0 0,-11 23 0 0 0,10-28-1 0 0,1 0 1 0 0,-1 0-1 0 0,-1 0 1 0 0,0 0-1 0 0,0-1 0 0 0,0 0 1 0 0,-1 0-1 0 0,0 0 1 0 0,0-1-1 0 0,-1 0 1 0 0,1 0-1 0 0,-2-1 1 0 0,1 0-1 0 0,0 0 1 0 0,-1 0-1 0 0,0-1 1 0 0,-15 6-1 0 0,11-7-251 0 0,0 1-1 0 0,0-2 0 0 0,0 0 1 0 0,0 0-1 0 0,-1-1 0 0 0,1 0 0 0 0,-1-1 1 0 0,1-1-1 0 0,-1 0 0 0 0,1 0 1 0 0,0-1-1 0 0,0-1 0 0 0,0 0 1 0 0,0-1-1 0 0,0 0 0 0 0,1-1 1 0 0,-1 0-1 0 0,-20-13 0 0 0,24 12 52 0 0,-1 0 0 0 0,1-1 0 0 0,0 1 0 0 0,1-1 0 0 0,-1-1 0 0 0,1 1 0 0 0,1-1 0 0 0,0-1 0 0 0,0 1-1 0 0,0-1 1 0 0,1 0 0 0 0,0 0 0 0 0,1-1 0 0 0,0 1 0 0 0,1-1 0 0 0,0 0 0 0 0,0 0 0 0 0,1 0 0 0 0,0 0 0 0 0,1-1 0 0 0,0 1-1 0 0,1 0 1 0 0,1-12 0 0 0,0 8 9 0 0,1 0 0 0 0,1 0 0 0 0,0 0 0 0 0,1 0 0 0 0,1 1 0 0 0,0 0 0 0 0,1 0 0 0 0,0 0 0 0 0,1 1 0 0 0,12-18 0 0 0,-7 14-570 0 0,0 2 0 0 0,1 0 0 0 0,1 0-1 0 0,0 1 1 0 0,1 1 0 0 0,0 1 0 0 0,21-13 0 0 0,-32 22 426 0 0,0 0 0 0 0,0 0 0 0 0,1 0 1 0 0,-1 1-1 0 0,0-1 0 0 0,5 0 0 0 0,0 0-563 0 0,-4 2-496 0 0,4 6 1626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5:22.14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28 5 1085 0 0,'-1'1'67'0'0,"1"-1"0"0"0,-1 0 1 0 0,1 1-1 0 0,-1-1 0 0 0,1 0 0 0 0,-1 1 0 0 0,0-1 1 0 0,1 0-1 0 0,-1 0 0 0 0,1 0 0 0 0,-1 1 0 0 0,0-1 0 0 0,1 0 1 0 0,-1 0-1 0 0,0 0 0 0 0,1 0 0 0 0,-1 0 0 0 0,0 0 1 0 0,1 0-1 0 0,-1 0 0 0 0,-12-8 15662 0 0,11 19-8560 0 0,2-6-7426 0 0,9 4 132 0 0,-4-5-669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5:49.54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313 1 825 0 0,'0'0'6613'0'0,"-9"6"-3185"0"0,9-6-3025 0 0,-1 0 0 0 0,0 0-1 0 0,1 0 1 0 0,-1 1 0 0 0,1-1 0 0 0,-1 0-1 0 0,1 0 1 0 0,-1 1 0 0 0,1-1 0 0 0,-1 1-1 0 0,1-1 1 0 0,-1 0 0 0 0,1 1 0 0 0,-1-1 0 0 0,1 1-1 0 0,-1-1 1 0 0,1 1 0 0 0,0-1 0 0 0,-1 1-1 0 0,1-1 1 0 0,0 1 0 0 0,0-1 0 0 0,-1 1-1 0 0,1 0 1 0 0,0-1 0 0 0,0 1 0 0 0,0-1 0 0 0,0 1-1 0 0,0 0 1 0 0,0 0 0 0 0,-2 16 2459 0 0,-7 19-2862 0 0,6-25-525 0 0,-1 0 1 0 0,0-1-1 0 0,-1 0 1 0 0,-1 0-1 0 0,1 0 1 0 0,-1-1 0 0 0,-1 1-1 0 0,0-2 1 0 0,0 1-1 0 0,-1-1 1 0 0,0 0-1 0 0,0 0 1 0 0,-1-1 0 0 0,-14 9-1 0 0,6-6-463 0 0,-1-1-1 0 0,0-1 1 0 0,-1-1 0 0 0,0-1-1 0 0,0 0 1 0 0,0-2 0 0 0,-23-1 10126 0 0,48-14-4366 0 0,2-1-4058 0 0,-1 4-553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5:50.36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51 10 769 0 0,'-7'-6'21869'0'0,"7"6"-21762"0"0,0-1-1 0 0,0 1 0 0 0,0 0 1 0 0,0 0-1 0 0,0 0 1 0 0,0 0-1 0 0,0-1 0 0 0,0 1 1 0 0,-1 0-1 0 0,1 0 1 0 0,0 0-1 0 0,0 0 1 0 0,0 0-1 0 0,0 0 0 0 0,-1-1 1 0 0,1 1-1 0 0,0 0 1 0 0,0 0-1 0 0,0 0 0 0 0,0 0 1 0 0,-1 0-1 0 0,1 0 1 0 0,0 0-1 0 0,0 0 0 0 0,0 0 1 0 0,-1 0-1 0 0,1 0 1 0 0,0 0-1 0 0,0 0 1 0 0,0 0-1 0 0,-1 0 0 0 0,1 0 1 0 0,0 0-1 0 0,0 0 1 0 0,0 0-1 0 0,0 0 0 0 0,-1 1 1 0 0,1-1-1 0 0,0 0 1 0 0,0 0-1 0 0,0 0 0 0 0,-4 21-999 0 0,3 15 893 0 0,6 38 0 0 0,0-6 0 0 0,-5 29-173 0 0,-22 173 1 0 0,13-226 551 0 0,0 12-419 0 0,9-54 37 0 0,-3 22-4932 0 0,9-32 8199 0 0,0-1-4971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6:00.195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23 29 1187 0 0,'0'0'924'0'0,"-9"-24"8429"0"0,9 24-9220 0 0,0 0-1 0 0,0-1 1 0 0,0 1 0 0 0,-1 0 0 0 0,1-1 0 0 0,0 1 0 0 0,0 0-1 0 0,-1 0 1 0 0,1-1 0 0 0,0 1 0 0 0,0 0 0 0 0,-1 0 0 0 0,1 0 0 0 0,0-1-1 0 0,0 1 1 0 0,-1 0 0 0 0,1 0 0 0 0,0 0 0 0 0,-1 0 0 0 0,1 0-1 0 0,0 0 1 0 0,-1-1 0 0 0,1 1 0 0 0,0 0 0 0 0,-1 0 0 0 0,1 0 0 0 0,0 0-1 0 0,-1 0 1 0 0,1 0 0 0 0,-1 0 0 0 0,1 0 0 0 0,0 1 0 0 0,-1-1-1 0 0,1 0 1 0 0,0 0 0 0 0,0 0 0 0 0,-1 0 0 0 0,1 0 0 0 0,0 1 0 0 0,-1-1-1 0 0,1 0 1 0 0,-1 1 0 0 0,1 16 7941 0 0,0-8-7110 0 0,4 15-964 0 0,0 0 0 0 0,1 0 0 0 0,1-1 0 0 0,1 1 0 0 0,2-2 0 0 0,0 1 0 0 0,1-1 0 0 0,23 37 0 0 0,-28-52 0 0 0,1 0 0 0 0,-1 0 0 0 0,1-1 0 0 0,0 0 0 0 0,14 11 0 0 0,1 1 0 0 0,-18-15-457 0 0,0 0 1 0 0,-1 1 0 0 0,1-1 0 0 0,0 1 0 0 0,-1 0 0 0 0,0-1 0 0 0,0 1 0 0 0,2 6-1 0 0,-3-19-621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6:00.52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325 0 1136 0 0,'-1'3'7391'0'0,"-2"19"444"0"0,-12 36 0 0 0,7-28-5818 0 0,-28 104-2208 0 0,-7-1 0 0 0,-65 140 0 0 0,74-194-2853 0 0,-18 37-5036 0 0,35-97 7350 0 0,11-13 8591 0 0,5-17-9424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6:01.06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0 214 1034 0 0,'0'0'769'0'0,"4"14"2050"0"0,1-6 3468 0 0,1-7-5584 0 0,-1 0 0 0 0,1 0-1 0 0,0 0 1 0 0,-1-1 0 0 0,1 0-1 0 0,0 0 1 0 0,-1 0 0 0 0,1-1-1 0 0,0 1 1 0 0,9-4 0 0 0,2-1 1822 0 0,-1 0 0 0 0,21-11 0 0 0,-27 12-2526 0 0,0-1 0 0 0,-1-1 1 0 0,0 0-1 0 0,0 0 0 0 0,0 0 1 0 0,-1-1-1 0 0,0 0 1 0 0,0-1-1 0 0,-1 0 0 0 0,0 0 1 0 0,0-1-1 0 0,-1 0 0 0 0,0 0 1 0 0,-1 0-1 0 0,0-1 0 0 0,7-17 1 0 0,-11 25-12 0 0,-1 0 0 0 0,1 1 0 0 0,0-1 0 0 0,-1 0 0 0 0,0 1 0 0 0,1-1 0 0 0,-1 0 0 0 0,0 0 0 0 0,0 0 0 0 0,0 1 0 0 0,0-1 0 0 0,0 0 0 0 0,-1 0 0 0 0,1 1 0 0 0,0-1 0 0 0,-1 0 0 0 0,0 0 0 0 0,1 1 0 0 0,-1-1 0 0 0,0 0 0 0 0,0 1 0 0 0,0-1 0 0 0,0 1-1 0 0,0-1 1 0 0,0 1 0 0 0,0 0 0 0 0,0-1 0 0 0,0 1 0 0 0,-1 0 0 0 0,1 0 0 0 0,-1 0 0 0 0,1 0 0 0 0,-1 0 0 0 0,1 0 0 0 0,-1 0 0 0 0,-1 0 0 0 0,-2-1-78 0 0,1 1 0 0 0,0-1 0 0 0,-1 1 0 0 0,1 0 0 0 0,-1 1 0 0 0,1-1 1 0 0,-1 1-1 0 0,1 0 0 0 0,-1 0 0 0 0,1 0 0 0 0,-1 1 0 0 0,-6 1 0 0 0,3 1-19 0 0,0-1 0 0 0,0 2 0 0 0,0-1 0 0 0,1 1 0 0 0,-1 1 0 0 0,-13 9 0 0 0,13-7-580 0 0,0 1 0 0 0,0-1 0 0 0,0 2 0 0 0,1-1 0 0 0,-6 10 0 0 0,5-7-547 0 0,1 1 0 0 0,1 0 0 0 0,0 1 0 0 0,1-1 0 0 0,0 1-1 0 0,1 0 1 0 0,0 0 0 0 0,1 1 0 0 0,-2 18 0 0 0,5-27 1543 0 0,-1 0-1 0 0,1 0 1 0 0,1 0 0 0 0,-1 0-1 0 0,1 0 1 0 0,-1 0-1 0 0,1-1 1 0 0,3 9-1 0 0,-3-10-370 0 0,1 0-1 0 0,-1 0 0 0 0,1 0 1 0 0,0 0-1 0 0,0 0 0 0 0,0-1 1 0 0,0 1-1 0 0,0-1 0 0 0,0 1 1 0 0,6 3-1 0 0,-4-3-136 0 0,1 0 0 0 0,0-1 0 0 0,0 0 0 0 0,0 0 0 0 0,-1 0 0 0 0,2 0 0 0 0,-1-1 0 0 0,0 0 0 0 0,0 0-1 0 0,0-1 1 0 0,1 1 0 0 0,-1-1 0 0 0,0 0 0 0 0,0 0 0 0 0,1-1 0 0 0,5-1 0 0 0,4-1-146 0 0,-1 0 0 0 0,1-2-1 0 0,-1 1 1 0 0,0-2 0 0 0,0 0 0 0 0,-1-1 0 0 0,0 0 0 0 0,0-1-1 0 0,-1 0 1 0 0,1-1 0 0 0,-2-1 0 0 0,1 0 0 0 0,-2 0-1 0 0,13-15 1 0 0,-7 8-404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6:01.44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214 44 665 0 0,'0'-20'1532'0'0,"-1"13"1964"0"0,-3 0 66 0 0,3 6-3153 0 0,0 0 0 0 0,1 1 0 0 0,-1-1 0 0 0,0 0 0 0 0,0 1 0 0 0,0-1 0 0 0,1 0 0 0 0,-1 1 0 0 0,0-1 0 0 0,0 1 0 0 0,0-1 0 0 0,0 1 1 0 0,0-1-1 0 0,0 1 0 0 0,0 0 0 0 0,0 0 0 0 0,0-1 0 0 0,0 1 0 0 0,0 0 0 0 0,0 0 0 0 0,0 0 0 0 0,0 0 0 0 0,0 0 0 0 0,0 0 0 0 0,0 1 0 0 0,-2-1 0 0 0,-12 5 5506 0 0,13-4-5916 0 0,-1-1 1 0 0,1 1 0 0 0,0 0 0 0 0,-1 0 0 0 0,1 1-1 0 0,0-1 1 0 0,0 0 0 0 0,0 1 0 0 0,0-1 0 0 0,0 1-1 0 0,0 0 1 0 0,1-1 0 0 0,-1 1 0 0 0,0 0 0 0 0,1 0 0 0 0,0 0-1 0 0,-1 1 1 0 0,1-1 0 0 0,0 0 0 0 0,0 0 0 0 0,0 1-1 0 0,0-1 1 0 0,1 0 0 0 0,-1 1 0 0 0,0 2 0 0 0,1 0 0 0 0,-1-1 0 0 0,1 1 0 0 0,0-1 0 0 0,1 1 0 0 0,-1-1 0 0 0,1 1 0 0 0,1 5 1 0 0,2 0-2 0 0,1 1 0 0 0,0-1 0 0 0,1 1 1 0 0,0-2-1 0 0,8 12 0 0 0,-6-10-1 0 0,-1 1 0 0 0,0-1 0 0 0,7 17 0 0 0,-12-24-2 0 0,0 0 1 0 0,-1-1-1 0 0,0 1 1 0 0,0 0-1 0 0,0 1 1 0 0,0-1-1 0 0,0 0 1 0 0,-1 0-1 0 0,1 0 0 0 0,-1 0 1 0 0,-1 1-1 0 0,1-1 1 0 0,0 0-1 0 0,-1 0 1 0 0,-1 6-1 0 0,-1-6-10 0 0,1 1 1 0 0,-1-1-1 0 0,0 0 0 0 0,0 0 1 0 0,0-1-1 0 0,-1 1 0 0 0,1-1 0 0 0,-1 1 1 0 0,0-1-1 0 0,0 0 0 0 0,0-1 0 0 0,0 1 1 0 0,-6 2-1 0 0,-46 23-2332 0 0,-33 5-7849 0 0,79-30 8722 0 0,8-2 1088 0 0,2-4-2475 0 0,4-11 764 0 0,5-7-4493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6:01.74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211 1 1466 0 0,'0'0'2329'0'0,"-5"1"-182"0"0,-9 5 9046 0 0,7 3-10280 0 0,0 1-1 0 0,0-1 1 0 0,0 1 0 0 0,1 0 0 0 0,1 1-1 0 0,-1-1 1 0 0,2 1 0 0 0,-7 23 0 0 0,-6 10-49 0 0,-71 178-864 0 0,82-207-69 0 0,0 0 0 0 0,2 0 0 0 0,-5 26 0 0 0,8-34 48 0 0,1-1 0 0 0,-1 0 0 0 0,1 0 0 0 0,1 0-1 0 0,-1 0 1 0 0,1 1 0 0 0,0-1 0 0 0,0 0 0 0 0,1 0-1 0 0,0 0 1 0 0,0-1 0 0 0,3 8 0 0 0,0-5 572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6:02.301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1 651 715 0 0,'0'0'376'0'0,"7"-22"5236"0"0,35-51 8702 0 0,2 0-9241 0 0,8-13-7282 0 0,-21 32-5714 0 0,44-102 1 0 0,-52 103 9347 0 0,-11 78-1316 0 0,-6-6-108 0 0,-1 0 1 0 0,5 38-1 0 0,-7-35 1161 0 0,0-1 0 0 0,10 29 0 0 0,-6-30-1547 0 0,1 0-1 0 0,0-1 1 0 0,2 0-1 0 0,0 0 1 0 0,19 25-1 0 0,-27-42 526 0 0,17 7 790 0 0,-10-15-789 0 0,-1 0-1 0 0,-1-1 1 0 0,1 0 0 0 0,-1 0 0 0 0,0-1 0 0 0,-1 1 0 0 0,0-2-1 0 0,0 1 1 0 0,0-1 0 0 0,6-13 0 0 0,4-15-116 0 0,17-54 0 0 0,4-10-258 0 0,-25 77-216 0 0,1 0 0 0 0,2 1 1 0 0,0 0-1 0 0,37-40 0 0 0,-51 62 348 0 0,0-1 0 0 0,0 1-1 0 0,0 0 1 0 0,0 0 0 0 0,0 0 0 0 0,0 0 0 0 0,0 0-1 0 0,1 0 1 0 0,-1 0 0 0 0,0 0 0 0 0,1 0 0 0 0,-1 1-1 0 0,0-1 1 0 0,1 0 0 0 0,-1 1 0 0 0,1-1-1 0 0,-1 1 1 0 0,1 0 0 0 0,-1-1 0 0 0,1 1 0 0 0,-1 0-1 0 0,1 0 1 0 0,0 0 0 0 0,-1 0 0 0 0,1 0 0 0 0,-1 1-1 0 0,1-1 1 0 0,-1 0 0 0 0,1 1 0 0 0,-1-1 0 0 0,1 1-1 0 0,-1-1 1 0 0,0 1 0 0 0,3 1 0 0 0,0 1 57 0 0,0 1 1 0 0,-1-1-1 0 0,1 1 1 0 0,-1-1-1 0 0,0 1 0 0 0,0 0 1 0 0,0 1-1 0 0,3 7 1 0 0,0-1-1263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6:02.721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255 19 1120 0 0,'-29'-12'4784'0'0,"26"11"-4023"0"0,-1 0 1 0 0,0 0 0 0 0,1 0-1 0 0,-1 0 1 0 0,0 0-1 0 0,0 1 1 0 0,0-1 0 0 0,0 1-1 0 0,0 0 1 0 0,0 1-1 0 0,1-1 1 0 0,-1 1 0 0 0,0-1-1 0 0,-6 3 1 0 0,-25 13 6336 0 0,13-1-5310 0 0,14-9-1788 0 0,-1 0 0 0 0,1 1 0 0 0,0 0 0 0 0,0 0 0 0 0,1 1 0 0 0,0 0 0 0 0,1 1 0 0 0,-1-1 0 0 0,2 1 0 0 0,-1 0 0 0 0,1 1 0 0 0,1-1 0 0 0,-1 1 0 0 0,-3 14 0 0 0,7-21-54 0 0,0-1 0 0 0,1 1 0 0 0,-1 0 0 0 0,1 0 0 0 0,-1 0 0 0 0,1 0 0 0 0,0 0 0 0 0,0-1 0 0 0,0 1 0 0 0,0 0 0 0 0,1 0 0 0 0,-1 0 0 0 0,1 0 0 0 0,-1-1 0 0 0,1 1 1 0 0,0 0-1 0 0,0 0 0 0 0,1-1 0 0 0,-1 1 0 0 0,0-1 0 0 0,1 1 0 0 0,0-1 0 0 0,-1 0 0 0 0,1 1 0 0 0,0-1 0 0 0,0 0 0 0 0,0 0 0 0 0,1 0 0 0 0,-1-1 0 0 0,0 1 0 0 0,1 0 0 0 0,-1-1 0 0 0,1 0 1 0 0,-1 0-1 0 0,1 1 0 0 0,0-1 0 0 0,-1-1 0 0 0,1 1 0 0 0,5 1 0 0 0,2-1-226 0 0,-1 0 0 0 0,0 0 0 0 0,0-1 0 0 0,1 0 0 0 0,-1 0 0 0 0,0-1 0 0 0,1 0-1 0 0,-1-1 1 0 0,17-6 0 0 0,-18 5-407 0 0,0-1 0 0 0,-1-1-1 0 0,1 1 1 0 0,-1-1-1 0 0,0-1 1 0 0,-1 1-1 0 0,1-1 1 0 0,-1 0 0 0 0,-1-1-1 0 0,1 0 1 0 0,4-7-1 0 0,-6 9 630 0 0,0-1 0 0 0,-1 0 0 0 0,1 0 0 0 0,-1 0 0 0 0,-1 0 0 0 0,1 0 0 0 0,-1 0 0 0 0,0-1 0 0 0,-1 0 0 0 0,1 1 0 0 0,-1-1 0 0 0,-1 0 0 0 0,1 1 0 0 0,-2-13 0 0 0,0 15-317 0 0,0 0-1 0 0,0 0 1 0 0,0 1-1 0 0,-1-1 1 0 0,1 1-1 0 0,-1-1 1 0 0,0 1-1 0 0,0 0 0 0 0,0-1 1 0 0,-1 1-1 0 0,1 0 1 0 0,-1 0-1 0 0,0 1 1 0 0,1-1-1 0 0,-1 1 1 0 0,-1-1-1 0 0,1 1 1 0 0,0 0-1 0 0,0 0 1 0 0,-1 0-1 0 0,1 0 1 0 0,-1 1-1 0 0,-4-2 1 0 0,-16-3-2740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4:04.00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87 21 964 0 0,'-2'-8'14066'0'0,"-1"-5"-7367"0"0,-2 25-5586 0 0,0 0 1 0 0,2 0 0 0 0,-5 19 0 0 0,4-2-1191 0 0,-1 41 0 0 0,1-7-178 0 0,-24 154-11964 0 0,18-145 9336 0 0,1-3 3579 0 0,9-66-696 0 0,0 5 4662 0 0,0 5-2515 0 0,1-6-5372 0 0,5-7 3803 0 0,9-2 5633 0 0,-2-4-2141 0 0,-10-2-7298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4:05.82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2055 3 769 0 0,'-2'0'13617'0'0,"-8"-2"-5318"0"0,10 2-8176 0 0,-1 0-1 0 0,0 0 1 0 0,0 0-1 0 0,0 1 1 0 0,1-1-1 0 0,-1 0 1 0 0,0 0-1 0 0,0 0 1 0 0,1 0-1 0 0,-1 1 1 0 0,0-1-1 0 0,0 0 1 0 0,1 1-1 0 0,-1-1 1 0 0,0 1-1 0 0,1-1 1 0 0,-1 1-1 0 0,0-1 1 0 0,1 1-1 0 0,-1-1 1 0 0,1 1-1 0 0,-1-1 1 0 0,1 1 0 0 0,-1 0-1 0 0,1-1 1 0 0,0 1-1 0 0,-1 0 1 0 0,1 0-1 0 0,0-1 1 0 0,-1 1-1 0 0,1 0 1 0 0,0 0-1 0 0,0-1 1 0 0,0 1-1 0 0,-1 1 1 0 0,0 14-1005 0 0,-1 5 882 0 0,-1 4-1 0 0,-9 44 1 0 0,12-68-55 0 0,0 1 1 0 0,-1 0-1 0 0,1 0 1 0 0,-1-1 0 0 0,0 1-1 0 0,1 0 1 0 0,-1-1-1 0 0,0 1 1 0 0,0 0-1 0 0,0-1 1 0 0,0 1-1 0 0,0-1 1 0 0,-1 0-1 0 0,1 1 1 0 0,0-1-1 0 0,-1 0 1 0 0,1 0-1 0 0,-1 0 1 0 0,1 0-1 0 0,-1 0 1 0 0,1 0-1 0 0,-1 0 1 0 0,0 0-1 0 0,1-1 1 0 0,-1 1-1 0 0,0-1 1 0 0,0 1-1 0 0,0-1 1 0 0,1 0-1 0 0,-1 1 1 0 0,-2-1-1 0 0,1 0-954 0 0,1 0 518 0 0,-6-2-876 0 0,-9-1-4659 0 0,10 1 6292 0 0,3-1 309 0 0,2 1-168 0 0,0 1 1 0 0,0 0-1 0 0,0-1 1 0 0,0 1-1 0 0,0-1 1 0 0,0 1-1 0 0,1-1 1 0 0,-1 0-1 0 0,1 0 0 0 0,-1 0 1 0 0,1 0-1 0 0,0 0 1 0 0,0 0-1 0 0,0 0 1 0 0,0 0-1 0 0,0 0 1 0 0,0 0-1 0 0,1-1 0 0 0,-1 1 1 0 0,1 0-1 0 0,-1-1 1 0 0,1 1-1 0 0,0-4 1 0 0,-2-10-407 0 0,2 11 7 0 0,1-19 0 0 0,-1-31-10 0 0,0 52 1 0 0,-2 32-24 0 0,-1-22-31 0 0,0-1 0 0 0,0 0 1 0 0,0 0-1 0 0,-1 0 0 0 0,0 0 0 0 0,0 0 1 0 0,0-1-1 0 0,-1 0 0 0 0,0 0 0 0 0,0 0 1 0 0,-11 8-1 0 0,-34 18-1403 0 0,18-18-4459 0 0,29-12 5447 0 0,0-1-1 0 0,0 1 1 0 0,0-1 0 0 0,0 1-1 0 0,0-1 1 0 0,0 0 0 0 0,0 0 0 0 0,-1 0-1 0 0,1 0 1 0 0,0-1 0 0 0,0 1-1 0 0,-5-3 1 0 0,4 2 328 0 0,0-1 1 0 0,0 0-1 0 0,0-1 0 0 0,0 1 0 0 0,0-1 1 0 0,0 0-1 0 0,0 0 0 0 0,1 0 0 0 0,0 0 1 0 0,0-1-1 0 0,0 1 0 0 0,-4-7 0 0 0,3 4 195 0 0,0 0 0 0 0,0-1 0 0 0,1 0 1 0 0,0 1-1 0 0,0-1 0 0 0,1 0 0 0 0,-1-1 0 0 0,2 1 0 0 0,-1 0 0 0 0,1 0 0 0 0,0-1 0 0 0,0-13 0 0 0,2 18-66 0 0,-3-14-66 0 0,2 12 14 0 0,-1 15 56 0 0,-1 0 28 0 0,-1 1-1 0 0,1-1 0 0 0,-2 0 0 0 0,0-1 0 0 0,0 1 0 0 0,0-1 1 0 0,-1 0-1 0 0,-1 0 0 0 0,0 0 0 0 0,0-1 0 0 0,0 1 0 0 0,-1-1 1 0 0,-1-1-1 0 0,1 0 0 0 0,-1 0 0 0 0,0 0 0 0 0,-1-1 0 0 0,1 0 1 0 0,-1-1-1 0 0,-10 5 0 0 0,17-9 300 0 0,1-1-1 0 0,-1 1 1 0 0,0 0 0 0 0,0-1 0 0 0,0 1-1 0 0,0-1 1 0 0,0 0 0 0 0,0 0 0 0 0,0 0-1 0 0,0 0 1 0 0,0 0 0 0 0,0 0 0 0 0,0 0-1 0 0,0-1 1 0 0,0 1 0 0 0,0-1 0 0 0,0 0-1 0 0,0 1 1 0 0,0-1 0 0 0,1 0 0 0 0,-1 0-1 0 0,0 0 1 0 0,-2-2 0 0 0,1 1 266 0 0,0-1 1 0 0,0 0 0 0 0,0 0 0 0 0,1-1-1 0 0,-1 1 1 0 0,1-1 0 0 0,-1 1-1 0 0,1-1 1 0 0,0 0 0 0 0,1 1-1 0 0,-1-1 1 0 0,-1-5 0 0 0,-2-6-585 0 0,-1-8-2 0 0,8-30 1 0 0,-1 51 3 0 0,-17 34 4 0 0,14-26-311 0 0,-2 1 1 0 0,1-1 0 0 0,-1 0 0 0 0,0 0 0 0 0,-1-1 0 0 0,1 1 0 0 0,-1-1 0 0 0,0 0-1 0 0,0 0 1 0 0,-1 0 0 0 0,1-1 0 0 0,-1 0 0 0 0,0 0 0 0 0,-7 3 0 0 0,-5 1-1408 0 0,0-1 1 0 0,-1 0 0 0 0,-28 5 0 0 0,21-5 813 0 0,-117 23 260 0 0,-216 18 0 0 0,92-26 7443 0 0,203-20-4538 0 0,0-3 0 0 0,-75-10 1 0 0,127 9-2268 0 0,-1-1 0 0 0,1 0 0 0 0,0-1 0 0 0,0 0 0 0 0,-12-6 0 0 0,22 9-17 0 0,-2-3 15 0 0,0 1 0 0 0,0-1-1 0 0,1 0 1 0 0,-1 0 0 0 0,-3-7 0 0 0,5 8-7 0 0,-2-3-41 0 0,1-1 1 0 0,0 0-1 0 0,0 0 0 0 0,1 0 0 0 0,0 0 1 0 0,0 0-1 0 0,1 0 0 0 0,-1-1 0 0 0,2 1 1 0 0,-1 0-1 0 0,1-1 0 0 0,0 1 0 0 0,1-1 1 0 0,-1 1-1 0 0,2-1 0 0 0,2-10 0 0 0,-4 17-1011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4:06.477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3 1140 0 0,'4'-2'12760'0'0,"-7"10"-3000"0"0,7 2-7210 0 0,-3-9-2554 0 0,20 17-1 0 0,-19-16-257 0 0,0-1 0 0 0,1 0 0 0 0,-1 1 0 0 0,1-1 0 0 0,0 0-1 0 0,-1 0 1 0 0,1 0 0 0 0,0-1 0 0 0,-1 1 0 0 0,1-1 0 0 0,4 1-1 0 0,9-2 2341 0 0,-14 0-1941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4:06.802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0 918 0 0,'1'1'16961'0'0,"5"6"-11113"0"0,-5-5-5525 0 0,1 0 0 0 0,1-1 0 0 0,-1 1 0 0 0,0 0-1 0 0,0-1 1 0 0,0 0 0 0 0,1 1 0 0 0,3 0 0 0 0,21 3-1077 0 0,26 0-548 0 0,-52-3-1036 0 0,-5 10-490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4:08.08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12 28 934 0 0,'0'0'5537'0'0,"-12"14"-5052"0"0,13-20-1175 0 0,0-2 10537 0 0,2-5 362 0 0,-1-1-10606 0 0,0 57 637 0 0,-2-42-458 0 0,18-7-1155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6:04.33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43 6 1173 0 0,'-12'-5'21473'0'0,"12"5"-20818"0"0,-2 1-496 0 0,1 0-1 0 0,0-1 0 0 0,0 1 0 0 0,0 0 1 0 0,1 0-1 0 0,-1 0 0 0 0,0 0 0 0 0,0 0 1 0 0,0 0-1 0 0,1 1 0 0 0,-1-1 1 0 0,1 0-1 0 0,-1 0 0 0 0,1 0 0 0 0,-1 1 1 0 0,1-1-1 0 0,-1 0 0 0 0,1 0 1 0 0,0 1-1 0 0,0-1 0 0 0,0 0 0 0 0,0 3 1 0 0,1 14-887 0 0,-1 15 728 0 0,-8 62 0 0 0,0 12 0 0 0,7-41-1946 0 0,1-63 1987 0 0,0 26-11439 0 0,1-26 11752 0 0,4 6-3746 0 0,-3-18-1559 0 0,-1-6 36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6:05.16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738 12 825 0 0,'0'0'5234'0'0,"-4"-8"-1552"0"0,3 8-3325 0 0,0-1 0 0 0,0 1 0 0 0,0-1 0 0 0,1 1 0 0 0,-1 0 1 0 0,0 0-1 0 0,0-1 0 0 0,0 1 0 0 0,0 0 0 0 0,0 0 0 0 0,0 0 0 0 0,0 0 1 0 0,1 0-1 0 0,-1 0 0 0 0,0 0 0 0 0,0 0 0 0 0,0 0 0 0 0,0 0 0 0 0,0 0 1 0 0,0 1-1 0 0,0-1 0 0 0,1 0 0 0 0,-1 1 0 0 0,0-1 0 0 0,0 1 1 0 0,0-1-1 0 0,1 1 0 0 0,-1-1 0 0 0,-1 2 0 0 0,-20 11 5402 0 0,-24 12-9509 0 0,-58 22 0 0 0,85-40 2807 0 0,0-1-1 0 0,0 0 1 0 0,-1-2 0 0 0,0 0 0 0 0,0-2 0 0 0,-29 1 0 0 0,18-3 5070 0 0,-18-3-3040 0 0,-2 1 1295 0 0,20 1 4118 0 0,28 1-6517 0 0,-26 5 10 0 0,-32 6 1400 0 0,55-9-2104 0 0,0 0 0 0 0,-1 0 1 0 0,1 1-1 0 0,0-1 0 0 0,-8 7 0 0 0,10-7-94 0 0,0 1-1 0 0,1 1 1 0 0,0-1 0 0 0,0 0-1 0 0,0 1 1 0 0,0-1 0 0 0,1 1-1 0 0,-1 0 1 0 0,1 0 0 0 0,0 0-1 0 0,0 0 1 0 0,0 0 0 0 0,0 1-1 0 0,1-1 1 0 0,0 0 0 0 0,0 1-1 0 0,0-1 1 0 0,1 1 0 0 0,-1-1-1 0 0,1 7 1 0 0,-1-2 31 0 0,-1 0 0 0 0,1 0 0 0 0,-2 0 0 0 0,1 0 0 0 0,-5 10 0 0 0,-3 4-977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6:06.47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258 493 722 0 0,'0'0'4988'0'0,"-5"7"-1368"0"0,4-7-3199 0 0,1 1 0 0 0,-1-1 0 0 0,1 0 1 0 0,-1 1-1 0 0,1-1 0 0 0,-1 0 0 0 0,1 1 0 0 0,0-1 1 0 0,-1 1-1 0 0,1-1 0 0 0,0 1 0 0 0,-1-1 1 0 0,1 1-1 0 0,0-1 0 0 0,0 1 0 0 0,-1-1 0 0 0,1 1 1 0 0,0-1-1 0 0,0 1 0 0 0,0-1 0 0 0,0 1 0 0 0,0-1 1 0 0,0 1-1 0 0,0 0 0 0 0,0-1 0 0 0,0 1 1 0 0,0-1-1 0 0,0 1 0 0 0,0-1 0 0 0,0 1 0 0 0,0-1 1 0 0,1 1-1 0 0,-1-1 0 0 0,0 2 0 0 0,4 12 1721 0 0,-1-5-2142 0 0,-1 1 0 0 0,0-1 0 0 0,0 1 0 0 0,-1 0 0 0 0,0-1 0 0 0,-2 15 0 0 0,1-23 0 0 0,0 0 0 0 0,0 1 0 0 0,-1-1 0 0 0,1 0 0 0 0,0 0 0 0 0,-1 1 0 0 0,1-1 0 0 0,-1 0 0 0 0,0 0 0 0 0,1 0 0 0 0,-1 0 0 0 0,0 0 0 0 0,0 0 0 0 0,1 0 0 0 0,-1 0 0 0 0,0 0 0 0 0,0 0 0 0 0,0 0 0 0 0,0 0 0 0 0,-1 0 0 0 0,1-1 0 0 0,0 1 0 0 0,0-1 0 0 0,0 1 0 0 0,0-1 0 0 0,-1 1 0 0 0,1-1 0 0 0,0 1 0 0 0,-1-1 0 0 0,0 0 0 0 0,-8 3-100 0 0,0 0 0 0 0,-1 0 0 0 0,1-2 1 0 0,-1 1-1 0 0,1-1 0 0 0,-1-1 0 0 0,0 0 1 0 0,1 0-1 0 0,-1-1 0 0 0,-11-2 1 0 0,14 2 85 0 0,6 0 56 0 0,-25-2-6219 0 0,22 2 2341 0 0,-3 0-1483 0 0,2-1 5269 0 0,-2-2 4252 0 0,-3 0 5391 0 0,9 3-9427 0 0,0 0 0 0 0,1 0 0 0 0,-1 0 0 0 0,0-1 0 0 0,0 1 0 0 0,0 0 0 0 0,1-1 0 0 0,-1 1 0 0 0,0-1 0 0 0,1 0 0 0 0,0 1 0 0 0,-1-1 0 0 0,1 0 0 0 0,0 0 0 0 0,0 0 0 0 0,0 0 0 0 0,0 0 0 0 0,0 0 0 0 0,-1-3-1 0 0,2-1-248 0 0,-1-1 1 0 0,1 1-1 0 0,0-1 0 0 0,0 1 0 0 0,1-1 0 0 0,-1 1 0 0 0,4-12 0 0 0,1-10-470 0 0,-1-57-5252 0 0,-2 19-992 0 0,2 21 6176 0 0,6-114 853 0 0,-7 84-106 0 0,-5 53-26 0 0,2 20-88 0 0,-1-1 0 0 0,1 0 1 0 0,0 1-1 0 0,0-1 0 0 0,0 0 0 0 0,0 0 0 0 0,1 1 1 0 0,-1-1-1 0 0,2-5 0 0 0,-1 6 14 0 0,2-1 1588 0 0,1-8-5298 0 0,-2 6-1307 0 0,-5 14 1818 0 0,0 1 371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6:07.422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11 0 847 0 0,'0'0'3443'0'0,"-7"19"12921"0"0,5-13-10576 0 0,1-1-4652 0 0,1 0-3710 0 0,0-1 3776 0 0,0-2-1214 0 0,16 18-1079 0 0,-4-5 171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6:08.15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30 947 0 0,'1'-6'523'0'0,"20"8"24192"0"0,-15 8-24728 0 0,-2-4 33 0 0,2-23-9 0 0,-6 15-27 0 0,16-12 19 0 0,-9 11-14 0 0,10 0 32 0 0,-15 2-63 0 0,0 2 1 0 0,8-3-205 0 0,3 3-6165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6:16.59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16 106 1078 0 0,'-4'2'11998'0'0,"-7"4"1107"0"0,66-6-13110 0 0,1-2 0 0 0,0-3 1 0 0,73-17-1 0 0,-19 4-316 0 0,-28 7 453 0 0,42-4-5414 0 0,45-6 677 0 0,-58 4 12470 0 0,-109 17-7838 0 0,18-2 2192 0 0,-14 2-8031 0 0,-12 10 10333 0 0,-8 5-3625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7:06.553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51 970 0 0,'0'-2'22032'0'0,"5"-3"-19991"0"0,7 1-1814 0 0,0 1 0 0 0,0 0 0 0 0,0 1 0 0 0,0 0 0 0 0,20 0 1 0 0,7-1-420 0 0,253-21 189 0 0,-289 24 2 0 0,17-1 145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7:17.27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227 530 309 0 0,'0'0'3107'0'0,"4"12"-1536"0"0,0 5 16145 0 0,-3-9-14545 0 0,0-5-3153 0 0,-1-1 1 0 0,0 0 0 0 0,0 0 0 0 0,1 0 0 0 0,-1 0 0 0 0,1 0 0 0 0,0 0 0 0 0,-1 0-1 0 0,1 0 1 0 0,0 0 0 0 0,0 0 0 0 0,1-1 0 0 0,-1 1 0 0 0,0 0 0 0 0,0-1 0 0 0,1 1 0 0 0,1 1-1 0 0,-2-2-18 0 0,12 9-4 0 0,-12-10 2 0 0,21-2 0 0 0,-20 2 8 0 0,-1 1-9 0 0,0 0 3 0 0,1 0-1 0 0,-1 0 1 0 0,1 0-1 0 0,-1-1 0 0 0,1 1 1 0 0,-1 0-1 0 0,1-1 1 0 0,-1 1-1 0 0,1-1 1 0 0,0 1-1 0 0,-1-1 1 0 0,1 0-1 0 0,-1 0 1 0 0,1 0-1 0 0,0 0 0 0 0,-1 0 1 0 0,1 0-1 0 0,2-1 1 0 0,-1 1 2 0 0,-1 0 7 0 0,20-19-20732 0 0,-21 17 20726 0 0,0 1-1 0 0,-1 0 0 0 0,0 0 0 0 0,1-1 1 0 0,-1 1-1 0 0,0 0 0 0 0,1 0 0 0 0,-1-1 1 0 0,0 1-1 0 0,0 0 0 0 0,0-1 0 0 0,0 1 1 0 0,0 0-1 0 0,-1-1 0 0 0,1 1 0 0 0,0 0 1 0 0,-1-3-1 0 0,0 2 5 0 0,0 0 12 0 0,2-2-137 0 0,-1-24 14927 0 0,0 22-13798 0 0,-2-14 4188 0 0,-2-7-5914 0 0,3 19 1164 0 0,0 6-450 0 0,-18-19 28 0 0,17 20-28 0 0,0 0 0 0 0,-1 1 0 0 0,1-1 1 0 0,0 0-1 0 0,0 1 0 0 0,-1 0 0 0 0,1-1 1 0 0,0 1-1 0 0,-1 0 0 0 0,1 0 1 0 0,0 0-1 0 0,-1 0 0 0 0,1 1 0 0 0,0-1 1 0 0,-1 1-1 0 0,1-1 0 0 0,0 1 0 0 0,0 0 1 0 0,-3 1-1 0 0,2-1-5 0 0,2 0-28 0 0,-7 17 63 0 0,8-16-13 0 0,-7 31-10 0 0,7-32-7 0 0,-1 0 0 0 0,1 0 0 0 0,0 1 0 0 0,-1-1 1 0 0,1 0-1 0 0,-1 0 0 0 0,1 0 0 0 0,-1 0 1 0 0,1 0-1 0 0,-1 0 0 0 0,0-1 0 0 0,1 1 0 0 0,-1 0 1 0 0,0 0-1 0 0,0 0 0 0 0,1-1 0 0 0,-1 1 1 0 0,0 0-1 0 0,0-1 0 0 0,-1 2 0 0 0,0-2-6 0 0,1 1-9 0 0,-33 14-42 0 0,13-14-6 0 0,-9 2-7860 0 0,29-3 7724 0 0,-1 1-24 0 0,-6 0-5592 0 0,-21 0 1208 0 0,-8-2 4010 0 0,35 1 615 0 0,-26-2 4 0 0,-5-14 347 0 0,32 15-241 0 0,-14-35 547 0 0,15 34-560 0 0,0-11 1432 0 0,0-4 3990 0 0,1-1-7036 0 0,3-13 4418 0 0,-1 3 1768 0 0,-3 26-4651 0 0,0 0 873 0 0,4-21 2313 0 0,5-29-1949 0 0,0-23-4665 0 0,-5 30-296 0 0,-2 28-480 0 0,-2 14 3353 0 0,0-29-3069 0 0,1-14 3290 0 0,-1 44 643 0 0,3-25 332 0 0,-3 16 59 0 0,5-18 10694 0 0,-5 27-11044 0 0,-4-19 769 0 0,10 26-1882 0 0,1 3 4372 0 0,-13 7-2479 0 0,-6 7-869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7:33.25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35 0 1075 0 0,'-19'5'21742'0'0,"10"16"-17903"0"0,8-19-3867 0 0,0 0 1 0 0,0 0-1 0 0,1 0 0 0 0,-1 0 1 0 0,0 0-1 0 0,1 0 0 0 0,-1 0 1 0 0,1 1-1 0 0,0-1 0 0 0,0 0 1 0 0,0 0-1 0 0,0 0 1 0 0,0 1-1 0 0,0-1 0 0 0,1 2 1 0 0,7 41 3 0 0,-7-43-62 0 0,3 4 112 0 0,-4-5-67 0 0,0-1-1 0 0,0 1 0 0 0,0-1 1 0 0,1 1-1 0 0,-1-1 0 0 0,0 0 1 0 0,0 1-1 0 0,0-1 1 0 0,1 1-1 0 0,-1-1 0 0 0,0 0 1 0 0,1 1-1 0 0,-1-1 0 0 0,0 0 1 0 0,0 1-1 0 0,1-1 0 0 0,-1 0 1 0 0,1 0-1 0 0,-1 1 0 0 0,0-1 1 0 0,1 0-1 0 0,-1 0 0 0 0,1 1 1 0 0,-1-1-1 0 0,1 0 1 0 0,3 0 94 0 0,0-1 0 0 0,-1 1 1 0 0,1-1-1 0 0,-1 0 1 0 0,1 0-1 0 0,-1 0 1 0 0,1-1-1 0 0,-1 1 0 0 0,0-1 1 0 0,1 0-1 0 0,-1 0 1 0 0,0 0-1 0 0,0 0 1 0 0,-1 0-1 0 0,1-1 1 0 0,0 1-1 0 0,4-7 0 0 0,-2 0 152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7:33.52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1 781 0 0,'0'0'4951'0'0,"1"13"-1127"0"0,0 7 5806 0 0,1-13-3636 0 0,2 9-4988 0 0,-2-6-995 0 0,10 13-25 0 0,-11-22-149 0 0,4-3-330 0 0,-4 2 398 0 0,-1 0 0 0 0,1 0 0 0 0,-1 0 1 0 0,1 0-1 0 0,-1 0 0 0 0,1 0 0 0 0,0 0 0 0 0,-1-1 1 0 0,1 1-1 0 0,-1 0 0 0 0,1 0 0 0 0,-1-1 0 0 0,1 1 1 0 0,-1 0-1 0 0,0-1 0 0 0,1 1 0 0 0,-1 0 0 0 0,1-1 1 0 0,-1 1-1 0 0,0-1 0 0 0,1 1 0 0 0,-1 0 0 0 0,1-2 1 0 0,-9-18 2453 0 0,0 14-1756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7:33.76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20 1 1252 0 0,'-14'1'23263'0'0,"14"0"-23196"0"0,-1-1 0 0 0,1 1 0 0 0,-1-1 0 0 0,1 1 0 0 0,-1-1 0 0 0,1 1-1 0 0,-1-1 1 0 0,1 1 0 0 0,0 0 0 0 0,0-1 0 0 0,-1 1 0 0 0,1 0 0 0 0,0-1 0 0 0,0 1 0 0 0,0 0 0 0 0,-1-1 0 0 0,1 1 0 0 0,0 0 0 0 0,0-1 0 0 0,0 1 0 0 0,0 0 0 0 0,0-1 0 0 0,0 1 0 0 0,1 1 0 0 0,-1 1-151 0 0,1 1 0 0 0,0-1 0 0 0,0 0 0 0 0,0 0 0 0 0,0 1 0 0 0,0-1 1 0 0,1 0-1 0 0,-1 0 0 0 0,1 0 0 0 0,0 0 0 0 0,4 4 0 0 0,-6-6 109 0 0,1 0-1 0 0,-1 0 1 0 0,0 0-1 0 0,0 0 1 0 0,0-1-1 0 0,0 1 1 0 0,0 0-1 0 0,0 0 1 0 0,0 0-1 0 0,-1 0 1 0 0,1-1-1 0 0,0 1 1 0 0,0 0-1 0 0,-1 0 1 0 0,1 0 0 0 0,0-1-1 0 0,-1 1 1 0 0,0 1-1 0 0,0 0 166 0 0,-9 21 186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7:32.53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1240 0 513 0 0,'0'0'4415'0'0,"20"5"16854"0"0,-6 31-21252 0 0,-9-17-28 0 0,-1-1 0 0 0,4 37 0 0 0,-3-16 2 0 0,-5-38 26 0 0,-1 7-35 0 0,2 13 46 0 0,-1-19-45 0 0,0 4 6 0 0,-3-2 0 0 0,5 15 5 0 0,-42-29-2974 0 0,37 9 2102 0 0,-1 1 1 0 0,1-1-1 0 0,0-1 0 0 0,0 1 1 0 0,-1 0-1 0 0,1-1 0 0 0,0 1 1 0 0,0-1-1 0 0,1 0 0 0 0,-1 0 1 0 0,0 0-1 0 0,1-1 0 0 0,-1 1 1 0 0,1 0-1 0 0,0-1 1 0 0,0 0-1 0 0,0 1 0 0 0,-3-6 1 0 0,-6-20-266 0 0,11 26 1166 0 0,-2-35-41 0 0,0 37-511 0 0,-3 9 3928 0 0,-15 23 5949 0 0,2-16-9710 0 0,-5-7-7674 0 0,2-8 4451 0 0,18-1 3660 0 0,1-1 1 0 0,-1 1-1 0 0,1-1 0 0 0,-1 0 0 0 0,1 0 1 0 0,-1 0-1 0 0,1 0 0 0 0,0 0 0 0 0,0-1 1 0 0,-1 1-1 0 0,1-1 0 0 0,0 1 0 0 0,0-1 1 0 0,0 0-1 0 0,1 0 0 0 0,-1 0 0 0 0,0 0 1 0 0,1 0-1 0 0,-1 0 0 0 0,1 0 1 0 0,0-1-1 0 0,-2-3 0 0 0,-5-13 2503 0 0,6 14-414 0 0,1 0 0 0 0,-1 0 0 0 0,1 0 0 0 0,0 0 0 0 0,0-11 0 0 0,1 14-2157 0 0,-1-12 3046 0 0,2 5-2805 0 0,-7 16-298 0 0,1 0-135 0 0,0 1 0 0 0,0-1 1 0 0,0 0-1 0 0,-1 0 0 0 0,0 0 1 0 0,0-1-1 0 0,-1 0 0 0 0,0 0 1 0 0,0-1-1 0 0,-1 0 1 0 0,-10 6-1 0 0,-18 3-6063 0 0,-4-5-5585 0 0,38-9 11773 0 0,-1-1 55 0 0,1 0 0 0 0,0 0 1 0 0,-1 0-1 0 0,1 0 1 0 0,0-1-1 0 0,0 1 0 0 0,0-1 1 0 0,0 1-1 0 0,0-1 1 0 0,0 0-1 0 0,0 0 0 0 0,1 0 1 0 0,-1 0-1 0 0,1 0 1 0 0,-1 0-1 0 0,1-1 0 0 0,0 1 1 0 0,0 0-1 0 0,0-1 1 0 0,0 1-1 0 0,0-1 0 0 0,0 1 1 0 0,1-1-1 0 0,-1 1 1 0 0,1-1-1 0 0,0-2 1 0 0,-3-51-46 0 0,3 54 94 0 0,-3-1 1365 0 0,-2-7 2998 0 0,-1 20 6924 0 0,-3 9-7602 0 0,9-16-3751 0 0,-1-1 0 0 0,0 1 0 0 0,0 0 0 0 0,-1 0 1 0 0,1-1-1 0 0,0 1 0 0 0,-1-1 0 0 0,0 1 0 0 0,0-1 0 0 0,1 0 1 0 0,-1 0-1 0 0,0 0 0 0 0,-1 0 0 0 0,1 0 0 0 0,0 0 1 0 0,-1 0-1 0 0,-4 2 0 0 0,-4 2-77 0 0,0-1 1 0 0,0 0-1 0 0,0-1 0 0 0,-1 0 1 0 0,0-1-1 0 0,-20 3 1 0 0,14-4 3 0 0,-1-2 1 0 0,1 0 0 0 0,-1-1-1 0 0,-25-5 1 0 0,3 2-2356 0 0,32 4 2322 0 0,0-1 0 0 0,1 0 0 0 0,-1 0 1 0 0,0-1-1 0 0,0 0 0 0 0,-10-4 0 0 0,17 5-467 0 0,1 1 384 0 0,0 0 0 0 0,0-1 0 0 0,0 1 0 0 0,0-1 0 0 0,0 1 0 0 0,0-1 0 0 0,0 0 0 0 0,0 1 0 0 0,0-1 0 0 0,0 0 0 0 0,1 1 0 0 0,-1-1 0 0 0,0 0 0 0 0,1 0 0 0 0,-1 0 0 0 0,0 0 0 0 0,1 0 0 0 0,-1 0 0 0 0,1 0 0 0 0,-1 0 0 0 0,1 0 0 0 0,0 0 0 0 0,-1 0 0 0 0,1 0 0 0 0,0-1 0 0 0,-3-8-7524 0 0,3 8 5873 0 0,0-1 1812 0 0,1 0 45 0 0,-1 1 1 0 0,1-1-1 0 0,-1 1 1 0 0,1-1-1 0 0,0 1 1 0 0,0-1-1 0 0,0 1 1 0 0,3-4-1 0 0,2-2 19 0 0,-5 7-14 0 0,0-1 0 0 0,1 0 0 0 0,-1 0 1 0 0,0 1-1 0 0,1-1 0 0 0,-1 1 0 0 0,1 0 0 0 0,0-1 0 0 0,-1 1 0 0 0,1 0 0 0 0,0 0 0 0 0,0 0 0 0 0,0 0 0 0 0,0 0 0 0 0,0 0 0 0 0,0 1 0 0 0,4-2 0 0 0,-7 10-96 0 0,-6 11 11797 0 0,0-15-3884 0 0,-8 13-6947 0 0,14-15-912 0 0,-12 27 68 0 0,-35 29-39 0 0,30-45 63 0 0,-1-2-50 0 0,16-9-276 0 0,-1 0-1 0 0,1-1 0 0 0,0 1 1 0 0,0-1-1 0 0,0 0 1 0 0,-1 0-1 0 0,1 0 0 0 0,-1 0 1 0 0,-5 0-1 0 0,3-1-1512 0 0,0-1 1 0 0,0 1-1 0 0,1-1 0 0 0,-1 0 1 0 0,1 0-1 0 0,-1-1 0 0 0,1 0 0 0 0,-6-2 1 0 0,8 3 1733 0 0,0-1 1 0 0,0 0-1 0 0,0 0 1 0 0,1 0 0 0 0,-1 0-1 0 0,1-1 1 0 0,-1 1-1 0 0,1-1 1 0 0,0 1 0 0 0,0-1-1 0 0,0 0 1 0 0,1 0-1 0 0,-1 0 1 0 0,0 0-1 0 0,1 0 1 0 0,0 0 0 0 0,0 0-1 0 0,0 0 1 0 0,-1-6-1 0 0,0-4 117 0 0,0 0-1 0 0,0 0 0 0 0,1-17 1 0 0,1 28-339 0 0,8-25 3015 0 0,-7 24-2675 0 0,0 1 1 0 0,1 0-1 0 0,-1 0 1 0 0,1 0-1 0 0,-1 0 0 0 0,1 0 1 0 0,0 1-1 0 0,-1-1 1 0 0,1 0-1 0 0,0 1 0 0 0,0 0 1 0 0,0-1-1 0 0,1 1 1 0 0,-1 0-1 0 0,0 0 0 0 0,0 0 1 0 0,1 0-1 0 0,-1 0 1 0 0,0 1-1 0 0,1-1 0 0 0,-1 1 1 0 0,1-1-1 0 0,-1 1 1 0 0,1 0-1 0 0,-1 0 0 0 0,1 0 1 0 0,3 1-1 0 0,-2 0 168 0 0,1 1 0 0 0,-1-1-1 0 0,0 1 1 0 0,0 0 0 0 0,0 0-1 0 0,-1 1 1 0 0,1-1 0 0 0,0 1-1 0 0,-1-1 1 0 0,0 1 0 0 0,1 0-1 0 0,-1 1 1 0 0,0-1 0 0 0,-1 0-1 0 0,4 5 1 0 0,-6-7 402 0 0,1 2-1280 0 0,0 0 22 0 0,-1-1 1 0 0,1 1-1 0 0,-1 0 0 0 0,0 0 1 0 0,0 0-1 0 0,0 0 0 0 0,-1-1 0 0 0,1 1 1 0 0,-1 3-1 0 0,-1-3 1116 0 0,1 1 0 0 0,-1-1 0 0 0,0 1 0 0 0,0-1 0 0 0,0 1 0 0 0,0-1 0 0 0,-1 0 0 0 0,1 0 0 0 0,-6 4-1 0 0,3-2-492 0 0,-1-1 0 0 0,0-1 0 0 0,1 1 0 0 0,-1-1 0 0 0,-7 3 0 0 0,-9 2-1846 0 0,1-1-1 0 0,-35 6 0 0 0,16-4 898 0 0,18-5 1007 0 0,20-4-34 0 0,-1 0 0 0 0,0 0-1 0 0,1 1 1 0 0,-1-1 0 0 0,1 1 0 0 0,-1-1 0 0 0,1 1 0 0 0,-1 0 0 0 0,1 0 0 0 0,0 0-1 0 0,-1 0 1 0 0,1 1 0 0 0,0-1 0 0 0,0 0 0 0 0,0 1 0 0 0,0 0 0 0 0,0-1 0 0 0,0 1 0 0 0,0 0-1 0 0,-1 2 1 0 0,3-4-20 0 0,-10 18 1957 0 0,-12 37 1 0 0,20-47-1717 0 0,0-1 0 0 0,0 1 1 0 0,1 0-1 0 0,0-1 0 0 0,1 1 1 0 0,0 0-1 0 0,0 0 0 0 0,1 9 1 0 0,75 453-2858 0 0,-70-435 1876 0 0,-4-21-204 0 0,1-1 1 0 0,0 1 0 0 0,7 20-1 0 0,-1-6-2595 0 0,-5-16 1019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7:34.383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5 1145 0 0,'0'0'873'0'0,"7"30"10674"0"0,-1-19-6295 0 0,3 2 2135 0 0,-8-12-7394 0 0,4 6 5 0 0,-5-6-7 0 0,0-1 1 0 0,0 1-1 0 0,0-1 1 0 0,0 1-1 0 0,1-1 1 0 0,-1 1 0 0 0,0-1-1 0 0,0 0 1 0 0,0 1-1 0 0,1-1 1 0 0,-1 1-1 0 0,0-1 1 0 0,1 1 0 0 0,-1-1-1 0 0,0 0 1 0 0,1 1-1 0 0,-1-1 1 0 0,0 0-1 0 0,1 1 1 0 0,-1-1 0 0 0,1 0-1 0 0,-1 0 1 0 0,1 1-1 0 0,-1-1 1 0 0,0 0-1 0 0,1 0 1 0 0,0 0 0 0 0,10-3 26 0 0,-1-1 1 0 0,1-1-1 0 0,-1 0 1 0 0,0 0-1 0 0,-1-1 1 0 0,1 0-1 0 0,-1-1 1 0 0,0 0 0 0 0,13-14-1 0 0,-14 13 52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7:34.53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6 0 798 0 0,'-1'3'15134'0'0,"-1"4"-7910"0"0,0 0-4709 0 0,1-4-6074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7:35.15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28 0 1019 0 0,'1'4'14133'0'0,"0"4"-7272"0"0,1 6-2671 0 0,-11 1-4210 0 0,9-14 19 0 0,0-1 0 0 0,-1 0 1 0 0,1 1-1 0 0,0-1 0 0 0,-1 0 1 0 0,1 0-1 0 0,0 0 0 0 0,-1 1 1 0 0,1-1-1 0 0,0 0 0 0 0,-1 0 1 0 0,1 0-1 0 0,0 0 0 0 0,-1 0 1 0 0,1 0-1 0 0,0 0 0 0 0,-1 0 1 0 0,1 0-1 0 0,-1 0 0 0 0,1 0 1 0 0,0 0-1 0 0,-1 0 0 0 0,1 0 0 0 0,-1 0 1 0 0,1 0-1 0 0,0 0 0 0 0,-1 0 1 0 0,1 0-1 0 0,0 0 0 0 0,-1-1 1 0 0,1 1-1 0 0,0 0 0 0 0,-1 0 1 0 0,1-1-1 0 0,0 1 0 0 0,-1 0 1 0 0,1 0-1 0 0,0-1 0 0 0,0 1 1 0 0,-1 0-1 0 0,1 0 0 0 0,0-1 1 0 0,0 1-1 0 0,0-1 0 0 0,0 1 1 0 0,-1 0-1 0 0,1-1 0 0 0,0 1 1 0 0,0 0-1 0 0,0-1 0 0 0,0 1 1 0 0,0 0-1 0 0,0-2 0 0 0,-4-20-4441 0 0,1 28 2466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7:42.298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2232 6 875 0 0,'8'-6'25335'0'0,"0"43"-25331"0"0,4 25-4 0 0,-4-16 0 0 0,-8 18-10 0 0,0-62-20 0 0,-15 24-10598 0 0,0-12 6228 0 0,-1-7 3356 0 0,14-6 1555 0 0,-1-1-1 0 0,1 1 0 0 0,-1-1 0 0 0,0 0 1 0 0,1 0-1 0 0,-1 0 0 0 0,1 0 1 0 0,-1 0-1 0 0,1-1 0 0 0,-1 1 0 0 0,1-1 1 0 0,-1 0-1 0 0,1 1 0 0 0,-1-1 0 0 0,1 0 1 0 0,-5-3-1 0 0,3 1 476 0 0,0 1 0 0 0,1-1 0 0 0,-1 0-1 0 0,0-1 1 0 0,1 1 0 0 0,0-1 0 0 0,0 1 0 0 0,-5-9 0 0 0,-1-3-1876 0 0,4 0-3312 0 0,5 13 3891 0 0,-9-20 4199 0 0,5 24-3883 0 0,1 1 0 0 0,-1 0 0 0 0,1 0 0 0 0,-1 0 0 0 0,1 0 0 0 0,0 1 0 0 0,0-1 1 0 0,0 1-1 0 0,0-1 0 0 0,1 1 0 0 0,-3 4 0 0 0,-11 15 13 0 0,7-14-614 0 0,-1 0 0 0 0,0-1 0 0 0,0 0 1 0 0,-1-1-1 0 0,0 0 0 0 0,0 0 1 0 0,-1-1-1 0 0,0-1 0 0 0,0 0 1 0 0,0-1-1 0 0,0 0 0 0 0,-1-1 0 0 0,-22 3 1 0 0,26-5 178 0 0,-1 0 0 0 0,1-1-1 0 0,0 0 1 0 0,-1-1 0 0 0,1 0 0 0 0,0 0 0 0 0,0-1 0 0 0,0-1 0 0 0,0 1 0 0 0,0-1 0 0 0,0-1 0 0 0,1 0 0 0 0,-1 0 0 0 0,1-1 0 0 0,0 1 0 0 0,0-2 0 0 0,1 1-1 0 0,0-1 1 0 0,-12-12 0 0 0,14 13 407 0 0,0-1 0 0 0,0 1 0 0 0,1-1 0 0 0,0 0-1 0 0,0-1 1 0 0,-4-7 0 0 0,7 12 23 0 0,0-12 2786 0 0,1 11-2102 0 0,0 1 0 0 0,0-1 0 0 0,0 1 1 0 0,0-1-1 0 0,1 1 0 0 0,-1-1 0 0 0,1 1 0 0 0,0-1 0 0 0,2-4 1 0 0,15-21 1300 0 0,-12 22-2229 0 0,-1 1-1 0 0,1 0 1 0 0,0-1-1 0 0,0 2 1 0 0,0-1 0 0 0,8-3-1 0 0,-12 7 198 0 0,4-1 5096 0 0,3-2-4036 0 0,10-3-7545 0 0,6 12 6968 0 0,-24-4 30 0 0,1 0-1 0 0,-1 0 0 0 0,1 0 1 0 0,-1 0-1 0 0,0 0 1 0 0,1 0-1 0 0,-1 0 0 0 0,0 1 1 0 0,0-1-1 0 0,0 0 1 0 0,2 4-1 0 0,-2-4 339 0 0,2 27-806 0 0,-3-22-28 0 0,0 0-1 0 0,-1 0 1 0 0,0 0-1 0 0,0 0 1 0 0,0 0 0 0 0,-1 0-1 0 0,0-1 1 0 0,-2 7-1 0 0,0-5-949 0 0,0 0 0 0 0,-1 0 0 0 0,0 0 1 0 0,0 0-1 0 0,0-1 0 0 0,-1 0 0 0 0,0 0 0 0 0,-10 8 0 0 0,2-4-1123 0 0,0 0 1 0 0,-1-1 0 0 0,-16 8 0 0 0,-17 4 2547 0 0,8-3-437 0 0,13-6-16 0 0,1-1-1 0 0,-31 8 0 0 0,7-5 19 0 0,26-7-19 0 0,-1 0 1 0 0,-27 3-1 0 0,-157 17-32 0 0,177-23-1 0 0,0 0 0 0 0,-40-2 0 0 0,55-3 131 0 0,1 0-1 0 0,-1-2 1 0 0,1 1 0 0 0,-1-2 0 0 0,1 0-1 0 0,-17-7 1 0 0,27 7-4 0 0,1 1 1 0 0,0-1-1 0 0,0-1 0 0 0,0 1 1 0 0,0-1-1 0 0,1 1 0 0 0,0-1 0 0 0,0-1 1 0 0,0 1-1 0 0,1-1 0 0 0,-1 1 1 0 0,1-1-1 0 0,1 0 0 0 0,-4-10 0 0 0,5 14-30 0 0,-3-10-1949 0 0,3 7 2038 0 0,3 16-191 0 0,3 15 205 0 0,-2 1 0 0 0,-1-1 1 0 0,-1 1-1 0 0,-4 47 0 0 0,1-54 1272 0 0,-2 0-1 0 0,0 1 1 0 0,-12 33 0 0 0,10-38 408 0 0,-1-1 1 0 0,-1 0 0 0 0,-11 17 0 0 0,9-18-1395 0 0,-1 0 0 0 0,0 0 0 0 0,-16 13 0 0 0,18-18-809 0 0,-1-1 1 0 0,0 0-1 0 0,0 0 1 0 0,-1-1-1 0 0,0-1 0 0 0,0 0 1 0 0,0 0-1 0 0,-1-1 0 0 0,0 0 1 0 0,0-1-1 0 0,-24 4 1 0 0,16-6-1186 0 0,0-1 0 0 0,0-1 0 0 0,0-1 0 0 0,-30-5 0 0 0,-79-22-593 0 0,109 22 2160 0 0,0-1 0 0 0,0 0 0 0 0,0-2 0 0 0,1 0 0 0 0,1-1 1 0 0,0-1-1 0 0,0-1 0 0 0,-17-14 0 0 0,30 21 9 0 0,-1 0 0 0 0,1-1 0 0 0,0 1 0 0 0,0-1 0 0 0,1 0 0 0 0,0-1 0 0 0,0 1 0 0 0,0-1 0 0 0,1 0 0 0 0,0 0 0 0 0,-3-9 0 0 0,5 10 37 0 0,0 0 0 0 0,0 0 0 0 0,1 0-1 0 0,-1 0 1 0 0,1 0 0 0 0,1 0-1 0 0,-1 0 1 0 0,1 0 0 0 0,0 0-1 0 0,1 0 1 0 0,-1 0 0 0 0,1 0 0 0 0,0 0-1 0 0,1 1 1 0 0,4-10 0 0 0,4-2-430 0 0,-1 2 0 0 0,2-1 0 0 0,0 1 0 0 0,1 1 0 0 0,0 0 0 0 0,1 1 1 0 0,1 1-1 0 0,16-12 0 0 0,4 1-524 0 0,1 1 1 0 0,62-28-1 0 0,-55 31-512 0 0,1 3 0 0 0,0 1-1 0 0,50-9 1 0 0,-44 15-872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7:42.823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 14 1466 0 0,'-2'10'24740'0'0,"1"-9"-24806"0"0,4-6-4368 0 0,-2 5 4307 0 0,-1-1 0 0 0,1 1 0 0 0,-1-1-1 0 0,1 0 1 0 0,-1 1 0 0 0,1-1 0 0 0,-1 0-1 0 0,0 1 1 0 0,1-1 0 0 0,-1 0 0 0 0,0 0-1 0 0,1 1 1 0 0,-1-1 0 0 0,0 0 0 0 0,0 0-1 0 0,0 0 1 0 0,0 0 0 0 0,-6-6 6925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7:43.223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40 6 1216 0 0,'0'-1'128'0'0,"0"1"1"0"0,0-1-1 0 0,0 1 0 0 0,0-1 1 0 0,0 1-1 0 0,-1 0 0 0 0,1-1 1 0 0,0 1-1 0 0,0-1 0 0 0,0 1 1 0 0,-1 0-1 0 0,-13 6 17825 0 0,15 7-16917 0 0,0-2 2535 0 0,0-9-2723 0 0,-13 14-6973 0 0,-3-9 12300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7:43.533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61 0 1807 0 0,'0'0'10067'0'0,"2"11"1068"0"0,-2 2-9689 0 0,-3-10-1271 0 0,0 1-1 0 0,0-1 1 0 0,-1 0-1 0 0,1 0 1 0 0,-1 0-1 0 0,0-1 1 0 0,0 1-1 0 0,-4 1 1 0 0,-19 9 13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7:44.138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9 33 1544 0 0,'-8'5'15042'0'0,"10"4"-7322"0"0,3 2-5812 0 0,-4-9-1909 0 0,-1 1 1 0 0,1-1 0 0 0,0 0-1 0 0,1 0 1 0 0,-1 0-1 0 0,0 0 1 0 0,1 0 0 0 0,-1 0-1 0 0,1-1 1 0 0,-1 1 0 0 0,1 0-1 0 0,0-1 1 0 0,0 1-1 0 0,3 1 1 0 0,-4-2-1 0 0,0-1 1 0 0,1 1-1 0 0,-1-1 1 0 0,1 0-1 0 0,-1 1 0 0 0,1-1 1 0 0,-1 0-1 0 0,1 0 0 0 0,0 0 1 0 0,-1 0-1 0 0,1 0 0 0 0,-1 0 1 0 0,1 0-1 0 0,-1-1 0 0 0,1 1 1 0 0,1-1-1 0 0,3-2 1 0 0,0 0-1 0 0,0 0 0 0 0,-1-1 1 0 0,0 0-1 0 0,0 0 1 0 0,0 0-1 0 0,5-5 0 0 0,-4 3 8 0 0,45-42-19 0 0,-50 47-37 0 0,13 28 93 0 0,-13-24-47 0 0,-1-1 1 0 0,1 1 0 0 0,1-1-1 0 0,-1 1 1 0 0,0-1 0 0 0,1 0 0 0 0,-1 0-1 0 0,1 0 1 0 0,-1 0 0 0 0,1 0-1 0 0,0 0 1 0 0,0 0 0 0 0,0 0 0 0 0,0-1-1 0 0,0 1 1 0 0,1-1 0 0 0,-1 0-1 0 0,0 1 1 0 0,1-1 0 0 0,-1 0-1 0 0,1 0 1 0 0,-1-1 0 0 0,1 1 0 0 0,3 0-1 0 0,-4 0-441 0 0,14-3-2392 0 0,-7 1-3118 0 0,-17-2 6057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7:44.43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15 21 1621 0 0,'0'-17'671'0'0,"0"14"2142"0"0,-11 14-1846 0 0,8-4 7140 0 0,3 10 3917 0 0,0-15-12044 0 0,7 11-92 0 0,-5-8-5784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7:45.94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1092 8 1280 0 0,'0'0'4647'0'0,"-7"-5"-722"0"0,7 4-3834 0 0,0 1 0 0 0,0 0 0 0 0,0 0 0 0 0,0 0 0 0 0,0 0 0 0 0,-1 0 0 0 0,1 0 0 0 0,0-1 0 0 0,0 1 0 0 0,0 0 0 0 0,0 0 0 0 0,-1 0 0 0 0,1 0 0 0 0,0 0-1 0 0,0 0 1 0 0,0 0 0 0 0,-1 0 0 0 0,1 0 0 0 0,0 0 0 0 0,0 0 0 0 0,0 0 0 0 0,-1 0 0 0 0,1 0 0 0 0,0 0 0 0 0,0 0 0 0 0,0 0 0 0 0,-1 0 0 0 0,1 0 0 0 0,0 0 0 0 0,0 1 0 0 0,0-1 0 0 0,0 0 0 0 0,-1 0-1 0 0,1 0 1 0 0,0 0 0 0 0,0 0 0 0 0,0 0 0 0 0,0 1 0 0 0,0-1 0 0 0,-1 0 0 0 0,1 0 0 0 0,0 0 0 0 0,0 0 0 0 0,0 0 0 0 0,0 1 0 0 0,0-1 0 0 0,0 0 0 0 0,0 0 0 0 0,0 0 0 0 0,0 1 0 0 0,0-1 0 0 0,0 0-1 0 0,0 0 1 0 0,0 0 0 0 0,0 1 0 0 0,0-1 0 0 0,0 0 0 0 0,0 0 0 0 0,-1 22 5221 0 0,6 9 372 0 0,1 80-9902 0 0,-6-107 3610 0 0,0-1 0 0 0,-1 0 0 0 0,1 0 0 0 0,-1 0 0 0 0,0 1 0 0 0,0-1 0 0 0,0 0 0 0 0,0 0 0 0 0,0 0 0 0 0,-1 0 0 0 0,0-1 1 0 0,1 1-1 0 0,-1 0 0 0 0,0-1 0 0 0,0 1 0 0 0,-4 2 0 0 0,3-2 453 0 0,0-1 0 0 0,-1 1 0 0 0,1-1 1 0 0,0 0-1 0 0,-1-1 0 0 0,0 1 0 0 0,1 0 0 0 0,-1-1 0 0 0,0 0 1 0 0,0 0-1 0 0,0 0 0 0 0,-4 0 0 0 0,2-1 191 0 0,0 1 0 0 0,1-1 1 0 0,-1-1-1 0 0,0 1 0 0 0,1-1 0 0 0,-1 0 0 0 0,0 0 1 0 0,1 0-1 0 0,0-1 0 0 0,-1 0 0 0 0,1 0 0 0 0,0 0 1 0 0,0-1-1 0 0,0 0 0 0 0,0 0 0 0 0,0 0 0 0 0,1-1 0 0 0,0 1 1 0 0,-5-6-1 0 0,3 4-55 0 0,1-1 1 0 0,0-1-1 0 0,0 1 1 0 0,1-1-1 0 0,0 0 1 0 0,0 0-1 0 0,0 0 1 0 0,1 0-1 0 0,0-1 1 0 0,1 1-1 0 0,0-1 1 0 0,-2-12-1 0 0,-1 10-41 0 0,5 10 59 0 0,-1 0 0 0 0,1 0 0 0 0,0 0 1 0 0,0 0-1 0 0,0 0 0 0 0,-1 0 0 0 0,1 0 0 0 0,0 0 1 0 0,0 0-1 0 0,0 0 0 0 0,-1 0 0 0 0,1 0 0 0 0,0 0 1 0 0,0 0-1 0 0,-1 0 0 0 0,1 0 0 0 0,0 0 0 0 0,0 0 1 0 0,0 0-1 0 0,0 0 0 0 0,-1 1 0 0 0,1-1 0 0 0,0 0 1 0 0,0 0-1 0 0,0 0 0 0 0,0 0 0 0 0,-1 0 0 0 0,1 1 0 0 0,0-1 1 0 0,0 0-1 0 0,0 0 0 0 0,0 0 0 0 0,0 1 0 0 0,0-1 1 0 0,0 0-1 0 0,-1 0 0 0 0,1 0 0 0 0,0 1 0 0 0,0-1 1 0 0,0 0-1 0 0,0 0 0 0 0,0 0 0 0 0,0 1 0 0 0,0-1 1 0 0,0 0-1 0 0,0 0 0 0 0,0 1 0 0 0,1-1 0 0 0,-4 9 2 0 0,1 0 0 0 0,-1 0 0 0 0,0-1 0 0 0,0 1 0 0 0,-1-1 0 0 0,-1 0 0 0 0,1 0-1 0 0,-1 0 1 0 0,0-1 0 0 0,-1 1 0 0 0,0-1 0 0 0,0-1 0 0 0,-1 1 0 0 0,1-1 0 0 0,-14 9 0 0 0,9-7 35 0 0,0-2 1 0 0,0 1-1 0 0,0-2 1 0 0,-1 1 0 0 0,0-2-1 0 0,0 1 1 0 0,0-2-1 0 0,0 1 1 0 0,-1-2 0 0 0,-20 3-1 0 0,30-5 28 0 0,0 0 0 0 0,0-1-1 0 0,0 1 1 0 0,0 0 0 0 0,0-1-1 0 0,1 0 1 0 0,-1 1 0 0 0,0-1-1 0 0,0 0 1 0 0,1-1 0 0 0,-1 1-1 0 0,1 0 1 0 0,-1-1 0 0 0,1 1-1 0 0,-1-1 1 0 0,1 0 0 0 0,0 0-1 0 0,0 0 1 0 0,0 0 0 0 0,0 0-1 0 0,0 0 1 0 0,0-1 0 0 0,1 1-1 0 0,-1-1 1 0 0,1 1 0 0 0,0-1-1 0 0,-1 1 1 0 0,1-1 0 0 0,-1-4-1 0 0,-2-7 38 0 0,1 1-1 0 0,0-1 1 0 0,1 0-1 0 0,-1-19 1 0 0,3 33-87 0 0,0-2-38 0 0,1-5 6503 0 0,1-6-3891 0 0,-1 8-1960 0 0,-2 17-112 0 0,1-5 10 0 0,-1 0 0 0 0,0 0-1 0 0,-1 0 1 0 0,0-1 0 0 0,-4 13 0 0 0,-22 34-1558 0 0,6-21-1507 0 0,-26 29 0 0 0,-17 11-2189 0 0,-37 32 1827 0 0,-69 76-1912 0 0,152-155 3090 0 0,-21 21-2195 0 0,24-32 1900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7:46.50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2 1007 0 0,'6'-1'11878'0'0,"-3"16"49"0"0,2-1-10547 0 0,-4-12-1465 0 0,16-3 82 0 0,-8 0-1880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7:46.75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0 1377 0 0,'11'7'2860'0'0,"0"12"18977"0"0,40-8-22893 0 0,-48-11-566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7:47.23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0 879 0 0,'16'1'1115'0'0,"-14"11"3250"0"0,-2-5-1208 0 0,0-5-839 0 0,3 6 426 0 0,8 6 5547 0 0,-5-6-4956 0 0,-6-7-3343 0 0,3-1-1609 0 0,-1 0 1717 0 0,1-1-1 0 0,-1 1 1 0 0,1-1-1 0 0,-1 1 1 0 0,1-1 0 0 0,-1 0-1 0 0,0 0 1 0 0,1 0-1 0 0,-1 0 1 0 0,4-3-1 0 0,1-2-1069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7:47.478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20 13 1411 0 0,'0'1'465'0'0,"-1"-1"0"0"0,1 0-1 0 0,0 1 1 0 0,-1-1 0 0 0,1 1 0 0 0,-1-1 0 0 0,1 0 0 0 0,-1 1-1 0 0,0-1 1 0 0,1 0 0 0 0,-1 0 0 0 0,1 1 0 0 0,-1-1-1 0 0,0 0 1 0 0,1 0 0 0 0,-1 0 0 0 0,1 0 0 0 0,-1 0-1 0 0,0 0 1 0 0,1 0 0 0 0,-1 0 0 0 0,0 0 0 0 0,1 0-1 0 0,-1 0 1 0 0,-4-3 6000 0 0,15 3-5410 0 0,9-1 3748 0 0,5-7-4860 0 0,-10 3 606 0 0,-12 4-1365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7:47.993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207 0 963 0 0,'0'0'422'0'0,"-9"7"48"0"0,1 0 262 0 0,-5 1 6656 0 0,3 1-7092 0 0,-1-1 3347 0 0,-1-1-2209 0 0,-3 4 917 0 0,-7 4-805 0 0,6-5 464 0 0,-1 3-111 0 0,2-1-201 0 0,0 1-336 0 0,-7 0-1362 0 0,0 3 0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7:49.26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1301 6 618 0 0,'0'0'4017'0'0,"-6"9"-234"0"0,0-2 4712 0 0,1 0-1409 0 0,1-2-3818 0 0,-5 13-5410 0 0,7-15 3228 0 0,-17 69-1110 0 0,15-56 15 0 0,0 0 0 0 0,-1 0 0 0 0,0 0 0 0 0,-10 20 0 0 0,14-35 49 0 0,-19 10-91 0 0,17-11 40 0 0,0 0 0 0 0,0-1 0 0 0,0 1-1 0 0,-1-1 1 0 0,1 0 0 0 0,0 0 0 0 0,0 0 0 0 0,1 0 0 0 0,-1 0 0 0 0,0 0 0 0 0,0-1 0 0 0,0 1-1 0 0,1-1 1 0 0,-1 0 0 0 0,1 0 0 0 0,0 0 0 0 0,-1 0 0 0 0,1-1 0 0 0,0 1 0 0 0,0 0-1 0 0,0-1 1 0 0,1 1 0 0 0,-3-5 0 0 0,-10-18-4030 0 0,12 22 3563 0 0,1 0 0 0 0,-1 1-1 0 0,0-1 1 0 0,1 0 0 0 0,-1 0-1 0 0,1 0 1 0 0,0 0 0 0 0,0-1 0 0 0,0 1-1 0 0,0-5 1 0 0,-5-29-5541 0 0,1-7 2464 0 0,3 65 14013 0 0,-5-1-4760 0 0,4-12-5189 0 0,-1 0 1 0 0,0 0-1 0 0,-1 0 1 0 0,0-1-1 0 0,-7 9 1 0 0,4-7-621 0 0,0-1 0 0 0,-1 0 0 0 0,0 0 0 0 0,-19 12 1 0 0,15-15-5906 0 0,-13-2 1428 0 0,14-1 2211 0 0,11-2 2152 0 0,0 0 0 0 0,0 0 0 0 0,0 0 0 0 0,-1 0 0 0 0,1 0 0 0 0,0 0 0 0 0,0-1 0 0 0,0 1 0 0 0,0 0-1 0 0,-1-1 1 0 0,1 1 0 0 0,0 0 0 0 0,0-1 0 0 0,0 1 0 0 0,0-1 0 0 0,-1 0 0 0 0,-24-23 264 0 0,22 20-87 0 0,-76-82 735 0 0,78 85-620 0 0,-9-11 3372 0 0,26 39 4207 0 0,-3 3-3388 0 0,0 20-2861 0 0,-7 2-4125 0 0,-4-31 367 0 0,-2-1 1 0 0,-1 1-1 0 0,-4 22 0 0 0,-11 19-154 0 0,11-50 2567 0 0,0 1 0 0 0,0-1 0 0 0,-1 0 0 0 0,0 0 0 0 0,-1-1 0 0 0,-1 0 0 0 0,0 0 0 0 0,0-1 1 0 0,-1 0-1 0 0,-12 9 0 0 0,6-7-29 0 0,0-1 1 0 0,-2 0-1 0 0,1-1 0 0 0,-1-1 1 0 0,0-1-1 0 0,-28 9 1 0 0,15-8-22 0 0,-1-2 1 0 0,0-1-1 0 0,-1-1 1 0 0,1-2 0 0 0,-1-1-1 0 0,0-1 1 0 0,1-2-1 0 0,-47-8 1 0 0,63 7 5 0 0,1-1-1 0 0,-1-1 1 0 0,0 0-1 0 0,1-2 1 0 0,0 1-1 0 0,1-2 1 0 0,-1 0-1 0 0,1-1 1 0 0,-17-12-1 0 0,26 16 58 0 0,0 0 0 0 0,0 0 0 0 0,0-1 0 0 0,1 0-1 0 0,0 0 1 0 0,0 0 0 0 0,0 0 0 0 0,1-1 0 0 0,0 1-1 0 0,0-1 1 0 0,0 0 0 0 0,0 0 0 0 0,1 0 0 0 0,0 0-1 0 0,0-1 1 0 0,1 1 0 0 0,0 0 0 0 0,0-1 0 0 0,1 1-1 0 0,-1-1 1 0 0,1 1 0 0 0,1-1 0 0 0,-1 1 0 0 0,1-1-1 0 0,3-10 1 0 0,0 3 328 0 0,0 0 1 0 0,1 0-1 0 0,1 0 0 0 0,0 1 0 0 0,10-15 0 0 0,-4 8-838 0 0,2 1 0 0 0,27-30-1 0 0,-7 15-1604 0 0,2 1 0 0 0,59-41 0 0 0,-61 52 489 0 0,1 1-1 0 0,37-17 1 0 0,-57 32-398 0 0,0 4-423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7:50.16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62 33 740 0 0,'-8'3'16164'0'0,"-9"7"-7588"0"0,17-10-8565 0 0,0 1 0 0 0,-1-1 1 0 0,1 0-1 0 0,0 1 0 0 0,0-1 0 0 0,-1 0 1 0 0,1 1-1 0 0,0-1 0 0 0,-1 0 0 0 0,1 0 1 0 0,0 0-1 0 0,-1 1 0 0 0,1-1 0 0 0,0 0 1 0 0,-1 0-1 0 0,1 0 0 0 0,-1 0 1 0 0,1 0-1 0 0,0 1 0 0 0,-1-1 0 0 0,1 0 1 0 0,-1 0-1 0 0,1 0 0 0 0,0 0 0 0 0,-1 0 1 0 0,1 0-1 0 0,-1-1 0 0 0,1 1 0 0 0,0 0 1 0 0,-1 0-1 0 0,1 0 0 0 0,-1 0 0 0 0,1 0 1 0 0,0-1-1 0 0,-1 1 0 0 0,1 0 1 0 0,0 0-1 0 0,-1 0 0 0 0,1-1 0 0 0,0 1 1 0 0,0 0-1 0 0,-1-1 0 0 0,1 1 0 0 0,0 0 1 0 0,-1-1-1 0 0,1 1 0 0 0,0 0 0 0 0,0-1 1 0 0,0 1-1 0 0,0 0 0 0 0,-1-1 0 0 0,1 1 1 0 0,0 0-1 0 0,0-1 0 0 0,0 1 0 0 0,0-1 1 0 0,0 1-1 0 0,0 0 0 0 0,0-1 1 0 0,0 1-1 0 0,0-1 0 0 0,0 1 0 0 0,0-1 1 0 0,0 0-1 0 0,-2-16-20 0 0,6 24 9 0 0,5 28 4 0 0,-8-33-25 0 0,2 23 42 0 0,-10-33-17 0 0,4 5-3 0 0,1 0-1 0 0,-1 0 0 0 0,1 0 0 0 0,0 0 0 0 0,0 0 0 0 0,0 0 0 0 0,0-1 0 0 0,0 1 0 0 0,1-1 1 0 0,-1 1-1 0 0,1-1 0 0 0,0 1 0 0 0,0-1 0 0 0,1 0 0 0 0,-1 0 0 0 0,1 0 0 0 0,0 1 0 0 0,0-1 1 0 0,0-5-1 0 0,4 1 0 0 0,1 12 0 0 0,1 15 0 0 0,-8 1-547 0 0,-4 4-2183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8:10.54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74 6 906 0 0,'0'0'877'0'0,"-18"5"11718"0"0,16-7-10056 0 0,-3-7 3764 0 0,22 19-3309 0 0,5 3-2994 0 0,-1-1 0 0 0,2-1 0 0 0,0-1 0 0 0,39 11 0 0 0,-43-14 0 0 0,53 14-13 0 0,-70-20-23 0 0,10 5 85 0 0,-3-2-59 0 0,-1 4 10 0 0,-8-7 0 0 0,1 0 1 0 0,0 0-1 0 0,-1 0 0 0 0,0 0 1 0 0,1 1-1 0 0,-1-1 0 0 0,0 0 1 0 0,1 0-1 0 0,-1 0 0 0 0,0 1 0 0 0,0-1 1 0 0,0 0-1 0 0,0 0 0 0 0,0 0 1 0 0,0 1-1 0 0,0-1 0 0 0,-1 0 1 0 0,1 0-1 0 0,0 0 0 0 0,-1 1 1 0 0,1-1-1 0 0,-1 0 0 0 0,1 0 1 0 0,-1 0-1 0 0,1 0 0 0 0,-1 0 1 0 0,0 0-1 0 0,0 0 0 0 0,1 0 1 0 0,-2 1-1 0 0,0 0 0 0 0,-7 9-57 0 0,-1 0 1 0 0,0 0 0 0 0,-1-1 0 0 0,-1 0 0 0 0,1-1 0 0 0,-26 15 0 0 0,-1 2-207 0 0,-20 10-1844 0 0,43-29-43 0 0,1 2-1 0 0,0 0 0 0 0,-23 20 0 0 0,-2 5-2899 0 0,38-32 5044 0 0,-7 1 587 0 0,1-1-2480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8:11.33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704 27 1249 0 0,'-2'8'719'0'0,"0"-8"1406"0"0,-2-14 4965 0 0,-4-6 5240 0 0,5 21-12150 0 0,1 1 0 0 0,0 0 0 0 0,0 0 0 0 0,0 0 0 0 0,0 0 0 0 0,0 0 0 0 0,1 0 0 0 0,-1 0 0 0 0,1 1 0 0 0,-1-1 0 0 0,1 0 1 0 0,0 1-1 0 0,0-1 0 0 0,-1 5 0 0 0,-7 22-180 0 0,-16 41 0 0 0,23-65 0 0 0,-1 0 0 0 0,0-1 0 0 0,0 1 0 0 0,0 0 0 0 0,0-1 0 0 0,-1 0 0 0 0,0 0 0 0 0,1 0 0 0 0,-2 0 0 0 0,-8 6 0 0 0,10-7 0 0 0,-1-1 0 0 0,0 0 0 0 0,1 0 0 0 0,-1 0 0 0 0,0-1 0 0 0,0 1 0 0 0,0-1 0 0 0,-1 0 0 0 0,1 0 0 0 0,0 0 0 0 0,0-1 0 0 0,-1 1 0 0 0,1-1 0 0 0,0 0 0 0 0,-1 0 0 0 0,1-1 0 0 0,0 1 0 0 0,0-1 0 0 0,-6-2 0 0 0,6 3-77 0 0,1-1 0 0 0,-1 0 1 0 0,0-1-1 0 0,1 1 0 0 0,-1 0 0 0 0,1-1 1 0 0,-1 0-1 0 0,1 0 0 0 0,0 0 1 0 0,0 0-1 0 0,0-1 0 0 0,0 1 1 0 0,0-1-1 0 0,0 1 0 0 0,1-1 0 0 0,-1 0 1 0 0,1 0-1 0 0,0-1 0 0 0,-4-5 1 0 0,3 3-154 0 0,0-1 1 0 0,1 0 0 0 0,-1 0 0 0 0,1 0 0 0 0,1 0-1 0 0,-1-1 1 0 0,1 1 0 0 0,0 0 0 0 0,1-8 0 0 0,0 12-280 0 0,0 2 560 0 0,-1-9 160 0 0,1-2 3124 0 0,0 10-2623 0 0,0 25-699 0 0,-1 0-19 0 0,-2-1 1 0 0,0 1 0 0 0,-1-1-1 0 0,-1 1 1 0 0,-2-1 0 0 0,0-1 0 0 0,-1 1-1 0 0,-1-1 1 0 0,-1-1 0 0 0,-17 27-1 0 0,-55 72-1268 0 0,-6-11-4813 0 0,80-98 5121 0 0,-27 31-2468 0 0,18-24 1952 0 0,2 1-1 0 0,0 0 0 0 0,2 1 1 0 0,-23 41-1 0 0,25-44-1530 0 0,4-9-517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8:11.663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12 1 1206 0 0,'-11'15'23244'0'0,"11"-12"-20823"0"0,2 2-3278 0 0,3 8 1050 0 0,5 3-1238 0 0,-9-16 1044 0 0,-1 1 1 0 0,1-1 0 0 0,-1 1-1 0 0,1-1 1 0 0,-1 1 0 0 0,1-1 0 0 0,-1 1-1 0 0,1-1 1 0 0,-1 1 0 0 0,0 0-1 0 0,1-1 1 0 0,-1 1 0 0 0,0-1 0 0 0,1 1-1 0 0,-1 0 1 0 0,0-1 0 0 0,0 1-1 0 0,0 0 1 0 0,1 0 0 0 0,-1-1 0 0 0,0 1-1 0 0,0 0 1 0 0,0-1 0 0 0,0 1-1 0 0,0 0 1 0 0,0 0 0 0 0,-1-1 0 0 0,1 1-1 0 0,0 0 1 0 0,0-1 0 0 0,-1 2-1 0 0,-6 6-702 0 0,-2 0 2468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8:11.93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0 1490 0 0,'0'2'15055'0'0,"1"10"-8272"0"0,-1-11-6605 0 0,0 1 1 0 0,0-1-1 0 0,1 1 1 0 0,-1-1-1 0 0,0 1 0 0 0,1-1 1 0 0,-1 0-1 0 0,1 1 1 0 0,-1-1-1 0 0,1 0 0 0 0,0 1 1 0 0,-1-1-1 0 0,1 0 1 0 0,0 0-1 0 0,0 1 1 0 0,0-1-1 0 0,1 1 0 0 0,0-1-233 0 0,-1 0 1 0 0,1-1-1 0 0,0 1 0 0 0,-1 0 0 0 0,1-1 0 0 0,-1 1 0 0 0,1-1 0 0 0,0 0 0 0 0,0 1 0 0 0,-1-1 0 0 0,1 0 0 0 0,0 0 1 0 0,-1 0-1 0 0,4-1 0 0 0,-1 1-62 0 0,19-1-3490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8:12.66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490 118 537 0 0,'0'0'1148'0'0,"-5"5"4101"0"0,-7 7-1603 0 0,-28 12 10250 0 0,22-14-12073 0 0,16-9-2029 0 0,1-1 209 0 0,-1 1 0 0 0,1-1 1 0 0,0 1-1 0 0,-1-1 0 0 0,1 0 1 0 0,0 0-1 0 0,-1 0 0 0 0,1 0 0 0 0,-1 0 1 0 0,1 0-1 0 0,-1 0 0 0 0,1 0 1 0 0,0 0-1 0 0,-1-1 0 0 0,1 1 1 0 0,0-1-1 0 0,-1 1 0 0 0,1-1 0 0 0,0 1 1 0 0,0-1-1 0 0,-1 0 0 0 0,1 0 1 0 0,0 1-1 0 0,0-1 0 0 0,-2-2 1 0 0,1 2-4 0 0,1-1 1 0 0,-1 0 0 0 0,0 1 0 0 0,1-1-1 0 0,-1 0 1 0 0,1 0 0 0 0,-1 0 0 0 0,1 0-1 0 0,0 0 1 0 0,-2-4 0 0 0,2 0-2 0 0,0 1-1 0 0,1-1 1 0 0,0 0 0 0 0,0 1 0 0 0,1-1-1 0 0,-1 0 1 0 0,1 1 0 0 0,0-1 0 0 0,4-8-1 0 0,-2 6 1 0 0,1 1 0 0 0,0 0 0 0 0,0 1 0 0 0,1-1 0 0 0,-1 1-1 0 0,2 0 1 0 0,-1 0 0 0 0,7-6 0 0 0,-10 10-54 0 0,15-1 56 0 0,-16 3 1 0 0,0-1 0 0 0,0 1 0 0 0,-1 0 0 0 0,1 0 0 0 0,0-1 0 0 0,0 1 0 0 0,0 0 0 0 0,0 0 0 0 0,0 0-1 0 0,-1 0 1 0 0,1 0 0 0 0,0 0 0 0 0,0 0 0 0 0,0 0 0 0 0,0 0 0 0 0,0 0 0 0 0,0 0 0 0 0,-1 0 0 0 0,1 1 0 0 0,0-1-1 0 0,0 0 1 0 0,0 1 0 0 0,0-1 0 0 0,-1 1 0 0 0,1-1 0 0 0,0 1 0 0 0,-1-1 0 0 0,1 1 0 0 0,0-1 0 0 0,-1 1 0 0 0,1 0-1 0 0,0-1 1 0 0,-1 1 0 0 0,1 0 0 0 0,-1-1 0 0 0,0 1 0 0 0,1 0 0 0 0,-1 0 0 0 0,1 0 0 0 0,-1 0 0 0 0,0-1 0 0 0,0 1-1 0 0,1 0 1 0 0,-1 0 0 0 0,0 0 0 0 0,0 1 0 0 0,2 10-34 0 0,0 0 0 0 0,0 0 0 0 0,-1 1 0 0 0,-1-1 0 0 0,0 0 0 0 0,-1 0 0 0 0,0 0 0 0 0,-4 17 0 0 0,-11 36-2456 0 0,-5-6-4130 0 0,18-51 5637 0 0,0-1 0 0 0,-1 0-1 0 0,0-1 1 0 0,0 1 0 0 0,-1-1 0 0 0,-10 12-1 0 0,5-8 547 0 0,0-1-1 0 0,-1 0 1 0 0,-16 10 0 0 0,-4 0 446 0 0,-1-3 0 0 0,-36 15 0 0 0,46-23-737 0 0,1 0 1 0 0,-2-1-1 0 0,-43 8 1 0 0,62-14 523 0 0,1-1-1 0 0,0 0 1 0 0,0 0 0 0 0,-1 0 0 0 0,1 0 0 0 0,0 0 0 0 0,0-1 0 0 0,-1 1-1 0 0,1-1 1 0 0,0 0 0 0 0,0 0 0 0 0,0 0 0 0 0,0 0 0 0 0,0-1-1 0 0,0 1 1 0 0,-3-3 0 0 0,-2-5-998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8:12.95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556 0 920 0 0,'0'2'6493'0'0,"-6"13"10030"0"0,4-10-14245 0 0,-12 15-2278 0 0,0-2 0 0 0,-17 19 0 0 0,9-12 0 0 0,7-8-644 0 0,-1-1 1 0 0,0-1-1 0 0,-1 0 1 0 0,-1-1-1 0 0,-29 17 1 0 0,-101 44-6864 0 0,-1 1 2486 0 0,118-62-849 0 0,24-12 6716 0 0,5-1-2035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8:13.18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26 1 2085 0 0,'0'0'4361'0'0,"-22"2"15292"0"0,18 11-27813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8:14.78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39 0 482 0 0,'0'2'12930'0'0,"-1"7"-3945"0"0,-2 1-5140 0 0,-6-7-4059 0 0,-2-2 396 0 0,9-1-190 0 0,-4 9-525 0 0,-1-1 1078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8:16.90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2026 26 510 0 0,'-2'-2'10840'0'0,"-4"-1"-6064"0"0,-12-8-897 0 0,6 4-1231 0 0,5 5 253 0 0,-8 2-2241 0 0,10-1-660 0 0,-1 1 0 0 0,0 1 0 0 0,0-1 0 0 0,0 1 0 0 0,0 0 0 0 0,0 0 0 0 0,0 1 0 0 0,1 0 0 0 0,-1 0 0 0 0,1 0 0 0 0,-1 1 0 0 0,1-1 0 0 0,0 1 0 0 0,0 1 0 0 0,0-1 0 0 0,-8 8 0 0 0,8-8-4 0 0,1 1 1 0 0,1-1-1 0 0,-1 1 1 0 0,0 0 0 0 0,1 0-1 0 0,0 0 1 0 0,-4 5 0 0 0,6-5 3 0 0,-1 0 1 0 0,1 0-1 0 0,1 0 0 0 0,-1 0 1 0 0,0 0-1 0 0,1 0 1 0 0,0 0-1 0 0,0 0 1 0 0,0 0-1 0 0,1 6 1 0 0,-1-7 0 0 0,1-1 0 0 0,-1 1 0 0 0,0 0 0 0 0,1-1 0 0 0,0 1 0 0 0,0-1-1 0 0,0 1 1 0 0,0-1 0 0 0,0 1 0 0 0,0-1 0 0 0,1 0 0 0 0,-1 1 0 0 0,1-1 0 0 0,-1 0 0 0 0,1 0 0 0 0,0 0 0 0 0,0 0 0 0 0,0-1 0 0 0,0 1 0 0 0,0 0 0 0 0,0-1-1 0 0,1 0 1 0 0,-1 1 0 0 0,0-1 0 0 0,1 0 0 0 0,-1 0 0 0 0,1 0 0 0 0,3 0 0 0 0,4 1-2 0 0,-1 0 0 0 0,1-1 1 0 0,0-1-1 0 0,0 1 0 0 0,0-2 0 0 0,12-1 1 0 0,41-3-4054 0 0,28-4-7668 0 0,-33 0 7903 0 0,-37 3 7381 0 0,1-2 9220 0 0,-39 15-9531 0 0,-135 48-5491 0 0,-84 10-5414 0 0,20-6 2813 0 0,148-40 2118 0 0,31-10 2690 0 0,1-2-1 0 0,-57 3 1 0 0,79-8 28 0 0,10-2 75 0 0,-1 1 0 0 0,1-1 0 0 0,0 0 0 0 0,0 0 0 0 0,-1 0 0 0 0,1-1 0 0 0,0 1 0 0 0,-4-2 0 0 0,2 1-67 0 0,0 0 1 0 0,0 0-1 0 0,0 0 0 0 0,-1 1 1 0 0,-10 1-1 0 0,11-1-15 0 0,1 0 1 0 0,-1 0-1 0 0,0 0 0 0 0,0 0 0 0 0,1-1 0 0 0,-1 0 0 0 0,0 0 0 0 0,-5-3 0 0 0,4 2 82 0 0,1 0 0 0 0,0-1 0 0 0,0 0 0 0 0,0-1 0 0 0,0 1 0 0 0,0-1 0 0 0,1 0 0 0 0,-10-10 0 0 0,13 13-68 0 0,-1-10 1374 0 0,0-4 4819 0 0,8 0-4176 0 0,1 0 0 0 0,1 1 0 0 0,11-19 0 0 0,-12 24-1962 0 0,0 0 0 0 0,1 0 0 0 0,0 0-1 0 0,1 1 1 0 0,0 0 0 0 0,0 1 0 0 0,1 0 0 0 0,0 0 0 0 0,14-8-1 0 0,6-1-65 0 0,-4 3-4696 0 0,34-13 1 0 0,-22 14 3112 0 0,14 8 12713 0 0,-49 3-11102 0 0,1 21-76 0 0,-3-18 62 0 0,1-1 0 0 0,-1 1 0 0 0,1-1 0 0 0,-1 1 0 0 0,0 0 0 0 0,0 0 0 0 0,0-1 0 0 0,0 1 0 0 0,0 0 0 0 0,0-1 0 0 0,0 1 0 0 0,0 0 0 0 0,-1-1 0 0 0,1 1 0 0 0,-1 0 0 0 0,1-1 0 0 0,-1 1 0 0 0,0-1 0 0 0,-1 4 0 0 0,-7 6-602 0 0,-1 0 0 0 0,1 0 1 0 0,-2-1-1 0 0,1 0 0 0 0,-1-1 1 0 0,-1 0-1 0 0,0-1 0 0 0,0 0 1 0 0,-1-1-1 0 0,-14 6 0 0 0,3 0-250 0 0,3-3-1609 0 0,-1 0 0 0 0,-1-2 0 0 0,-27 8 0 0 0,10-5 1873 0 0,36-9 628 0 0,0-1 1 0 0,-1 0 0 0 0,1-1 0 0 0,0 1 0 0 0,-1-1 0 0 0,1 1 0 0 0,0-1 0 0 0,-1-1 0 0 0,1 1-1 0 0,0-1 1 0 0,-1 1 0 0 0,1-1 0 0 0,0 0 0 0 0,0-1 0 0 0,0 1 0 0 0,0-1 0 0 0,0 0 0 0 0,0 0 0 0 0,0 0-1 0 0,-3-3 1 0 0,3 2 512 0 0,1 0-1 0 0,-1 0 0 0 0,1 0 0 0 0,0-1 1 0 0,1 1-1 0 0,-1-1 0 0 0,-3-5 0 0 0,-1-20 10587 0 0,5 9-9929 0 0,2 18-1266 0 0,-20 14 37 0 0,-57 35-2398 0 0,54-35 412 0 0,0-1 0 0 0,0-1 0 0 0,-1-1 1 0 0,-1-1-1 0 0,-45 8 0 0 0,-6-8 807 0 0,52-10 2167 0 0,-2 0-36 0 0,11 3-5182 0 0,9-3 2896 0 0,-17-17 18429 0 0,19 12-15028 0 0,-18 48-1809 0 0,3-11-1076 0 0,-2 0-1 0 0,-2-2 1 0 0,0 0 0 0 0,-47 42-1 0 0,19-20-3505 0 0,-71 66-2735 0 0,-7-8 6748 0 0,59-56 366 0 0,74-42 11726 0 0,3-2-9695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8:35.16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64 1 1166 0 0,'-1'1'14105'0'0,"-7"3"-6427"0"0,0 1-4025 0 0,9 0-3355 0 0,4 10-984 0 0,-4-11 686 0 0,-2 21 0 0 0,-34 299 0 0 0,21-229-25 0 0,14-93 40 0 0,-3 16 28 0 0,4-15-2906 0 0,3-5 2537 0 0,5-3 1241 0 0,-7 4-3550 0 0,-11-1 7511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8:36.08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257 115 698 0 0,'0'0'60'0'0,"-1"0"0"0"0,1 0-1 0 0,0 0 1 0 0,0 0 0 0 0,0 1 0 0 0,0-1 0 0 0,0 0-1 0 0,0 0 1 0 0,0 0 0 0 0,0 0 0 0 0,-1 0 0 0 0,1 0-1 0 0,0 0 1 0 0,0 1 0 0 0,0-1 0 0 0,0 0 0 0 0,0 0-1 0 0,0 0 1 0 0,0 0 0 0 0,0 0 0 0 0,0 0 0 0 0,0 1-1 0 0,0-1 1 0 0,0 0 0 0 0,0 0 0 0 0,0 0 0 0 0,0 0-1 0 0,0 0 1 0 0,0 0 0 0 0,0 1 0 0 0,0-1-1 0 0,0 0 1 0 0,0 0 0 0 0,0 0 0 0 0,0 0 0 0 0,0 0-1 0 0,0 0 1 0 0,1 1 0 0 0,-1-1 0 0 0,0 0 0 0 0,0 0-1 0 0,0 0 1 0 0,0 0 0 0 0,0 0 0 0 0,0 0 0 0 0,0 0-1 0 0,0 0 1 0 0,1 0 0 0 0,-1 0 0 0 0,0 1 0 0 0,0-1-1 0 0,0 0 1 0 0,0 0 0 0 0,0 0 0 0 0,0 0 0 0 0,1 0-1 0 0,-1 0 1 0 0,0 0 0 0 0,0 0 0 0 0,0 0 0 0 0,0 0-1 0 0,0 0 1 0 0,0 0 0 0 0,1 0 0 0 0,-1 0 0 0 0,0 0-1 0 0,0 0 1 0 0,-18 6 8702 0 0,-18-2 1290 0 0,11-7-7416 0 0,23 3-2636 0 0,-1-1 0 0 0,1-1 0 0 0,-1 1 0 0 0,1 0 0 0 0,-1 0 0 0 0,1-1 0 0 0,0 1 0 0 0,0-1 0 0 0,-1 0 0 0 0,1 0 0 0 0,1 0 0 0 0,-1 0 0 0 0,0 0 0 0 0,0 0 0 0 0,1 0 0 0 0,-3-4 0 0 0,4 3 0 0 0,0 0 0 0 0,0 0 0 0 0,0 0 0 0 0,0 1 0 0 0,0-1 0 0 0,1 0 0 0 0,-1 0 0 0 0,1 0 0 0 0,-1 1 0 0 0,1-1 0 0 0,0 0 0 0 0,0 1 0 0 0,1-1 0 0 0,-1 1 0 0 0,4-5 0 0 0,6-7-2770 0 0,9-9-6134 0 0,-18 22 8313 0 0,0 0-1 0 0,0-1 0 0 0,0 1 1 0 0,0 0-1 0 0,0 0 1 0 0,0 0-1 0 0,1 0 1 0 0,-1 1-1 0 0,0-1 1 0 0,0 1-1 0 0,1-1 1 0 0,-1 1-1 0 0,4 0 1 0 0,9 1 628 0 0,-13-1-10 0 0,0 1-2 0 0,-1-1 0 0 0,1 1 1 0 0,0-1-1 0 0,-1 1 0 0 0,1 0 1 0 0,-1 0-1 0 0,1 0 0 0 0,-1 0 1 0 0,1 0-1 0 0,1 2 0 0 0,-4-2 18 0 0,0 1 0 0 0,1 0-1 0 0,-1 0 1 0 0,1 1 0 0 0,-1-1 0 0 0,1 0-1 0 0,0 0 1 0 0,-1 0 0 0 0,1 0-1 0 0,0 0 1 0 0,1 0 0 0 0,-1 0 0 0 0,0 0-1 0 0,1 1 1 0 0,0 3 0 0 0,0-5 66 0 0,-7 24 3385 0 0,-5 20-6409 0 0,8-34 3039 0 0,-1 1-1 0 0,0-1 1 0 0,-1 1 0 0 0,0-1-1 0 0,-1-1 1 0 0,-12 18 0 0 0,4-12-165 0 0,-1 0 1 0 0,-1-1 0 0 0,0 0 0 0 0,-1-2-1 0 0,-1 0 1 0 0,0-1 0 0 0,0 0 0 0 0,-1-2-1 0 0,-21 9 1 0 0,38-18-525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8:36.758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474 10 867 0 0,'10'-6'-405'0'0,"-3"3"3186"0"0,-20 4 603 0 0,11 0-2688 0 0,-6 14 3006 0 0,-13 11 7500 0 0,8-10-7215 0 0,-311 385-4922 0 0,279-348 834 0 0,21-17-1940 0 0,16-22 3065 0 0,-1 0 0 0 0,-13 18-1 0 0,21-31-1029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8:37.26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43 3 1322 0 0,'-9'-2'12669'0'0,"7"22"-2978"0"0,1 1-7159 0 0,0 7-3694 0 0,-2 0 0 0 0,-7 32 0 0 0,4-34 284 0 0,2 1-1 0 0,-1 31 1 0 0,5-56 1355 0 0,-1 22 3658 0 0,2-22-4721 0 0,4 6 1472 0 0,-2-3-4121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8:37.89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551 1 906 0 0,'10'3'1195'0'0,"-15"7"678"0"0,-1 0 1824 0 0,0 4 3401 0 0,5-10-5871 0 0,0 1 1 0 0,-1-1 0 0 0,0 1 0 0 0,0-1-1 0 0,-1 0 1 0 0,1 0 0 0 0,-5 6-1 0 0,-27 23 1191 0 0,16-22-3398 0 0,0 0 0 0 0,-31 14 1 0 0,35-19-584 0 0,-1-1 0 0 0,0 0 1 0 0,-22 3-1 0 0,-19 0-7905 0 0,-53-5 9294 0 0,94-1 84 0 0,7-1 341 0 0,0 0 1 0 0,0-1-1 0 0,0 0 1 0 0,-11-1-1 0 0,16 0-258 0 0,1 1 0 0 0,0 0 0 0 0,0 0 0 0 0,0 0 0 0 0,0 0 0 0 0,0 1 0 0 0,0-1 0 0 0,0 1 0 0 0,0-1 0 0 0,0 1 0 0 0,0 0 0 0 0,-4 1 0 0 0,1 1 1377 0 0,1 0 1 0 0,-1 0-1 0 0,1 1 1 0 0,0-1-1 0 0,-6 8 1 0 0,9-10-1338 0 0,-1-1 261 0 0,1 0 0 0 0,0 1 0 0 0,-1-1 0 0 0,1 0 0 0 0,0 1 0 0 0,0-1 0 0 0,0 1 0 0 0,-1 0 0 0 0,1-1 0 0 0,0 1 0 0 0,0 0 0 0 0,0 0 0 0 0,0 0 0 0 0,0 0 0 0 0,0 0 0 0 0,0 0 0 0 0,1 0 0 0 0,-1 0 0 0 0,0 0 0 0 0,0 0 0 0 0,1 0 0 0 0,-1 0 0 0 0,1 1 0 0 0,-1-1 1 0 0,1 0-1 0 0,-1 0 0 0 0,1 3 0 0 0,-1-3-281 0 0,1 0 1 0 0,0 0 0 0 0,-1 1 0 0 0,1-1 0 0 0,0 0 0 0 0,0 0 0 0 0,0 1 0 0 0,0-1 0 0 0,0 0 0 0 0,0 0 0 0 0,0 0 0 0 0,0 1-1 0 0,0-1 1 0 0,1 0 0 0 0,-1 0 0 0 0,0 0 0 0 0,1 1 0 0 0,-1-1 0 0 0,1 0 0 0 0,-1 0 0 0 0,1 0 0 0 0,0 0 0 0 0,0 0 0 0 0,-1 0-1 0 0,1 0 1 0 0,0 0 0 0 0,0 0 0 0 0,1 0 0 0 0,-1 0-34 0 0,0-1 1 0 0,0 1-1 0 0,0-1 0 0 0,0 1 1 0 0,0-1-1 0 0,0 1 0 0 0,0 0 1 0 0,0-1-1 0 0,-1 1 0 0 0,1 0 0 0 0,0 0 1 0 0,0 0-1 0 0,-1-1 0 0 0,1 1 1 0 0,0 0-1 0 0,-1 0 0 0 0,1 0 1 0 0,-1 0-1 0 0,1 0 0 0 0,-1 0 1 0 0,0 0-1 0 0,1 0 0 0 0,-1 1 0 0 0,0-1 1 0 0,0 0-1 0 0,0 0 0 0 0,0 0 1 0 0,0 0-1 0 0,0 0 0 0 0,0 0 1 0 0,0 0-1 0 0,0 2 0 0 0,-3 8-1404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8:38.543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474 1 1256 0 0,'-6'7'21516'0'0,"-5"5"-18002"0"0,5 1-2909 0 0,-1 9-1282 0 0,4-11 677 0 0,1 1 0 0 0,0 0 0 0 0,0 0 0 0 0,2 1 0 0 0,-1-1 0 0 0,2 0 0 0 0,-1 0 0 0 0,4 16 0 0 0,-1-4 0 0 0,0 2-1312 0 0,12 42 0 0 0,-10-49 486 0 0,0 0 0 0 0,-2 1 0 0 0,3 30-1 0 0,-6-44 286 0 0,-1-1 0 0 0,1 1 0 0 0,-1 0-1 0 0,0-1 1 0 0,-1 1 0 0 0,1-1 0 0 0,-1 1 0 0 0,0-1-1 0 0,0 0 1 0 0,-1 0 0 0 0,1 0 0 0 0,-1 0-1 0 0,-5 6 1 0 0,2-4 419 0 0,0-1-1 0 0,0 1 0 0 0,-1-1 0 0 0,0 0 1 0 0,0-1-1 0 0,0 0 0 0 0,-15 8 1 0 0,6-6 239 0 0,1 0-1 0 0,-1-1 1 0 0,0-1 0 0 0,-1 0 0 0 0,1-1 0 0 0,-1-1 0 0 0,0-1 0 0 0,-25 1 0 0 0,32-3-114 0 0,0-1 1 0 0,-1 0 0 0 0,1 0-1 0 0,0-1 1 0 0,-1 0 0 0 0,1-1-1 0 0,1 0 1 0 0,-1-1-1 0 0,0 1 1 0 0,1-2 0 0 0,-1 0-1 0 0,-11-8 1 0 0,15 8 28 0 0,0 1 0 0 0,1-1 0 0 0,0-1 0 0 0,0 1 0 0 0,0-1 0 0 0,0 1 0 0 0,1-1 0 0 0,0-1 0 0 0,1 1 0 0 0,-1 0 1 0 0,1-1-1 0 0,0 0 0 0 0,1 0 0 0 0,0 0 0 0 0,0 0 0 0 0,0 0 0 0 0,1 0 0 0 0,-1-11 0 0 0,2 5 914 0 0,0 0 0 0 0,0 0 0 0 0,1 0 1 0 0,4-13-1 0 0,-2 12-1176 0 0,0 1 0 0 0,1 0 0 0 0,11-23 0 0 0,-9 24-868 0 0,0 1 1 0 0,1 0 0 0 0,0 0-1 0 0,11-11 1 0 0,-10 13-398 0 0,0 1 0 0 0,0 1 1 0 0,1 0-1 0 0,0 0 0 0 0,12-7 0 0 0,-13 9 655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8:38.87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16 0 1124 0 0,'0'0'2675'0'0,"4"6"-2320"0"0,7 11 18329 0 0,-9-11-15650 0 0,-9-6-2186 0 0,4-1-1138 0 0,1 0 0 0 0,0 0 0 0 0,-1 0-1 0 0,1 0 1 0 0,0 0 0 0 0,0 0 0 0 0,0 0 0 0 0,0-1 0 0 0,-3-2 0 0 0,15-1 1779 0 0,-10 5-1569 0 0,0-1 0 0 0,1 1-1 0 0,0-1 1 0 0,-1 1 0 0 0,1-1-1 0 0,-1 1 1 0 0,1 0-1 0 0,0-1 1 0 0,-1 1 0 0 0,1 0-1 0 0,-1 0 1 0 0,1-1 0 0 0,0 1-1 0 0,0 0 1 0 0,-1 0 0 0 0,1 0-1 0 0,0 0 1 0 0,1 0 0 0 0,4 5 2512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8:40.128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1347 0 717 0 0,'0'0'4097'0'0,"-10"5"141"0"0,5-3-2493 0 0,-1 0 0 0 0,0 0 1 0 0,0 0-1 0 0,1-1 1 0 0,-1 0-1 0 0,0 0 1 0 0,-8 0-1 0 0,-11 2 1454 0 0,-419 77-6439 0 0,395-72 2959 0 0,-394 45-10370 0 0,149-41 10654 0 0,291-12-20 0 0,-12-1 8741 0 0,6 3-6305 0 0,9 0-3079 0 0,17-1 1480 0 0,-6-1-1181 0 0,4-1 3605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8:40.56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352 0 1416 0 0,'0'0'3989'0'0,"-13"3"-143"0"0,12-3-3273 0 0,0 0 0 0 0,0 0-1 0 0,0 0 1 0 0,0 0 0 0 0,0 0-1 0 0,0 0 1 0 0,0 1-1 0 0,0-1 1 0 0,0 0 0 0 0,0 1-1 0 0,0-1 1 0 0,0 1-1 0 0,0-1 1 0 0,0 1 0 0 0,0-1-1 0 0,1 1 1 0 0,-1 0 0 0 0,0-1-1 0 0,0 1 1 0 0,1 0-1 0 0,-1 0 1 0 0,0 0 0 0 0,1 0-1 0 0,-1-1 1 0 0,0 3-1 0 0,-3 3 1503 0 0,-24 18-2075 0 0,-1-2 0 0 0,-44 26 0 0 0,19-13 0 0 0,28-18-3555 0 0,-2-3 1 0 0,-44 19 0 0 0,70-32 2571 0 0,14 30 12629 0 0,-1-20-11649 0 0,69 60-13 0 0,-70-64-298 0 0,0 0 1 0 0,1-1-1 0 0,0 0 0 0 0,1-1 1 0 0,-1 0-1 0 0,1-1 1 0 0,13 3-1 0 0,-14-5-2014 0 0,1 1-1 0 0,0-2 1 0 0,0 0-1 0 0,17 0 1 0 0,-16-2 1205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8:40.91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14 6 1534 0 0,'4'-5'14154'0'0,"-12"19"-2651"0"0,4-3-13010 0 0,1 21 1657 0 0,1 1-1 0 0,2-1 1 0 0,4 37-1 0 0,0 20-1226 0 0,-5-83 992 0 0,1-1 1 0 0,0 1-1 0 0,0-1 1 0 0,0 1 0 0 0,1-1-1 0 0,-1 0 1 0 0,1 1-1 0 0,1-1 1 0 0,-1 0 0 0 0,1 1-1 0 0,0-1 1 0 0,0 0 0 0 0,1 0-1 0 0,5 8 1 0 0,-7-12-931 0 0,7 4 3232 0 0,0 0-3201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8:41.79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1 380 1219 0 0,'0'0'1843'0'0,"5"11"2494"0"0,-2-3 4650 0 0,0 9-7344 0 0,0-1 0 0 0,-2 1 0 0 0,0-1 0 0 0,-2 26 1 0 0,0 14-32 0 0,0-25-1612 0 0,1-18 0 0 0,3-7 0 0 0,3-12 0 0 0,3-10 0 0 0,-6 9-81 0 0,0-1 0 0 0,1 1 0 0 0,0 0 1 0 0,6-9-1 0 0,8-15-420 0 0,8-15-3860 0 0,-17 31 380 0 0,1 1 0 0 0,18-20 0 0 0,-27 32 3296 0 0,8 4 536 0 0,-8-3 147 0 0,0 1 0 0 0,0 0-1 0 0,0 0 1 0 0,0 0 0 0 0,0 0-1 0 0,1 1 1 0 0,-1-1 0 0 0,0 0 0 0 0,0 0-1 0 0,0 1 1 0 0,0-1 0 0 0,0 0-1 0 0,0 1 1 0 0,1 0 0 0 0,8 19 62 0 0,-6-10 149 0 0,1 0 1 0 0,1-1-1 0 0,-1 1 1 0 0,1-1-1 0 0,9 9 1 0 0,-12-15-263 0 0,-1 0 0 0 0,1-1 0 0 0,0 0 0 0 0,0 0 0 0 0,0 0 0 0 0,1 0 0 0 0,-1 0 0 0 0,0 0 0 0 0,1-1 0 0 0,-1 0 0 0 0,1 1 0 0 0,-1-1 0 0 0,1-1 0 0 0,0 1 0 0 0,-1-1 0 0 0,1 1 0 0 0,0-1 0 0 0,0 0 0 0 0,6-1 0 0 0,22 1-71 0 0,-24 0 136 0 0,0 0 1 0 0,0 0 0 0 0,0-1-1 0 0,0 0 1 0 0,12-3 0 0 0,-9 0-6 0 0,0 0 0 0 0,1 0 0 0 0,-2-1 1 0 0,1-1-1 0 0,0 1 0 0 0,-1-2 0 0 0,0 0 1 0 0,-1 0-1 0 0,0 0 0 0 0,0-1 0 0 0,0-1 0 0 0,-1 1 1 0 0,0-2-1 0 0,-1 1 0 0 0,0-1 0 0 0,0 0 1 0 0,-1 0-1 0 0,-1-1 0 0 0,1 1 0 0 0,3-14 1 0 0,-5 12 317 0 0,-1-1 0 0 0,0 0 0 0 0,-1 0 1 0 0,-1 0-1 0 0,0 0 0 0 0,0 0 0 0 0,-2-15 1 0 0,-1 11 668 0 0,0 0 0 0 0,-1 0 0 0 0,-1 0 0 0 0,0 1 0 0 0,-12-28 0 0 0,9 29-1434 0 0,0 0 1 0 0,-2 0-1 0 0,-12-17 0 0 0,20 31 212 0 0,0 0 1 0 0,1 0-1 0 0,-1-1 0 0 0,0 1 1 0 0,0 0-1 0 0,0 0 0 0 0,0 0 1 0 0,0 0-1 0 0,0 1 0 0 0,0-1 1 0 0,0 0-1 0 0,0 0 0 0 0,-1 0 0 0 0,1 1 1 0 0,0-1-1 0 0,0 1 0 0 0,-3-1 1 0 0,4 1 198 0 0,-1 1 0 0 0,0-1 0 0 0,0 1 0 0 0,0 0 0 0 0,0-1 0 0 0,0 1 0 0 0,1 0 0 0 0,-1 0 0 0 0,0-1 0 0 0,1 1 0 0 0,-1 0 0 0 0,1 0-1 0 0,-1 0 1 0 0,1 0 0 0 0,-1 0 0 0 0,1 0 0 0 0,-1 0 0 0 0,1 0 0 0 0,0 0 0 0 0,0 0 0 0 0,-1 0 0 0 0,1 0 0 0 0,0 0 0 0 0,0 0 0 0 0,0 2 0 0 0,-6 51 1330 0 0,-1 94 0 0 0,4-44-2144 0 0,1-43 26 0 0,11 106-1 0 0,0-101 2141 0 0,24 91-1 0 0,-33-155-1421 0 0,1-1-1 0 0,-1 0 0 0 0,0 1 1 0 0,1-1-1 0 0,-1 0 1 0 0,1 1-1 0 0,0-1 0 0 0,-1 0 1 0 0,1 0-1 0 0,0 0 1 0 0,0 1-1 0 0,0-1 0 0 0,1 1 1 0 0,-2-2 184 0 0,1 0 1 0 0,-1 1-1 0 0,0-1 1 0 0,1 0-1 0 0,-1 0 1 0 0,0 0-1 0 0,1 0 1 0 0,-1 0-1 0 0,0 0 0 0 0,1 0 1 0 0,-1 0-1 0 0,0 0 1 0 0,1 0-1 0 0,-1 0 1 0 0,0 0-1 0 0,1 0 1 0 0,-1 0-1 0 0,0 0 1 0 0,1 0-1 0 0,-1 0 1 0 0,0 0-1 0 0,1-1 1 0 0,-1 1-1 0 0,0 0 0 0 0,0 0 1 0 0,1 0-1 0 0,-1 0 1 0 0,0-1-1 0 0,1 1 1 0 0,-1 0-1 0 0,0 0 1 0 0,1-1-1 0 0,7-18 2189 0 0,-7 2-5223 0 0,-7-17 170 0 0,-1 15 319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8:41.96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22 29 1252 0 0,'-7'-9'1422'0'0,"-2"14"3940"0"0,4-2-10 0 0,13 2 779 0 0,12 0-2136 0 0,-4-3-3633 0 0,0-1-1 0 0,0-1 1 0 0,0-1-1 0 0,0 0 1 0 0,0-1-1 0 0,0-1 1 0 0,-1 0-1 0 0,20-7 1 0 0,-19 5-883 0 0,1 0 0 0 0,-1 2 0 0 0,1 0 0 0 0,-1 1 1 0 0,1 0-1 0 0,0 2 0 0 0,20 1 0 0 0,-24 1-1444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8:43.22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45 0 831 0 0,'-13'14'23235'0'0,"10"-10"-21087"0"0,-1 5-2148 0 0,1-1 0 0 0,0 1 0 0 0,1-1 0 0 0,0 1 0 0 0,0 0 0 0 0,1 0 0 0 0,0 0 0 0 0,1 0 0 0 0,0 0 0 0 0,1 11 0 0 0,-1 20 0 0 0,-5 40-1508 0 0,-1 150-9737 0 0,13-131 8869 0 0,-7-92 1676 0 0,5 25 1919 0 0,-3-21-1678 0 0,-2-11 409 0 0,8-10 11988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8:43.76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407 120 1038 0 0,'0'0'69'0'0,"-1"-1"1"0"0,1 0-1 0 0,0 1 0 0 0,0-1 0 0 0,-1 1 1 0 0,1-1-1 0 0,0 1 0 0 0,-1-1 1 0 0,1 1-1 0 0,-1 0 0 0 0,1-1 0 0 0,-1 1 1 0 0,1-1-1 0 0,-1 1 0 0 0,1 0 1 0 0,-1-1-1 0 0,1 1 0 0 0,-1 0 0 0 0,1 0 1 0 0,-1-1-1 0 0,0 1 0 0 0,1 0 1 0 0,-1 0-1 0 0,1 0 0 0 0,-1 0 0 0 0,0 0 1 0 0,1 0-1 0 0,-1 0 0 0 0,0 0 1 0 0,1 0-1 0 0,-1 0 0 0 0,1 0 0 0 0,-1 0 1 0 0,0 0-1 0 0,1 0 0 0 0,-1 1 1 0 0,1-1-1 0 0,-1 0 0 0 0,1 0 0 0 0,-1 1 1 0 0,-8 7 10489 0 0,-2-4-2295 0 0,-31 7-4685 0 0,36-10-3588 0 0,-1-1 0 0 0,1 1 0 0 0,0-1 0 0 0,0 0 1 0 0,0-1-1 0 0,-1 0 0 0 0,1 0 0 0 0,-12-4 0 0 0,13 4 12 0 0,-8-4 6 0 0,7-4-36 0 0,5 8-53 0 0,0 1 22 0 0,0-1 0 0 0,1 1 1 0 0,-1-1-1 0 0,1 1 0 0 0,-1-1 0 0 0,1 1 0 0 0,-1-1 0 0 0,1 0 0 0 0,-1 1 0 0 0,1-1 0 0 0,0 0 0 0 0,-1 1 0 0 0,1-1 0 0 0,0 0 1 0 0,0 1-1 0 0,0-1 0 0 0,-1 0 0 0 0,1 0 0 0 0,0 1 0 0 0,0-1 0 0 0,0 0 0 0 0,0 0 0 0 0,0 1 0 0 0,0-1 0 0 0,1-1 0 0 0,0-19-2724 0 0,1 15 1287 0 0,1 0 0 0 0,0 0 0 0 0,0 0 0 0 0,0 0 0 0 0,1 0 0 0 0,5-5 0 0 0,3-6-2215 0 0,-11 16 3719 0 0,0 0-1 0 0,1 0 0 0 0,-1 0 1 0 0,1 0-1 0 0,-1 0 1 0 0,1 0-1 0 0,-1 0 0 0 0,1 1 1 0 0,0-1-1 0 0,-1 1 0 0 0,1-1 1 0 0,0 1-1 0 0,-1 0 1 0 0,1-1-1 0 0,0 1 0 0 0,-1 0 1 0 0,1 0-1 0 0,0 0 0 0 0,0 0 1 0 0,-1 1-1 0 0,1-1 0 0 0,0 0 1 0 0,-1 1-1 0 0,1-1 1 0 0,0 1-1 0 0,-1-1 0 0 0,1 1 1 0 0,-1 0-1 0 0,3 1 0 0 0,-3 0 75 0 0,1 0-1 0 0,0 0 1 0 0,-1 0-1 0 0,1 1 0 0 0,-1-1 1 0 0,1 1-1 0 0,-1-1 1 0 0,0 1-1 0 0,0-1 1 0 0,0 1-1 0 0,-1-1 0 0 0,1 1 1 0 0,-1 0-1 0 0,1-1 1 0 0,-1 1-1 0 0,0 0 0 0 0,0 0 1 0 0,-1 5-1 0 0,-9 59 591 0 0,4-37-1487 0 0,3-18 872 0 0,0 1 0 0 0,-1-1 1 0 0,0 0-1 0 0,-1-1 1 0 0,-1 1-1 0 0,0-1 0 0 0,0 0 1 0 0,-1 0-1 0 0,0-1 0 0 0,-1 0 1 0 0,-17 18-1 0 0,6-10-650 0 0,-1 0 0 0 0,-1-1 0 0 0,0-1 0 0 0,-42 23-1 0 0,59-37 220 0 0,0 0 1 0 0,-1 0-1 0 0,1-1 0 0 0,0 0 0 0 0,-1 1 0 0 0,1-2 0 0 0,-1 1 0 0 0,1 0 0 0 0,-1-1 0 0 0,1 0 0 0 0,-1 0 0 0 0,1 0 0 0 0,-10-3 0 0 0,-1 1-1459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8:44.43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568 0 1294 0 0,'-3'3'11350'0'0,"-6"11"-1823"0"0,10-13-9245 0 0,2 4-186 0 0,-5 8 2965 0 0,-12 15-2308 0 0,11-24-778 0 0,0 1 0 0 0,0 0 0 0 0,1-1 0 0 0,0 1 0 0 0,-2 7 1 0 0,-1 16-89 0 0,2 0 0 0 0,1 1 0 0 0,1-1-1 0 0,1 1 1 0 0,6 41 0 0 0,-2-28-309 0 0,-2 61-1 0 0,-3-89 344 0 0,-1 0 1 0 0,0 0-1 0 0,-1 0 0 0 0,0 0 0 0 0,-1-1 0 0 0,-1 1 0 0 0,0-1 0 0 0,-9 16 0 0 0,10-21-745 0 0,-1-1 0 0 0,0 0 0 0 0,0-1 0 0 0,0 1 0 0 0,-1-1-1 0 0,0 0 1 0 0,-1 0 0 0 0,1-1 0 0 0,-14 9 0 0 0,10-8 601 0 0,0-1 1 0 0,-1 0-1 0 0,0 0 0 0 0,0-1 1 0 0,-1-1-1 0 0,-18 4 1 0 0,16-4 267 0 0,-1-2 1 0 0,1 1 0 0 0,-1-2 0 0 0,1 0 0 0 0,0-1 0 0 0,-1-1 0 0 0,1 0 0 0 0,0 0-1 0 0,0-2 1 0 0,0 0 0 0 0,0 0 0 0 0,-15-8 0 0 0,21 8-54 0 0,0-1 0 0 0,0 0 0 0 0,0 0-1 0 0,1 0 1 0 0,0-1 0 0 0,0 0 0 0 0,0-1 0 0 0,1 0 0 0 0,0 0 0 0 0,0 0-1 0 0,1 0 1 0 0,0-1 0 0 0,-6-11 0 0 0,6 8 1 0 0,1 0-1 0 0,0-1 1 0 0,1 0 0 0 0,0 0-1 0 0,0 0 1 0 0,1 0 0 0 0,1 0 0 0 0,0-1-1 0 0,1-12 1 0 0,2 1-73 0 0,1 0 0 0 0,1 0 1 0 0,1 1-1 0 0,1 0 0 0 0,1 0 0 0 0,1 0 1 0 0,1 1-1 0 0,0 0 0 0 0,24-36 0 0 0,-18 34-413 0 0,1 1 0 0 0,25-27 0 0 0,-35 44 58 0 0,0-1 1 0 0,0 1-1 0 0,1 1 1 0 0,0-1-1 0 0,0 1 1 0 0,0 1-1 0 0,1-1 1 0 0,-1 1-1 0 0,1 0 1 0 0,0 1-1 0 0,16-5 1 0 0,-21 7 176 0 0,-1 1 0 0 0,0 0 0 0 0,0-1 0 0 0,0 1 1 0 0,0 0-1 0 0,0 0 0 0 0,1 0 0 0 0,-1 1 1 0 0,0-1-1 0 0,0 0 0 0 0,0 1 0 0 0,0 0 0 0 0,0-1 1 0 0,0 1-1 0 0,0 0 0 0 0,3 1 0 0 0,1 7-675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8:44.87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15 13 923 0 0,'-12'-13'25282'0'0,"12"16"-25289"0"0,1-1 2 0 0,-1 1-1 0 0,1 0 1 0 0,0-1 0 0 0,-1 1 0 0 0,1-1-1 0 0,0 0 1 0 0,1 1 0 0 0,1 2-1 0 0,0-2 58 0 0,-2-2-36 0 0,-8-6-30 0 0,-1-1 2 0 0,6 5-125 0 0,3-1-749 0 0,0 0 883 0 0,0 1 0 0 0,0-1 0 0 0,0 0 0 0 0,0 1 0 0 0,0-1-1 0 0,1 1 1 0 0,-1-1 0 0 0,4-1 0 0 0,1 4-704 0 0,-5 0 720 0 0,1-1-1 0 0,-1 0 1 0 0,0 1-1 0 0,0-1 1 0 0,1 1 0 0 0,-1-1-1 0 0,0 1 1 0 0,0-1 0 0 0,1 1-1 0 0,-1 0 1 0 0,0 0 0 0 0,0 0-1 0 0,0-1 1 0 0,0 1-1 0 0,1 2 1 0 0,4 5-1857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8:45.47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61 128 951 0 0,'-22'1'1919'0'0,"3"1"2914"0"0,-1-4 3772 0 0,48-6-1005 0 0,-1 3-5294 0 0,408-45-9591 0 0,-191 27 4291 0 0,-152 11 3242 0 0,101-9 727 0 0,-190 21-1001 0 0,4-1 7129 0 0,22-4-5828 0 0,21 4-1479 0 0,-35-2-2447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8:46.45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13 56 906 0 0,'9'12'1996'0'0,"-31"-13"21144"0"0,26 1-23119 0 0,-1-1 1 0 0,1 1-1 0 0,-1 0 0 0 0,0-1 0 0 0,1 1 0 0 0,-1 1 0 0 0,5 0 0 0 0,2-1-18 0 0,81-4-4393 0 0,134-25 1 0 0,-123 14 2567 0 0,20 0 2249 0 0,-119 15-335 0 0,7-2 969 0 0,-1 1 2349 0 0,-8 0-2717 0 0,-30 14 4225 0 0,7-6-5509 0 0,0-3-2364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8:48.08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31 41 918 0 0,'0'0'420'0'0,"-15"17"8765"0"0,0-16-6134 0 0,25-2 641 0 0,45-6 3117 0 0,-22 4-4670 0 0,-22 1-2139 0 0,389-39 0 0 0,-352 37-5 0 0,-46 4-29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9:03.00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80 15 856 0 0,'0'0'1805'0'0,"-11"-14"13965"0"0,4 20-14334 0 0,7-5-1231 0 0,-1 0 1 0 0,0 0-1 0 0,0 0 0 0 0,1 0 1 0 0,-1 0-1 0 0,1 0 1 0 0,-1 0-1 0 0,1 0 0 0 0,0 0 1 0 0,-1 1-1 0 0,1-1 0 0 0,0 0 1 0 0,-1 0-1 0 0,1 0 0 0 0,0 0 1 0 0,0 1-1 0 0,0-1 1 0 0,0 0-1 0 0,1 0 0 0 0,-1 0 1 0 0,0 1-1 0 0,0-1 0 0 0,1 0 1 0 0,-1 0-1 0 0,0 0 1 0 0,1 0-1 0 0,-1 0 0 0 0,2 2 1 0 0,-1 1 185 0 0,0 11-391 0 0,0 0 0 0 0,-2 0 0 0 0,1 0 0 0 0,-2-1 0 0 0,-6 27 0 0 0,-2 27 0 0 0,-23 269-4711 0 0,32-326 4440 0 0,-2 23-5861 0 0,1-18 9375 0 0,2-14-2347 0 0,0 1-1700 0 0,-2 12 4695 0 0,2-12-5666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9:04.07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478 151 813 0 0,'-6'-4'953'0'0,"-11"17"19844"0"0,5-12-16626 0 0,-10 1-4429 0 0,20-2-4 0 0,-8 0 260 0 0,3 2-5 0 0,5-2 7 0 0,1 1-1 0 0,0-1 1 0 0,0 0-1 0 0,-1 0 1 0 0,1 1-1 0 0,0-1 1 0 0,0 0-1 0 0,-1 0 1 0 0,1-1-1 0 0,0 1 1 0 0,0 0-1 0 0,0 0 1 0 0,-1 0-1 0 0,1-1 1 0 0,0 1-1 0 0,0-1 1 0 0,-2 0-1 0 0,0 1 5 0 0,-16-6 8 0 0,16 5-13 0 0,1 0 1 0 0,-1 0 0 0 0,1 0 0 0 0,0 0 0 0 0,-1-1-1 0 0,1 1 1 0 0,0-1 0 0 0,0 1 0 0 0,0-1 0 0 0,0 0-1 0 0,0 0 1 0 0,0 0 0 0 0,1 0 0 0 0,-1 0 0 0 0,-1-4 0 0 0,1 3-1 0 0,1-1 0 0 0,0 0 1 0 0,0 0-1 0 0,1 1 1 0 0,-1-1-1 0 0,1 0 1 0 0,0 0-1 0 0,-1 0 0 0 0,2 0 1 0 0,-1 0-1 0 0,0 1 1 0 0,1-1-1 0 0,0 0 1 0 0,2-6-1 0 0,-3 9 0 0 0,1-2 2 0 0,0-1-1 0 0,0 1 1 0 0,0 0-1 0 0,0 0 0 0 0,0 0 1 0 0,1 0-1 0 0,-1 0 0 0 0,1 0 1 0 0,0 1-1 0 0,0-1 0 0 0,0 0 1 0 0,0 1-1 0 0,1-1 0 0 0,-1 1 1 0 0,4-3-1 0 0,-4 4-1 0 0,0-1 0 0 0,0 1-1 0 0,0-1 1 0 0,0 1 0 0 0,0 0 0 0 0,0 0-1 0 0,0 0 1 0 0,0 0 0 0 0,0 1 0 0 0,0-1 0 0 0,1 0-1 0 0,3 0 1 0 0,0 0 17 0 0,-1 1-15 0 0,0 1-1 0 0,0 0 1 0 0,0 0 0 0 0,0 1 0 0 0,-1-1 0 0 0,1 1 0 0 0,0 0 0 0 0,-1 0 0 0 0,6 4 0 0 0,-6-3-497 0 0,0 0 0 0 0,0 1 1 0 0,-1-1-1 0 0,1 1 0 0 0,-1 0 0 0 0,0 0 1 0 0,0 0-1 0 0,0 0 0 0 0,-1 0 1 0 0,1 1-1 0 0,-1-1 0 0 0,0 1 1 0 0,0 0-1 0 0,-1-1 0 0 0,2 10 1 0 0,-1-3-634 0 0,-1-1 0 0 0,0 1 0 0 0,-1 0 0 0 0,0-1 0 0 0,-1 1 0 0 0,-3 15 0 0 0,-10 14 3828 0 0,9-30-2835 0 0,-1-1 0 0 0,-1 0 0 0 0,1 1 0 0 0,-9 7 0 0 0,0-1-64 0 0,-1-2-1 0 0,0 0 0 0 0,-21 14 1 0 0,-20 7 192 0 0,-65 30 1 0 0,2-2 2101 0 0,116-60-2043 0 0,-1-1 0 0 0,1 0 0 0 0,0-1 0 0 0,-1 1 0 0 0,1-1 0 0 0,-6 1 0 0 0,-2 0 1237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9:05.28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694 11 1412 0 0,'-1'-2'14150'0'0,"-3"-4"-6677"0"0,3 6-6544 0 0,-2-2 2109 0 0,6 22-3826 0 0,3 20 788 0 0,1 12 0 0 0,-4-22 0 0 0,12 44 0 0 0,-8-16 0 0 0,-7-56 0 0 0,3 45 0 0 0,-2-40 19 0 0,-1 5-104 0 0,1-1 0 0 0,-2 0 1 0 0,0 1-1 0 0,0-1 1 0 0,-4 14-1 0 0,3-18-881 0 0,0-1 0 0 0,0 0 0 0 0,-1 1 1 0 0,0-1-1 0 0,0 0 0 0 0,0-1 0 0 0,-1 1 0 0 0,0-1 0 0 0,0 1 0 0 0,-9 8 0 0 0,5-7 668 0 0,0-1 1 0 0,0 1-1 0 0,0-1 0 0 0,-1-1 0 0 0,0 0 0 0 0,-14 6 0 0 0,4-4 426 0 0,-1 0 0 0 0,0-2 1 0 0,0 0-1 0 0,0-1 0 0 0,-1-1 0 0 0,-30 0 1 0 0,2-3-118 0 0,-91-11 0 0 0,113 7-49 0 0,0-2 1 0 0,1 0-1 0 0,0-2 0 0 0,1-1 1 0 0,-27-12-1 0 0,48 19 2 0 0,0-1 0 0 0,0 1 0 0 0,0-1 0 0 0,0 1 0 0 0,0-1-1 0 0,0 0 1 0 0,1-1 0 0 0,0 1 0 0 0,0-1 0 0 0,0 1 0 0 0,0-1 0 0 0,0 0 0 0 0,1 0-1 0 0,-1 0 1 0 0,1 0 0 0 0,0-1 0 0 0,-2-6 0 0 0,3 3-2 0 0,-1 1 1 0 0,1 0 0 0 0,1-1-1 0 0,-1 1 1 0 0,1-1-1 0 0,0 1 1 0 0,1-1-1 0 0,0 1 1 0 0,0 0-1 0 0,4-11 1 0 0,-1 4-321 0 0,2-1 0 0 0,-1 2 0 0 0,2-1 0 0 0,-1 1 0 0 0,2 0 0 0 0,0 0 0 0 0,1 1 0 0 0,0 0 0 0 0,0 0 1 0 0,22-19-1 0 0,-18 22-820 0 0,0-1 0 0 0,0 2 0 0 0,1 0 0 0 0,0 1 0 0 0,15-6 0 0 0,-27 12-459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9:06.65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11 11 903 0 0,'-10'22'19846'0'0,"12"-12"-15318"0"0,-2-9-3227 0 0,-2-20-1669 0 0,2 18 366 0 0,0 1 0 0 0,0-1-1 0 0,0 1 1 0 0,0-1 0 0 0,0 1-1 0 0,0 0 1 0 0,0-1 0 0 0,0 1-1 0 0,1-1 1 0 0,-1 1 0 0 0,0-1-1 0 0,0 1 1 0 0,0-1 0 0 0,0 1-1 0 0,1 0 1 0 0,-1-1 0 0 0,0 1-1 0 0,0 0 1 0 0,1-1 0 0 0,-1 1-1 0 0,0 0 1 0 0,1-1 0 0 0,-1 1-1 0 0,0 0 1 0 0,1-1 0 0 0,-1 1-1 0 0,1 0 1 0 0,-1 0 0 0 0,0-1-1 0 0,1 1 1 0 0,-1 0 0 0 0,1 0-1 0 0,-1 0 1 0 0,1 0-1 0 0,-1 0 1 0 0,0 0 0 0 0,1 0-1 0 0,14 1-153 0 0,-14-1 155 0 0,-1 0 0 0 0,1 0 1 0 0,-1 1-1 0 0,1-1 0 0 0,-1 0 0 0 0,0 0 0 0 0,1 0 1 0 0,-1 0-1 0 0,1 0 0 0 0,0 0 0 0 0,-1 1 1 0 0,1-1-1 0 0,-1 0 0 0 0,1-1 0 0 0,-1 1 0 0 0,1 0 1 0 0,-1 0-1 0 0,1 0 0 0 0,-1 0 0 0 0,1 0 1 0 0,-1 0-1 0 0,1-1 0 0 0,-1 1 0 0 0,0 0 0 0 0,1 0 1 0 0,-1-1-1 0 0,1 1 0 0 0,-1 0 0 0 0,0-1 1 0 0,1 1-1 0 0,-1 0 0 0 0,1-1 0 0 0,-1 1 0 0 0,0 0 1 0 0,0-1-1 0 0,1 1 0 0 0,-1-1 0 0 0,0 1 1 0 0,0-1-1 0 0,1 1 0 0 0,-1-1 0 0 0,0 1 0 0 0,0-1 1 0 0,0 1-1 0 0,0-1 0 0 0,0 1 0 0 0,0-1 1 0 0,0 1-1 0 0,0-1 0 0 0,0 1 0 0 0,0-1 0 0 0,0 0 1 0 0,2 5 33 0 0,-1 0 0 0 0,1 0 0 0 0,1 0 1 0 0,-1 0-1 0 0,1-1 0 0 0,4 6 1 0 0,-4-4 13 0 0,-2-4-72 0 0,4-15 182 0 0,-8 24-279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9:25.59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323 74 800 0 0,'-1'-3'1307'0'0,"-6"-2"-538"0"0,3 5 2221 0 0,-3 0 4096 0 0,-1 1 2617 0 0,0-2-5376 0 0,-18-2-5134 0 0,-26 2 832 0 0,50 1-66 0 0,-34-9 69 0 0,35 8-28 0 0,0 1-1 0 0,1-1 1 0 0,-1 0 0 0 0,0 1-1 0 0,1-1 1 0 0,-1 0 0 0 0,0 0-1 0 0,1 1 1 0 0,-1-1 0 0 0,1 0-1 0 0,0 0 1 0 0,-1 0 0 0 0,1 0-1 0 0,0 0 1 0 0,-1 0-1 0 0,1 0 1 0 0,0 0 0 0 0,0 0-1 0 0,0 0 1 0 0,0 0 0 0 0,0 0-1 0 0,0 0 1 0 0,0 0 0 0 0,0 0-1 0 0,0 0 1 0 0,0 0 0 0 0,1-1-1 0 0,-1 0 3 0 0,1 0-1 0 0,25-14 28 0 0,9 10-88 0 0,-33 6 81 0 0,11 2 2 0 0,-3 0-20 0 0,29 12-45 0 0,-37-14 69 0 0,20 14-28 0 0,-22-13-1 0 0,1 1 0 0 0,0-1 0 0 0,-1 1 0 0 0,1-1 0 0 0,-1 0-1 0 0,1 1 1 0 0,-1-1 0 0 0,0 1 0 0 0,1-1 0 0 0,-1 1 0 0 0,0-1 0 0 0,0 1-1 0 0,0-1 1 0 0,0 1 0 0 0,-1-1 0 0 0,1 1 0 0 0,-1 1 0 0 0,0 3-1 0 0,1-3 25 0 0,-15 17-11 0 0,0-10-3008 0 0,-1 0 1 0 0,0-1-1 0 0,0-1 1 0 0,-1 0 0 0 0,-26 8-1 0 0,-25 3-669 0 0,2-5 4589 0 0,64-14-888 0 0,-24 5 7100 0 0,18-2-1337 0 0,4-2-4500 0 0,1 0-410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9:27.498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136 6 974 0 0,'0'0'3660'0'0,"-19"-6"-1410"0"0,26 14 586 0 0,15 12 11654 0 0,-14-13-12486 0 0,27 19-2009 0 0,2 0 0 0 0,1-3 0 0 0,49 23 0 0 0,-60-32 25 0 0,-27-14-20 0 0,0 1 0 0 0,0-1 0 0 0,1 0 0 0 0,-1 0 0 0 0,0 1 0 0 0,0-1 0 0 0,0 0 0 0 0,0 1 0 0 0,1-1 0 0 0,-1 0 0 0 0,0 1 0 0 0,0-1 0 0 0,0 0 0 0 0,0 1 0 0 0,0-1 0 0 0,0 0 0 0 0,0 1 0 0 0,0-1 0 0 0,0 0 0 0 0,0 1 0 0 0,0-1 0 0 0,0 0 0 0 0,0 1 0 0 0,0-1 0 0 0,0 0 0 0 0,0 1 0 0 0,0-1 0 0 0,-1 0 0 0 0,1 1 0 0 0,0-1 0 0 0,0 0 0 0 0,0 0 0 0 0,0 1 0 0 0,-1-1 0 0 0,1 0 0 0 0,0 1 0 0 0,0-1 0 0 0,-1 0 0 0 0,1 0 0 0 0,0 0 0 0 0,0 1 0 0 0,-1-1 0 0 0,1 0 0 0 0,0 0 0 0 0,-1 0 0 0 0,1 0 0 0 0,-16 9 0 0 0,15-9 0 0 0,-17 9-7 0 0,-1-1 0 0 0,1-1 1 0 0,-27 6-1 0 0,-36 18-2368 0 0,-5 3-5956 0 0,17-6 2361 0 0,67-27 5976 0 0,-17-1 175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9:28.488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795 63 1033 0 0,'0'0'2007'0'0,"-8"-3"7040"0"0,-11-5-4517 0 0,18 7-3820 0 0,0 1-528 0 0,1-1-1 0 0,0 1 0 0 0,0 0 1 0 0,0 0-1 0 0,-1 0 0 0 0,1-1 1 0 0,0 1-1 0 0,0 0 0 0 0,0 0 1 0 0,-1 0-1 0 0,1 0 0 0 0,0-1 1 0 0,-1 1-1 0 0,1 0 0 0 0,0 0 1 0 0,0 0-1 0 0,-1 0 0 0 0,1 0 1 0 0,0 0-1 0 0,-1 0 0 0 0,1 0 1 0 0,0 0-1 0 0,0 0 0 0 0,-1 0 1 0 0,1 0-1 0 0,0 0 0 0 0,-1 0 1 0 0,1 0-1 0 0,0 0 1 0 0,0 0-1 0 0,-1 1 0 0 0,0 0 76 0 0,-1 1 0 0 0,1 0 0 0 0,0 0 0 0 0,0 0 0 0 0,0 0 0 0 0,1 0 0 0 0,-1 0 0 0 0,0 0 0 0 0,1 0 0 0 0,-1 0 0 0 0,1 3 0 0 0,-1-3-257 0 0,0 1 0 0 0,1-1 0 0 0,0 1 0 0 0,-1-1 0 0 0,1 1 0 0 0,0-1 0 0 0,0 1 0 0 0,0-1 0 0 0,1 5 0 0 0,4 65 0 0 0,-5-69 0 0 0,-1 0 0 0 0,1 0 0 0 0,0 0 0 0 0,-1 0 0 0 0,0 0 0 0 0,0 0 0 0 0,0 0 0 0 0,0 0 0 0 0,0-1 0 0 0,-1 1 0 0 0,1 0 0 0 0,-1-1 0 0 0,0 1 0 0 0,0-1 0 0 0,0 1 0 0 0,0-1 0 0 0,0 0 0 0 0,0 0 0 0 0,-1 0 0 0 0,1 0 0 0 0,-4 2 0 0 0,-5 3 0 0 0,-1-1 0 0 0,1 0 0 0 0,-23 6 0 0 0,25-8 0 0 0,-1-1-126 0 0,0 0 0 0 0,-1-1 1 0 0,1 0-1 0 0,-1-1 1 0 0,0 0-1 0 0,0-1 0 0 0,1 0 1 0 0,-1 0-1 0 0,0-1 1 0 0,0-1-1 0 0,1 0 1 0 0,-1 0-1 0 0,1-1 0 0 0,0 0 1 0 0,0-1-1 0 0,0 0 1 0 0,0-1-1 0 0,0 0 0 0 0,1 0 1 0 0,0-1-1 0 0,0 0 1 0 0,1-1-1 0 0,-1 0 0 0 0,-9-11 1 0 0,-3-4-2466 0 0,4 4-1444 0 0,1 0 0 0 0,-20-30 0 0 0,-9-16 4587 0 0,44 63-442 0 0,-8-12 2428 0 0,1 6 1783 0 0,0-4 5922 0 0,11 15-10318 0 0,0 0 93 0 0,0 0-1 0 0,1-1 1 0 0,-1 0 0 0 0,1 0 0 0 0,5 4 0 0 0,-6-5 6 0 0,26 22-572 0 0,-1 0 1 0 0,-1 2-1 0 0,28 35 1 0 0,-35-37-463 0 0,5 5-2352 0 0,-12-5-2731 0 0,-11-22 5901 0 0,-1 1 1 0 0,0-1-1 0 0,-1 1 0 0 0,1 0 0 0 0,0-1 1 0 0,-1 1-1 0 0,0 0 0 0 0,0-1 1 0 0,1 1-1 0 0,-1 0 0 0 0,-1 0 0 0 0,1-1 1 0 0,0 1-1 0 0,-1 0 0 0 0,1-1 1 0 0,-1 1-1 0 0,-2 5 0 0 0,1-4 184 0 0,-1 0 0 0 0,1-1 0 0 0,-1 1 0 0 0,0 0 0 0 0,0-1 0 0 0,0 0 0 0 0,0 1 0 0 0,-1-1 0 0 0,-6 5 0 0 0,-3-1 446 0 0,0 0 0 0 0,0 0 1 0 0,0-1-1 0 0,-1-1 1 0 0,-25 7-1 0 0,0-2-2006 0 0,-67 16 1082 0 0,74-19 2674 0 0,-1-2 0 0 0,-61 2 0 0 0,91-7-1360 0 0,14 3 4479 0 0,0-1-4336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9:28.82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21 3 1307 0 0,'-5'0'11500'0'0,"-11"-2"-2592"0"0,18 3-8815 0 0,1 1 187 0 0,6 3 3097 0 0,-7-4-2652 0 0,9 3-1365 0 0,-10-3 548 0 0,0 0 0 0 0,-1-1 0 0 0,1 1 0 0 0,0-1 0 0 0,0 0 0 0 0,0 1 0 0 0,0-1 0 0 0,0 0 0 0 0,0 1 0 0 0,0-1 0 0 0,0 0 0 0 0,0 0 0 0 0,0 0 0 0 0,-1 0 0 0 0,1 0 0 0 0,2 0 0 0 0,23-9 2152 0 0,-14 3-1892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9:29.09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16 0 1003 0 0,'0'0'4079'0'0,"-15"6"10262"0"0,15-1-8607 0 0,6 6-3190 0 0,8 0-5834 0 0,-12-11 4285 0 0,18-2-788 0 0,-15 2-4479 0 0,-14-3 1756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9:30.08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779 21 932 0 0,'0'-2'413'0'0,"0"-6"-624"0"0,-3 1 2991 0 0,-3 4 3879 0 0,-5 2 5806 0 0,6 2-12030 0 0,0 0 0 0 0,0 1 1 0 0,0-1-1 0 0,0 1 0 0 0,0 0 0 0 0,1 1 0 0 0,-1-1 1 0 0,-7 6-1 0 0,-37 29-1021 0 0,36-26 431 0 0,-8 6 152 0 0,-3 0-10 0 0,-22 25 0 0 0,41-37 11 0 0,0 0 0 0 0,1 0 0 0 0,-1 0 0 0 0,1 1 0 0 0,1-1 0 0 0,-1 1 0 0 0,1 0 0 0 0,0 0 0 0 0,0 1 1 0 0,-2 8-1 0 0,6 5 50 0 0,-1-18-48 0 0,0 0 1 0 0,0 0-1 0 0,1 0 0 0 0,-1 1 0 0 0,1-1 0 0 0,-1 0 0 0 0,1 0 0 0 0,0 0 0 0 0,-1 0 1 0 0,1 0-1 0 0,2 3 0 0 0,10 3 0 0 0,-7-6 0 0 0,8 6-75 0 0,-1-2 1 0 0,29 10 0 0 0,-31-12-7 0 0,0-1 0 0 0,0 2 0 0 0,-1 0 0 0 0,0 0-1 0 0,1 1 1 0 0,12 9 0 0 0,-21-13-11 0 0,0 0 1 0 0,-1 0-1 0 0,1 0 0 0 0,0 1 0 0 0,-1-1 0 0 0,0 0 1 0 0,0 1-1 0 0,0-1 0 0 0,0 0 0 0 0,0 1 0 0 0,0-1 0 0 0,0 1 1 0 0,-1 0-1 0 0,1-1 0 0 0,-1 1 0 0 0,0-1 0 0 0,0 1 1 0 0,0 0-1 0 0,0-1 0 0 0,0 1 0 0 0,-1-1 0 0 0,1 1 0 0 0,-1 0 1 0 0,0-1-1 0 0,1 1 0 0 0,-1-1 0 0 0,0 1 0 0 0,-1-1 1 0 0,1 0-1 0 0,0 0 0 0 0,-3 3 0 0 0,-3 7 47 0 0,-1 0-1 0 0,0-1 0 0 0,-1 0 1 0 0,-14 13-1 0 0,8-9-180 0 0,-30 21 1 0 0,23-22-1754 0 0,0 0 1 0 0,-37 16 0 0 0,27-17-759 0 0,-48 14 0 0 0,5-10 3106 0 0,65-15-227 0 0,-1-1-1 0 0,1 0 0 0 0,-1 0 0 0 0,1-1 0 0 0,0-1 1 0 0,-1 1-1 0 0,1-2 0 0 0,-1 0 0 0 0,1 0 0 0 0,0 0 1 0 0,0-1-1 0 0,0-1 0 0 0,1 0 0 0 0,-1 0 0 0 0,1-1 1 0 0,0 0-1 0 0,0-1 0 0 0,0 0 0 0 0,-11-10 0 0 0,12 9 682 0 0,2-1 0 0 0,-1 1-1 0 0,1-1 1 0 0,0 0 0 0 0,0 0-1 0 0,1-1 1 0 0,-6-15 0 0 0,5 12-396 0 0,1-1-1 0 0,0-1 1 0 0,1 1 0 0 0,1-1 0 0 0,0 0 0 0 0,1 0 0 0 0,-1-21-1 0 0,3 25-207 0 0,1 0 0 0 0,1 0 0 0 0,-1 1 0 0 0,1-1 0 0 0,1 0 0 0 0,0 1 0 0 0,0-1 0 0 0,1 1 0 0 0,0 0 0 0 0,1 0 0 0 0,8-12 0 0 0,4-2-709 0 0,2 0 0 0 0,0 2 0 0 0,28-25 0 0 0,-4 4-655 0 0,-41 40-731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9:30.93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424 213 691 0 0,'0'0'781'0'0,"-6"-12"80"0"0,4 6 3172 0 0,4-58 12677 0 0,-6 38-13572 0 0,2 19-3138 0 0,-1 1 0 0 0,1 1 0 0 0,-1-1 0 0 0,0 0 0 0 0,0 1 0 0 0,-1-1 0 0 0,0 1 0 0 0,0 0 0 0 0,0 0 0 0 0,-1 0 0 0 0,1 1 0 0 0,-1 0 0 0 0,0-1 0 0 0,0 2 0 0 0,-1-1 0 0 0,-6-3 0 0 0,4 3 0 0 0,-1 1 0 0 0,1 1 0 0 0,0 0 0 0 0,-1 0 0 0 0,1 0 0 0 0,-1 1 0 0 0,0 0 0 0 0,1 1 0 0 0,-1 0 0 0 0,0 0 0 0 0,-13 3 0 0 0,-10 2-1737 0 0,-48 12 0 0 0,71-14 1273 0 0,1 0 1 0 0,-1 0-1 0 0,1 0 1 0 0,0 1 0 0 0,0 0-1 0 0,0 1 1 0 0,1 0-1 0 0,0 0 1 0 0,-1 1-1 0 0,-8 9 1 0 0,14-13 210 0 0,1 0 1 0 0,-1 0-1 0 0,1 0 1 0 0,0 0-1 0 0,-1 1 1 0 0,1-1-1 0 0,0 0 1 0 0,0 1-1 0 0,0-1 1 0 0,1 1 0 0 0,-1 0-1 0 0,0 3 1 0 0,1-1 915 0 0,0 0 0 0 0,0 0 0 0 0,1 0 1 0 0,-1 0-1 0 0,1 0 0 0 0,0 0 1 0 0,1 0-1 0 0,-1 0 0 0 0,5 8 1 0 0,0 0 1768 0 0,0-1 0 0 0,14 18 0 0 0,1-2-4537 0 0,24 23 296 0 0,-26-31-2293 0 0,-2 0-1 0 0,24 36 0 0 0,-36-47 3052 0 0,0 0 0 0 0,0 1 0 0 0,5 17 1 0 0,-8-18 1299 0 0,0 0 1 0 0,0 1 0 0 0,-1-1 0 0 0,1 18-1 0 0,-2-18-166 0 0,-1 0 0 0 0,0 0 0 0 0,-1 0 0 0 0,1 0 0 0 0,-2 0-1 0 0,1 0 1 0 0,-1-1 0 0 0,-1 1 0 0 0,1-1 0 0 0,-2 0 0 0 0,1 0 0 0 0,-6 8 0 0 0,9-15-116 0 0,1 0 283 0 0,0 1 0 0 0,0-1 1 0 0,0 0-1 0 0,0 0 0 0 0,0 1 1 0 0,0-1-1 0 0,-1 0 0 0 0,1 0 1 0 0,0 1-1 0 0,-1-1 0 0 0,1 0 1 0 0,-1 0-1 0 0,1 0 0 0 0,-1 0 1 0 0,-1 2-1 0 0,1-1-90 0 0,0 0 0 0 0,0-1 0 0 0,0 1 0 0 0,1 0 0 0 0,-1 0 0 0 0,0-1-1 0 0,1 1 1 0 0,0 0 0 0 0,-1 0 0 0 0,1 0 0 0 0,0 3 0 0 0,5 19 6272 0 0,4 15-5702 0 0,-4-25-3153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9:31.373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 44 1410 0 0,'-1'-19'2368'0'0,"1"12"1915"0"0,4-1-1198 0 0,-4 7-2770 0 0,1 0 1 0 0,0 1-1 0 0,0-1 1 0 0,-1 0-1 0 0,1 0 1 0 0,0 1-1 0 0,0-1 0 0 0,0 1 1 0 0,0-1-1 0 0,-1 1 1 0 0,1-1-1 0 0,0 1 1 0 0,0-1-1 0 0,0 1 1 0 0,0 0-1 0 0,0 0 0 0 0,0-1 1 0 0,0 1-1 0 0,0 0 1 0 0,1 0-1 0 0,-1 0 1 0 0,0 0-1 0 0,0 0 1 0 0,0 0-1 0 0,0 0 0 0 0,0 1 1 0 0,0-1-1 0 0,0 0 1 0 0,0 1-1 0 0,1-1 1 0 0,14 8 4925 0 0,-14-8-5199 0 0,-3 12-36 0 0,-2-2 1 0 0,-2-16-21 0 0,1 2-13 0 0,3 3-160 0 0,14-13-1843 0 0,14 8 4368 0 0,4 5-3608 0 0,-23 1 354 0 0,9 1-1612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9:38.18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419 1 1124 0 0,'0'0'1318'0'0,"-15"23"12355"0"0,14-23-13465 0 0,1 1 68 0 0,-1-1 1 0 0,1 0-1 0 0,-1 1 1 0 0,1-1-1 0 0,-1 1 0 0 0,1-1 1 0 0,-1 0-1 0 0,1 1 0 0 0,-1-1 1 0 0,1 1-1 0 0,0 0 0 0 0,-1-1 1 0 0,1 1-1 0 0,0-1 0 0 0,-1 1 1 0 0,1 0-1 0 0,0-1 0 0 0,0 1 1 0 0,0-1-1 0 0,-1 1 0 0 0,1 0 1 0 0,0-1-1 0 0,0 1 0 0 0,0 0 1 0 0,0-1-1 0 0,0 1 0 0 0,0 0 1 0 0,0-1-1 0 0,1 1 1 0 0,-1 0-1 0 0,0-1 0 0 0,1 2 1 0 0,1 10 494 0 0,3 14-771 0 0,-4-21 0 0 0,0 1 0 0 0,0-1 0 0 0,0 0 0 0 0,-1 1 0 0 0,0-1 0 0 0,0 1 0 0 0,0-1 0 0 0,0 1 0 0 0,-1-1 0 0 0,0 0 0 0 0,-1 1 0 0 0,1-1 0 0 0,-5 10 0 0 0,5-11-1 0 0,-1 0 1 0 0,0 0-1 0 0,0-1 0 0 0,0 1 1 0 0,0-1-1 0 0,-1 0 1 0 0,1 1-1 0 0,-1-1 1 0 0,0 0-1 0 0,0-1 1 0 0,0 1-1 0 0,0 0 1 0 0,-1-1-1 0 0,-6 4 1 0 0,-26 16 51 0 0,31-18-199 0 0,-1 0 0 0 0,1-1-1 0 0,-1 1 1 0 0,0-1 0 0 0,-11 4-1 0 0,-18 5-1182 0 0,13-5-2977 0 0,-43 10-1 0 0,56-16 3496 0 0,1 0-1 0 0,0 0 1 0 0,-1-1 0 0 0,1 0-1 0 0,0-1 1 0 0,-1 0 0 0 0,1 0 0 0 0,0-1-1 0 0,-9-3 1 0 0,14 4 813 0 0,1 0 0 0 0,0 0-1 0 0,-1 0 1 0 0,1-1 0 0 0,0 1 0 0 0,0-1 0 0 0,0 1 0 0 0,0-1-1 0 0,0 0 1 0 0,1 0 0 0 0,-1 0 0 0 0,0 0 0 0 0,1 0 0 0 0,-3-4-1 0 0,-13-36-2979 0 0,14 34 1564 0 0,-2-4 1891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9:38.67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24 0 1290 0 0,'-7'8'21386'0'0,"5"-6"-21006"0"0,0 0 0 0 0,0 0 1 0 0,1 1-1 0 0,-1-1 0 0 0,1 1 0 0 0,0-1 0 0 0,0 1 0 0 0,0-1 0 0 0,0 1 1 0 0,-1 3-1 0 0,2 30-940 0 0,0-34 476 0 0,18 121 81 0 0,-10-79 2 0 0,4 60-1 0 0,-12-93-288 0 0,1 0-1 0 0,1 0 0 0 0,0 0 1 0 0,0-1-1 0 0,1 1 1 0 0,5 12-1 0 0,-7-20-376 0 0,0 0 1 0 0,0 0 0 0 0,-1 1-1 0 0,0-1 1 0 0,1 0-1 0 0,-1 0 1 0 0,0 0-1 0 0,-1 5 1 0 0,1 7-1133 0 0,3-5-2424 0 0,9 10 9086 0 0,-12-20-4862 0 0,1 1-230 0 0,23 6 3027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9:40.20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9 844 920 0 0,'-8'3'731'0'0,"27"6"20515"0"0,-12-15-17929 0 0,-1-4-3317 0 0,-5 9 0 0 0,-1-1 0 0 0,1 1 0 0 0,0 0 0 0 0,0-1 0 0 0,0 1 0 0 0,0 0 0 0 0,0 0 0 0 0,0 0 0 0 0,0 0 0 0 0,0 0 0 0 0,1 0 0 0 0,-1 0 0 0 0,2-1 0 0 0,334-187-3201 0 0,76-4-10497 0 0,-192 96 11370 0 0,-5-11 3288 0 0,-29 12 1157 0 0,-32 18 4517 0 0,-135 67-5109 0 0,1-1 2437 0 0,37-14 1 0 0,-56 25-3903 0 0,-73-6-81 0 0,27 10 47 0 0,-88 10-25 0 0,-19 7-6023 0 0,131-20 2517 0 0,61-5-5486 0 0,-12-1 10634 0 0,54-6-1821 0 0,-50 6-467 0 0,1 2 0 0 0,53-1-1 0 0,-36 3 475 0 0,-50 2 172 0 0,0 0 1 0 0,0 0 0 0 0,0 0 0 0 0,-1 0 0 0 0,1 1-1 0 0,0-1 1 0 0,0 0 0 0 0,-1 1 0 0 0,1-1 0 0 0,0 1 0 0 0,-1-1-1 0 0,1 0 1 0 0,0 1 0 0 0,-1 0 0 0 0,1-1 0 0 0,-1 1 0 0 0,1-1-1 0 0,-1 1 1 0 0,1 0 0 0 0,-1-1 0 0 0,1 1 0 0 0,-1 0-1 0 0,0-1 1 0 0,1 1 0 0 0,-1 0 0 0 0,0 0 0 0 0,0-1 0 0 0,1 1-1 0 0,-1 0 1 0 0,0 0 0 0 0,0 0 0 0 0,0-1 0 0 0,0 1 0 0 0,0 0-1 0 0,0 0 1 0 0,0 0 0 0 0,0-1 0 0 0,-1 1 0 0 0,1 0-1 0 0,0 0 1 0 0,0-1 0 0 0,-1 1 0 0 0,1 0 0 0 0,0 0 0 0 0,-1-1-1 0 0,1 1 1 0 0,-1 0 0 0 0,0 0 0 0 0,0 1-75 0 0,-21 27 292 0 0,-3 26 3840 0 0,5-11-5741 0 0,9-25-41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9:41.88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9 627 0 0,'3'-2'-638'0'0,"16"-4"23425"0"0,17 20-18735 0 0,-25-10-4206 0 0,0 0 1 0 0,0 0-1 0 0,23 4 1 0 0,62 7-63 0 0,34 6-1043 0 0,143 4-1 0 0,-103-7-5591 0 0,-46-5 1431 0 0,-1 8 3535 0 0,84 9 2033 0 0,-105-16-98 0 0,109 28 0 0 0,-54-8-63 0 0,-129-28 1602 0 0,51 18 0 0 0,22 19 6210 0 0,-47-19-2793 0 0,-25-14-4851 0 0,0-1 0 0 0,40 7-1 0 0,-23-6-1476 0 0,-23-2 2829 0 0,-11-4-1488 0 0,-25-20-26 0 0,-33-36-52 0 0,20 21-1554 0 0,5-2-3570 0 0,18 29 3834 0 0,2 2 1385 0 0,-3-1-91 0 0,-2-6 6934 0 0,5 8-5529 0 0,4 3-1628 0 0,0 1 310 0 0,0-2 0 0 0,0 1 0 0 0,0 0 0 0 0,0-1 0 0 0,1 1 0 0 0,-1-1 0 0 0,5 2 0 0 0,4 0-24 0 0,-1 2 1 0 0,0 0-1 0 0,0 0 1 0 0,14 10-1 0 0,-14-9-114 0 0,0 0 0 0 0,0 0 0 0 0,15 5 0 0 0,-15-5 1514 0 0,3 13-17303 0 0,-12-15 14994 0 0,-28 20 804 0 0,-2 4 415 0 0,-2-1 0 0 0,0-1 0 0 0,-43 26 0 0 0,57-43-1701 0 0,13-9 36 0 0,9-4 1044 0 0,4-4 2579 0 0,3-7-4859 0 0,-13 15 2486 0 0,6-9-4733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9:43.82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429 1 545 0 0,'0'0'3744'0'0,"-3"5"-1507"0"0,-4 13 13831 0 0,-8 50-12186 0 0,14-54-3948 0 0,-2 0 0 0 0,0-1 0 0 0,0 1 0 0 0,-2 0 0 0 0,1-1 0 0 0,-13 23 0 0 0,6-18-1125 0 0,-24 29-1 0 0,16-26-1262 0 0,-1-1-1 0 0,0 0 1 0 0,-2-2-1 0 0,0-1 0 0 0,-1 0 1 0 0,-32 17-1 0 0,31-22 472 0 0,-40 16 0 0 0,37-17 870 0 0,2 0-253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9:44.558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297 148 732 0 0,'0'0'900'0'0,"-6"11"1996"0"0,0-5 4747 0 0,-9 1-5337 0 0,11-5-1062 0 0,0 0 1 0 0,0 0-1 0 0,0-1 0 0 0,0 1 1 0 0,0-1-1 0 0,0 0 0 0 0,-7 0 1 0 0,-20 0 537 0 0,29-1-1782 0 0,0 0-1 0 0,0 0 1 0 0,0 0 0 0 0,-1 0 0 0 0,1 0 0 0 0,0 0 0 0 0,0-1 0 0 0,0 1 0 0 0,0-1 0 0 0,0 0 0 0 0,0 1 0 0 0,0-1 0 0 0,0 0 0 0 0,0 0 0 0 0,0 0 0 0 0,0-1-1 0 0,1 1 1 0 0,-1 0 0 0 0,0-1 0 0 0,1 1 0 0 0,-1-1 0 0 0,1 1 0 0 0,-1-1 0 0 0,1 0 0 0 0,0 0 0 0 0,0 1 0 0 0,0-1 0 0 0,0 0 0 0 0,0 0 0 0 0,0 0-1 0 0,0 0 1 0 0,1 0 0 0 0,-1 0 0 0 0,1-1 0 0 0,0 1 0 0 0,-1-2 0 0 0,1-1 0 0 0,0 0 0 0 0,1 0 0 0 0,-1 1 0 0 0,1-1 0 0 0,0 0 0 0 0,0 0 0 0 0,0 1 1 0 0,1-1-1 0 0,2-5 0 0 0,24-27-24 0 0,-9 13-3198 0 0,-17 22 2615 0 0,-1 0 1 0 0,1 0 0 0 0,-1 1-1 0 0,1-1 1 0 0,0 0 0 0 0,0 1 0 0 0,0-1-1 0 0,0 1 1 0 0,0 0 0 0 0,0 0-1 0 0,0 0 1 0 0,0 0 0 0 0,0 0 0 0 0,0 0-1 0 0,1 0 1 0 0,3 0 0 0 0,-1 0-122 0 0,-1 1 0 0 0,1 0 0 0 0,-1 0 0 0 0,1 1 0 0 0,-1-1 1 0 0,1 1-1 0 0,-1 0 0 0 0,7 2 0 0 0,34 18-1287 0 0,-11 5 5317 0 0,-31-22-3387 0 0,1 0 1 0 0,-1 0-1 0 0,1 1 1 0 0,-1-1-1 0 0,0 1 1 0 0,-1 0-1 0 0,1-1 1 0 0,-1 1-1 0 0,3 10 1 0 0,-4-10 445 0 0,0 1 1 0 0,0-1-1 0 0,-1 1 1 0 0,0-1-1 0 0,0 1 1 0 0,0-1-1 0 0,0 1 1 0 0,-1-1-1 0 0,0 1 1 0 0,0-1-1 0 0,-1 1 1 0 0,1-1-1 0 0,-4 8 1 0 0,0-3 37 0 0,-1 0 0 0 0,1-1 0 0 0,-1 1 0 0 0,-1-1 0 0 0,0 0 0 0 0,-10 9 0 0 0,-28 22-5276 0 0,-24 7 771 0 0,30-23 4140 0 0,-2-1 0 0 0,-48 19 0 0 0,60-27-295 0 0,28-14-29 0 0,-10 1-1536 0 0,-1-1 8125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9:47.22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44 355 489 0 0,'0'0'311'0'0,"-4"-13"1774"0"0,1 6 2777 0 0,-3 3-4427 0 0,-9-9 12440 0 0,9 7-11803 0 0,5 4-786 0 0,-3-6 774 0 0,0 0 1133 0 0,4 6-1677 0 0,18-6-576 0 0,-14 9 69 0 0,0 0 1 0 0,1 1-1 0 0,-1 0 1 0 0,0 0-1 0 0,0 0 1 0 0,0 1-1 0 0,6 4 1 0 0,-2-1 4 0 0,17 15-14 0 0,-9-6 0 0 0,41 23 0 0 0,-20-11 0 0 0,1-2 0 0 0,1-2 0 0 0,1-2 0 0 0,76 30 0 0 0,-106-48 0 0 0,-1-1 0 0 0,7-2-1 0 0,-14 0-1 0 0,14-19 5 0 0,-15 10-3 0 0,-1 1 0 0 0,0-1 0 0 0,0 1 0 0 0,-1-1 0 0 0,0 1 0 0 0,0 0 0 0 0,-1-1 0 0 0,0 1 0 0 0,-4-8 0 0 0,2 0 0 0 0,-27-120-1060 0 0,-25-82-777 0 0,47 182 1124 0 0,9 35 646 0 0,-4-6-5461 0 0,-1-4 2235 0 0,9 14 3877 0 0,-1 1-1 0 0,1 0 1 0 0,-1 0-1 0 0,0 0 1 0 0,0 0 0 0 0,-1 0-1 0 0,4 7 1 0 0,5 22-4121 0 0,-7-13 1077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9:47.69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92 22 1093 0 0,'0'0'434'0'0,"-6"-5"1682"0"0,-11-7 8299 0 0,16 12-10302 0 0,0-1 0 0 0,0 1 0 0 0,0-1 0 0 0,0 1 0 0 0,0-1 0 0 0,0 1 0 0 0,0 0 0 0 0,0-1 0 0 0,0 1 0 0 0,0 0 0 0 0,-1 0 0 0 0,1 0 0 0 0,0 0 0 0 0,0 0 0 0 0,0 0 0 0 0,0 0 0 0 0,0 0 0 0 0,0 0 0 0 0,0 1 0 0 0,-1-1 0 0 0,1 0 0 0 0,0 1 0 0 0,0-1 0 0 0,0 1 0 0 0,0-1 0 0 0,-1 1 0 0 0,0 1 255 0 0,0 0 0 0 0,0 0 1 0 0,0 1-1 0 0,0-1 0 0 0,0 0 0 0 0,1 1 1 0 0,-1-1-1 0 0,1 1 0 0 0,-1-1 0 0 0,0 4 0 0 0,-2 4 643 0 0,0 1 0 0 0,1 0 0 0 0,1-1 0 0 0,-3 18 0 0 0,5-23-1011 0 0,-1 0 0 0 0,1 0 0 0 0,0 0 0 0 0,0 0 0 0 0,1 0 0 0 0,0 0 0 0 0,0 0 0 0 0,0 0 0 0 0,0 0 0 0 0,1 0 0 0 0,3 8 0 0 0,-4-11 0 0 0,1 0 0 0 0,-1 0 0 0 0,1 0 0 0 0,-1-1 0 0 0,1 1 0 0 0,0 0 0 0 0,0 0 0 0 0,0-1 0 0 0,0 1 0 0 0,0-1 0 0 0,0 0 0 0 0,0 0 0 0 0,0 1 0 0 0,1-2 0 0 0,-1 1 0 0 0,0 0 0 0 0,1 0 0 0 0,-1-1 0 0 0,1 1 0 0 0,-1-1 0 0 0,1 0 0 0 0,-1 1 0 0 0,1-1 0 0 0,-1 0 0 0 0,4-1 0 0 0,3 0-1184 0 0,-1 0 1 0 0,1-1 0 0 0,-1 1-1 0 0,0-2 1 0 0,0 1 0 0 0,16-8 0 0 0,-21 8 600 0 0,1 0 0 0 0,-1 0 0 0 0,0 0 0 0 0,1 0 0 0 0,-1 0 0 0 0,0-1 0 0 0,0 1 0 0 0,-1-1 0 0 0,1 0 0 0 0,0 0 0 0 0,-1 0 0 0 0,0 0 0 0 0,0-1 0 0 0,0 1 0 0 0,0 0 0 0 0,2-7 0 0 0,-3 7 498 0 0,0 0 0 0 0,-1 0 0 0 0,0 0 0 0 0,1 0 0 0 0,-1 1 0 0 0,0-1 0 0 0,0 0 0 0 0,-1 0 0 0 0,1 0 0 0 0,-1 0 0 0 0,1 0 0 0 0,-1 0 0 0 0,0 1 0 0 0,0-1 0 0 0,0 0 0 0 0,0 1 0 0 0,-1-1 0 0 0,1 0 0 0 0,-1 1 0 0 0,1 0 0 0 0,-1-1-1 0 0,0 1 1 0 0,-2-2 0 0 0,-5-4 171 0 0,1 1 0 0 0,-1 0 0 0 0,0 0 0 0 0,-14-7 0 0 0,11 7-330 0 0,10 6 12 0 0,1 0 29 0 0,0 0 1 0 0,0 0-1 0 0,-1 1 1 0 0,1-1-1 0 0,0 0 1 0 0,0 1-1 0 0,-1-1 1 0 0,1 1-1 0 0,-1-1 1 0 0,1 1-1 0 0,-2-1 1 0 0,-3 19-2173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9:48.36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1 209 832 0 0,'1'8'17238'0'0,"2"5"-12942"0"0,5-1-3526 0 0,0 1-1 0 0,1-1 1 0 0,0 0-1 0 0,12 11 1 0 0,-14-17-770 0 0,-2 0-1 0 0,0-1 1 0 0,0-1 0 0 0,1 1-1 0 0,-1-1 1 0 0,1 0 0 0 0,0 0 0 0 0,1-1-1 0 0,8 5 1 0 0,-13-8-8 0 0,20 3 7 0 0,-16-6-23 0 0,4-17 51 0 0,-8 13-90 0 0,0 0 0 0 0,-1 0 1 0 0,0 0-1 0 0,0-1 0 0 0,-1 1 1 0 0,1 0-1 0 0,-2-1 0 0 0,1 1 0 0 0,-1 0 1 0 0,-2-9-1 0 0,-3-8-3548 0 0,-13-36 1 0 0,15 50 2093 0 0,4 9 1562 0 0,-1 1-1 0 0,1-1 1 0 0,0 0-1 0 0,-1 1 0 0 0,1-1 1 0 0,0 0-1 0 0,0 0 1 0 0,-1 1-1 0 0,1-1 1 0 0,0 0-1 0 0,0 0 0 0 0,0 0 1 0 0,0 1-1 0 0,0-1 1 0 0,0 0-1 0 0,0 0 0 0 0,0 1 1 0 0,1-1-1 0 0,-1 0 1 0 0,0 0-1 0 0,1 0 1 0 0,-1 0 60 0 0,1 1 0 0 0,-1 0 0 0 0,1 0 0 0 0,0 0 1 0 0,-1 0-1 0 0,1 0 0 0 0,-1 0 0 0 0,1 0 1 0 0,-1 0-1 0 0,1 0 0 0 0,0 0 0 0 0,-1 0 0 0 0,1 0 1 0 0,-1 0-1 0 0,1 1 0 0 0,-1-1 0 0 0,1 0 0 0 0,0 0 1 0 0,-1 1-1 0 0,1-1 0 0 0,0 1 0 0 0,42 31 5007 0 0,-27-19-4079 0 0,-5-6-1606 0 0,-1 0 0 0 0,1-1 1 0 0,0 0-1 0 0,1-1 1 0 0,-1 0-1 0 0,1-1 1 0 0,0 0-1 0 0,0-1 1 0 0,19 2-1 0 0,-29-4 1083 0 0,1-4 322 0 0,-1 3-612 0 0,-1-1-1 0 0,1 0 0 0 0,-1 0 0 0 0,1 0 0 0 0,-1-1 0 0 0,0 1 1 0 0,1 0-1 0 0,-1 0 0 0 0,0-1 0 0 0,0 1 0 0 0,0-1 0 0 0,0 1 0 0 0,0-1 1 0 0,0 1-1 0 0,0-1 0 0 0,-1 0 0 0 0,1 1 0 0 0,-1-1 0 0 0,2-3 1 0 0,-1-4-275 0 0,0 0 0 0 0,-1 0 0 0 0,0 1 0 0 0,0-1 0 0 0,-1 0 0 0 0,0 0 0 0 0,-1 1 1 0 0,-3-13-1 0 0,0 5 58 0 0,0 1 0 0 0,-1-1 1 0 0,-13-22-1 0 0,18 36-4 0 0,6-18-2579 0 0,-5 31 5642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9:48.83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1 231 662 0 0,'0'0'722'0'0,"29"-10"5908"0"0,-6 0-3923 0 0,-17 6-437 0 0,1-1-1 0 0,-1 1 0 0 0,0-1 0 0 0,0 0 0 0 0,6-8 0 0 0,2-2-391 0 0,2-13-3609 0 0,-14 24 962 0 0,0-1 0 0 0,0 0 0 0 0,-1 0 0 0 0,0 0 0 0 0,0 0 0 0 0,-1 0 0 0 0,1 0 0 0 0,-1 0 0 0 0,0-1 0 0 0,0 1 0 0 0,-1 0 0 0 0,0 0 0 0 0,0 0 0 0 0,0 0 0 0 0,0 0 0 0 0,-1 0 0 0 0,0 0 0 0 0,0 1 0 0 0,0-1 0 0 0,0 0 0 0 0,-4-4 0 0 0,5 8 765 0 0,0 0 0 0 0,0-1 1 0 0,0 1-1 0 0,0 0 1 0 0,0-1-1 0 0,0 1 0 0 0,0 0 1 0 0,-1 0-1 0 0,1 0 1 0 0,0 0-1 0 0,-1 0 0 0 0,1 0 1 0 0,-1 1-1 0 0,1-1 0 0 0,-1 0 1 0 0,1 1-1 0 0,-1-1 1 0 0,1 1-1 0 0,-1 0 0 0 0,0-1 1 0 0,1 1-1 0 0,-1 0 0 0 0,0 0 1 0 0,1 0-1 0 0,-1 0 1 0 0,0 0-1 0 0,1 1 0 0 0,-1-1 1 0 0,0 0-1 0 0,1 1 1 0 0,-1-1-1 0 0,-1 2 0 0 0,1-2 404 0 0,-1 2-1 0 0,1-1 1 0 0,0 0-1 0 0,0 0 0 0 0,0 1 1 0 0,0-1-1 0 0,0 1 1 0 0,0 0-1 0 0,0-1 1 0 0,0 1-1 0 0,1 0 0 0 0,-1 0 1 0 0,1 0-1 0 0,-1 0 1 0 0,1 1-1 0 0,0-1 0 0 0,0 0 1 0 0,-2 5-1 0 0,0 5 1838 0 0,-7 36 883 0 0,7-1-6404 0 0,3-42 2756 0 0,1 0 0 0 0,-1-1 1 0 0,1 1-1 0 0,0 0 1 0 0,0-1-1 0 0,0 1 0 0 0,1-1 1 0 0,0 0-1 0 0,0 0 1 0 0,0 1-1 0 0,0-1 0 0 0,1 0 1 0 0,-1-1-1 0 0,1 1 0 0 0,0 0 1 0 0,0-1-1 0 0,1 0 1 0 0,6 6-1 0 0,-5-5 531 0 0,1-1 1 0 0,-1 0-1 0 0,1 0 1 0 0,0 0-1 0 0,0 0 1 0 0,1-1-1 0 0,-1 0 1 0 0,0-1-1 0 0,1 1 0 0 0,-1-1 1 0 0,1 0-1 0 0,-1-1 1 0 0,1 0-1 0 0,0 0 1 0 0,-1 0-1 0 0,1-1 1 0 0,-1 0-1 0 0,1 0 0 0 0,9-3 1 0 0,-3 0-462 0 0,0-1 0 0 0,0 0 0 0 0,0-1 0 0 0,-1 0 1 0 0,1-1-1 0 0,-2-1 0 0 0,1 1 0 0 0,12-12 0 0 0,-12 2-1134 0 0,-11 14 1405 0 0,5-9-1060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9:49.14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10 13 889 0 0,'0'0'1921'0'0,"-9"-12"13096"0"0,11 41-14085 0 0,1-1 0 0 0,2 1 0 0 0,1-1-1 0 0,1 0 1 0 0,1-1 0 0 0,2 1 0 0 0,1-2 0 0 0,19 36 0 0 0,-23-51-955 0 0,0 1 1 0 0,1-1-1 0 0,1-1 1 0 0,0 0-1 0 0,0 0 1 0 0,1 0-1 0 0,20 13 1 0 0,-28-22-62 0 0,-1 0 1 0 0,1-1 0 0 0,-1 1-1 0 0,1-1 1 0 0,0 1-1 0 0,0-1 1 0 0,-1 0-1 0 0,1 1 1 0 0,0-1 0 0 0,0 0-1 0 0,-1 0 1 0 0,1 0-1 0 0,0-1 1 0 0,-1 1-1 0 0,1 0 1 0 0,0-1-1 0 0,0 1 1 0 0,1-2 0 0 0,7-2-1173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9:49.613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101 2 1206 0 0,'1'-1'140'0'0,"-1"1"0"0"0,0 0-1 0 0,0 0 1 0 0,0 0 0 0 0,1 0 0 0 0,-1 0-1 0 0,0 0 1 0 0,0 0 0 0 0,1 0 0 0 0,-1 0 0 0 0,0 0-1 0 0,0 0 1 0 0,1 0 0 0 0,-1 0 0 0 0,0 0-1 0 0,0 0 1 0 0,1 0 0 0 0,-1 0 0 0 0,0 0-1 0 0,0 0 1 0 0,1 1 0 0 0,-1-1 0 0 0,0 0 0 0 0,0 0-1 0 0,0 0 1 0 0,1 0 0 0 0,-1 0 0 0 0,0 1-1 0 0,0-1 1 0 0,0 0 0 0 0,0 0 0 0 0,1 0-1 0 0,-1 1 1 0 0,0-1 0 0 0,0 0 0 0 0,0 0 0 0 0,0 1-1 0 0,0-1 1 0 0,0 0 0 0 0,0 0 0 0 0,0 0-1 0 0,0 1 1 0 0,1-1 0 0 0,-1 0 0 0 0,0 0-1 0 0,0 1 1 0 0,0-1 0 0 0,0 0 0 0 0,-1 0 0 0 0,1 1-1 0 0,0-1 1 0 0,0 0 0 0 0,0 0 0 0 0,0 1-1 0 0,0-1 1 0 0,0 0 0 0 0,0 0 0 0 0,0 1-1 0 0,-16 10 12969 0 0,5-4-9454 0 0,-23 30-3654 0 0,29-30-4 0 0,4-7 3 0 0,0 1 0 0 0,1 0 0 0 0,-1 0 0 0 0,0 0 0 0 0,1 0 0 0 0,-1 0-1 0 0,1 0 1 0 0,-1 0 0 0 0,1 0 0 0 0,0 0 0 0 0,-1 0 0 0 0,1 0 0 0 0,0 0-1 0 0,0 1 1 0 0,-1-1 0 0 0,1 0 0 0 0,0 0 0 0 0,0 2 0 0 0,2 0 1 0 0,-1 0 1 0 0,1 0-1 0 0,0 0 1 0 0,-1-1 0 0 0,1 1-1 0 0,0-1 1 0 0,0 1-1 0 0,1-1 1 0 0,-1 0-1 0 0,0 0 1 0 0,1 0-1 0 0,0 0 1 0 0,4 2 0 0 0,29 17-1064 0 0,-23-2-990 0 0,-2-13 232 0 0,4 5-5815 0 0,-7 14 1456 0 0,-7-18 6037 0 0,-1-5 143 0 0,1 29 722 0 0,-6-24-689 0 0,0 1 1 0 0,0-1-1 0 0,-1 0 1 0 0,0 0-1 0 0,0 0 0 0 0,-1-1 1 0 0,0 0-1 0 0,0 0 1 0 0,0-1-1 0 0,-1 0 1 0 0,-15 9-1 0 0,-26 18-5231 0 0,36-24 1979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9:51.408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312 146 756 0 0,'0'0'2338'0'0,"-16"-19"13369"0"0,8 16-9644 0 0,-5-3-3852 0 0,-16-12-3075 0 0,29 17 864 0 0,-1 0 0 0 0,-1 0 0 0 0,1-1 0 0 0,-1 1 0 0 0,1-1 0 0 0,0 0 1 0 0,0 1-1 0 0,0-1 0 0 0,0 0 0 0 0,0 0 0 0 0,0 0 0 0 0,0 0 0 0 0,1 0 0 0 0,-1 1 1 0 0,1-1-1 0 0,0 0 0 0 0,-1 0 0 0 0,1-3 0 0 0,0 2 0 0 0,1-1 0 0 0,0 1-1 0 0,0 0 1 0 0,0 0 0 0 0,0 0 0 0 0,0 0 0 0 0,1 0-1 0 0,-1 0 1 0 0,1 0 0 0 0,2-3 0 0 0,-2 4-1 0 0,-1 0-16 0 0,15-14 21 0 0,12 10-715 0 0,-12 4-4989 0 0,-13 2 4422 0 0,6 3-431 0 0,7 0-8704 0 0,11 24 7864 0 0,-26-26 2570 0 0,14 20 224 0 0,-15-14-210 0 0,-1 0 0 0 0,1 0 0 0 0,-1-1 0 0 0,0 1 0 0 0,-1 0 0 0 0,0 0 0 0 0,0-1 0 0 0,0 1 0 0 0,-1-1-1 0 0,0 1 1 0 0,0-1 0 0 0,0 0 0 0 0,-1 0 0 0 0,0-1 0 0 0,0 1 0 0 0,-1-1 0 0 0,1 0 0 0 0,-8 6 0 0 0,-12 11-73 0 0,-1-2-1 0 0,-45 29 1 0 0,59-41-30 0 0,-136 79-3070 0 0,102-62 1696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9:53.70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261 75 725 0 0,'-2'-1'386'0'0,"0"0"1"0"0,1 0-1 0 0,-1 0 1 0 0,1-1-1 0 0,-1 1 0 0 0,1-1 1 0 0,-1 1-1 0 0,1-1 0 0 0,0 1 1 0 0,0-1-1 0 0,0 0 1 0 0,0 1-1 0 0,0-1 0 0 0,0 0 1 0 0,0 0-1 0 0,0 0 0 0 0,0-3 1 0 0,-3-4-206 0 0,2 7 1241 0 0,0-1 0 0 0,1 1 1 0 0,-1 1-1 0 0,0-1 0 0 0,0 0 1 0 0,-1 0-1 0 0,1 1 0 0 0,-5-3 1 0 0,-3-2 995 0 0,6 4-3268 0 0,1 1 1024 0 0,0 0-1 0 0,0-1 1 0 0,0 2-1 0 0,0-1 0 0 0,0 0 1 0 0,0 1-1 0 0,0-1 1 0 0,0 1-1 0 0,0 0 1 0 0,0 0-1 0 0,0 0 0 0 0,-1 0 1 0 0,1 1-1 0 0,0-1 1 0 0,0 1-1 0 0,0 0 1 0 0,0-1-1 0 0,0 2 1 0 0,1-1-1 0 0,-1 0 0 0 0,-4 3 1 0 0,-2 0-6 0 0,2-1-427 0 0,1 1 0 0 0,0 0 0 0 0,-1 0 1 0 0,2 1-1 0 0,-1-1 0 0 0,1 1 0 0 0,-1 0 1 0 0,1 1-1 0 0,1-1 0 0 0,-1 1 1 0 0,1 0-1 0 0,0 0 0 0 0,0 1 0 0 0,1-1 1 0 0,-5 13-1 0 0,1 0-652 0 0,0-1 0 0 0,2 1 0 0 0,1 0 0 0 0,-4 35-1 0 0,7-50 123 0 0,1 0 0 0 0,0 0 0 0 0,0 0 0 0 0,0 0 0 0 0,1 0 0 0 0,-1 0 0 0 0,1 0 0 0 0,0 0 0 0 0,0 0 0 0 0,1-1 0 0 0,2 7 0 0 0,-3-8 525 0 0,0-1 0 0 0,0 0-1 0 0,0 1 1 0 0,0-1 0 0 0,0 0 0 0 0,0 0 0 0 0,0 1-1 0 0,1-1 1 0 0,-1 0 0 0 0,0 0 0 0 0,1-1-1 0 0,2 3 1 0 0,-3-3 280 0 0,1 1 0 0 0,0-1 1 0 0,0 1-1 0 0,0-1 0 0 0,-1 0 0 0 0,1 0 0 0 0,0 0 0 0 0,0 0 0 0 0,0 0 0 0 0,-1 0 0 0 0,1 0 0 0 0,0 0 0 0 0,3-2 0 0 0,3 0 5 0 0,0-1-1 0 0,0 0 1 0 0,0 0-1 0 0,-1-1 1 0 0,1 0-1 0 0,-1 0 1 0 0,0-1-1 0 0,0 0 1 0 0,0-1-1 0 0,-1 1 1 0 0,1-1-1 0 0,-1 0 1 0 0,-1-1-1 0 0,1 1 1 0 0,4-10-1 0 0,-4 6-99 0 0,0 0 0 0 0,-1-1-1 0 0,-1 1 1 0 0,0-1 0 0 0,0 0-1 0 0,-1 0 1 0 0,-1-1 0 0 0,0 1 0 0 0,0-1-1 0 0,-1-22 1 0 0,-1 32-37 0 0,0 1-1 0 0,0-1 1 0 0,0 0 0 0 0,0 0-1 0 0,0 0 1 0 0,1 1 0 0 0,-1-1-1 0 0,0 0 1 0 0,1 1 0 0 0,-1-1-1 0 0,1 0 1 0 0,0 1 0 0 0,0-1 0 0 0,-1 0-1 0 0,1 1 1 0 0,0-1 0 0 0,0 1-1 0 0,1 0 1 0 0,-1-1 0 0 0,0 1-1 0 0,0 0 1 0 0,3-2 0 0 0,-3 1-1096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9:54.00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331 1 761 0 0,'-16'12'2933'0'0,"-17"25"3733"0"0,-9 23-1005 0 0,12-17-1526 0 0,-7 16-2255 0 0,2 2 0 0 0,-52 124 0 0 0,55-113-1462 0 0,18-36-2006 0 0,9-20 673 0 0,5-16 914 0 0,0 0 0 0 0,1 0-1 0 0,-1 0 1 0 0,0 0 0 0 0,0 0-1 0 0,0 0 1 0 0,0 0 0 0 0,0 0-1 0 0,0 0 1 0 0,0 0 0 0 0,0 0-1 0 0,0 0 1 0 0,0 0 0 0 0,0 1-1 0 0,0-1 1 0 0,0 0 0 0 0,0 0-1 0 0,0 0 1 0 0,0 0 0 0 0,1 0-1 0 0,-1 0 1 0 0,0 0 0 0 0,0 0-1 0 0,0 0 1 0 0,0 0 0 0 0,0 0-1 0 0,0 0 1 0 0,0 0 0 0 0,0 0-1 0 0,0 1 1 0 0,0-1 0 0 0,0 0-1 0 0,5-9 2017 0 0,-1-1-1483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9:54.23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1 1064 0 0,'0'0'1149'0'0,"6"12"5388"0"0,-1-5-5228 0 0,1 1-1 0 0,0-1 0 0 0,0 1 0 0 0,0-2 1 0 0,1 1-1 0 0,0-1 0 0 0,1 0 0 0 0,-1 0 1 0 0,14 7-1 0 0,-11-8-1051 0 0,0 0 1 0 0,1-1 0 0 0,0 1 0 0 0,-1-2-1 0 0,2 0 1 0 0,-1 0 0 0 0,0-1-1 0 0,0 0 1 0 0,1-1 0 0 0,-1-1-1 0 0,1 1 1 0 0,-1-2 0 0 0,1 0 0 0 0,-1 0-1 0 0,1-1 1 0 0,20-6 0 0 0,-10 2-258 0 0,-9 3 0 0 0,0-1 0 0 0,1-1 0 0 0,-2 0 0 0 0,15-7 0 0 0,-9 2 0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9:54.69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192 0 689 0 0,'0'0'2003'0'0,"0"3"-1730"0"0,-14 50 21460 0 0,10-27-20703 0 0,-1 20-908 0 0,-3 1-1 0 0,-1-1 0 0 0,-25 71 1 0 0,26-98-122 0 0,-19 30 0 0 0,-8 17 0 0 0,11-13 0 0 0,2-2-2 0 0,21-49-4 0 0,1-5 6 0 0,-1-1 0 0 0,1 0 1 0 0,0 1-1 0 0,1-1 0 0 0,-1 0 1 0 0,1 0-1 0 0,0 1 0 0 0,-1-1 1 0 0,2 1-1 0 0,-1-1 0 0 0,3-5 1 0 0,20-33 3 0 0,-6 22-27 0 0,1 1 0 0 0,1 1-1 0 0,39-29 1 0 0,-42 34 30 0 0,-15 12-6 0 0,-1-1 1 0 0,1 1-1 0 0,-1 0 1 0 0,1 0-1 0 0,0 0 1 0 0,-1 0-1 0 0,1 0 1 0 0,0 0-1 0 0,0 0 1 0 0,0 1-1 0 0,0-1 1 0 0,0 0-1 0 0,0 1 1 0 0,0 0-1 0 0,0-1 1 0 0,0 1-1 0 0,0 0 0 0 0,2 0 1 0 0,-3 1-1 0 0,0-1 0 0 0,0 1 0 0 0,0-1 1 0 0,0 1-1 0 0,0 0 0 0 0,-1-1 0 0 0,1 1 0 0 0,0 0 0 0 0,0-1 1 0 0,0 1-1 0 0,-1 0 0 0 0,1 0 0 0 0,0 0 0 0 0,-1 0 0 0 0,1 0 1 0 0,-1 0-1 0 0,1 0 0 0 0,-1 0 0 0 0,0 0 0 0 0,1 0 0 0 0,-1 0 0 0 0,0 0 1 0 0,0 1-1 0 0,1 5 2 0 0,0 0 0 0 0,-1-1 1 0 0,0 1-1 0 0,0 0 0 0 0,-1 0 1 0 0,0-1-1 0 0,0 1 0 0 0,-4 11 1 0 0,1-6-294 0 0,-4 10-3800 0 0,-8 34-1 0 0,15-50 3535 0 0,0-1 0 0 0,0 0 0 0 0,1 0 0 0 0,0 0 0 0 0,0 1 0 0 0,0-1 0 0 0,0 0 0 0 0,1 0 1 0 0,0 1-1 0 0,0-1 0 0 0,0 0 0 0 0,3 7 0 0 0,-3-11 326 0 0,0 0 0 0 0,-1 0 1 0 0,1-1-1 0 0,0 1 0 0 0,0 0 0 0 0,0 0 1 0 0,0-1-1 0 0,0 1 0 0 0,0-1 0 0 0,0 1 1 0 0,0-1-1 0 0,0 1 0 0 0,0-1 0 0 0,0 0 1 0 0,0 1-1 0 0,0-1 0 0 0,0 0 0 0 0,0 0 1 0 0,0 0-1 0 0,0 0 0 0 0,0 0 0 0 0,0 0 1 0 0,1 0-1 0 0,-1 0 0 0 0,0 0 0 0 0,0-1 1 0 0,1 1-1 0 0,29-11-1151 0 0,-1-5-195 0 0,-18 6 453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9:55.06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95 109 826 0 0,'14'-33'22256'0'0,"-10"23"-21487"0"0,-4 9-711 0 0,0 1 0 0 0,0-1-1 0 0,0 0 1 0 0,1 1 0 0 0,-1-1 0 0 0,0 1 0 0 0,0-1-1 0 0,1 0 1 0 0,-1 1 0 0 0,0-1 0 0 0,1 1 0 0 0,-1-1-1 0 0,0 1 1 0 0,1-1 0 0 0,-1 1 0 0 0,1-1 0 0 0,-1 1-1 0 0,0 0 1 0 0,1-1 0 0 0,0 1 0 0 0,-1-1 0 0 0,1 1-1 0 0,-1 0 1 0 0,1 0 0 0 0,-1-1 0 0 0,2 1 0 0 0,-1 0-33 0 0,-1-1 1 0 0,0 1 0 0 0,1 0 0 0 0,-1 0 0 0 0,1 0 0 0 0,-1-1 0 0 0,1 1 0 0 0,-1 0-1 0 0,0-1 1 0 0,1 1 0 0 0,-1 0 0 0 0,0-1 0 0 0,1 1 0 0 0,-1-1 0 0 0,0 1 0 0 0,1 0-1 0 0,-1-1 1 0 0,0 1 0 0 0,0-1 0 0 0,0 1 0 0 0,1-1 0 0 0,-1 1 0 0 0,0-1 0 0 0,0 1-1 0 0,0-1 1 0 0,0 1 0 0 0,0-1 0 0 0,0 1 0 0 0,0-1 0 0 0,0 0 0 0 0,0-2-26 0 0,-6-27-5 0 0,6 29 5 0 0,0 1 0 0 0,-1-1 0 0 0,1 1 0 0 0,-1-1 0 0 0,1 1 0 0 0,-1-1 0 0 0,1 1 0 0 0,-1 0-1 0 0,0-1 1 0 0,1 1 0 0 0,-1 0 0 0 0,1 0 0 0 0,-1-1 0 0 0,0 1 0 0 0,1 0 0 0 0,-1 0 0 0 0,0 0-1 0 0,1 0 1 0 0,-1 0 0 0 0,1 0 0 0 0,-1 0 0 0 0,0 0 0 0 0,1 0 0 0 0,-1 0 0 0 0,-1 0 0 0 0,-21 11 1 0 0,-15 20 5 0 0,19-5-1743 0 0,14-18 375 0 0,1 0 1 0 0,0 1 0 0 0,0-1-1 0 0,-2 11 1 0 0,4-15 823 0 0,1 0 1 0 0,0 0-1 0 0,0 0 0 0 0,0 0 1 0 0,1 1-1 0 0,-1-1 0 0 0,1 0 1 0 0,0 1-1 0 0,0-1 0 0 0,1 0 1 0 0,-1 0-1 0 0,1 1 0 0 0,0-1 1 0 0,0 0-1 0 0,1 0 0 0 0,-1 0 1 0 0,1 0-1 0 0,3 6 0 0 0,-2-7 439 0 0,-1 0 0 0 0,1 0 0 0 0,0-1 0 0 0,0 1 0 0 0,1-1-1 0 0,-1 0 1 0 0,0 0 0 0 0,1 0 0 0 0,-1-1 0 0 0,1 1 0 0 0,-1-1-1 0 0,1 0 1 0 0,0 0 0 0 0,0 0 0 0 0,0 0 0 0 0,-1-1-1 0 0,1 1 1 0 0,0-1 0 0 0,0 0 0 0 0,0 0 0 0 0,0-1 0 0 0,0 1-1 0 0,0-1 1 0 0,-1 0 0 0 0,6-1 0 0 0,0 0-300 0 0,-1-1 0 0 0,1 0 0 0 0,0 0 0 0 0,-1-1 0 0 0,0 0 0 0 0,0 0 0 0 0,0-1 0 0 0,0 0 0 0 0,11-11 0 0 0,-8 6-484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9:55.36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47 3 653 0 0,'0'0'1377'0'0,"-3"8"5181"0"0,-3 10-2287 0 0,-6 36-810 0 0,4-23-988 0 0,1 0 1 0 0,2 0-1 0 0,-1 34 1 0 0,6-24-2474 0 0,6-74-1273 0 0,2 0 1 0 0,12-32-1 0 0,-16 51 764 0 0,1 0 0 0 0,1 1 0 0 0,1 0 0 0 0,0 0 0 0 0,0 1 0 0 0,1 0 0 0 0,1 0 0 0 0,11-13 0 0 0,-1 10-3676 0 0,-7 7-3752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9:57.41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1 702 0 0,'7'4'6158'0'0,"11"-7"12048"0"0,-16 3-17060 0 0,0 0-1146 0 0,2 9-3 0 0,-2-5 4 0 0,0-1-1 0 0,0 1 0 0 0,-1 0 1 0 0,0-1-1 0 0,1 1 1 0 0,-1 0-1 0 0,0 0 0 0 0,-1 0 1 0 0,1-1-1 0 0,-1 1 1 0 0,1 0-1 0 0,-2 5 0 0 0,2 32 0 0 0,-4-2-58 0 0,3-37 77 0 0,3 27-2464 0 0,-2-23-2946 0 0,2 3 5704 0 0,-3-8-120 0 0,1-1 0 0 0,-1 1-1 0 0,0-1 1 0 0,1 1 0 0 0,-1 0 0 0 0,0-1 0 0 0,1 1 0 0 0,-1-1 0 0 0,1 1 0 0 0,-1-1 0 0 0,1 1 0 0 0,-1-1 0 0 0,1 0 0 0 0,-1 1-1 0 0,1-1 1 0 0,-1 0 0 0 0,1 1 0 0 0,-1-1 0 0 0,1 0 0 0 0,0 1 0 0 0,-1-1 0 0 0,1 0 0 0 0,0 0 0 0 0,-1 0 0 0 0,1 0 0 0 0,0 0 0 0 0,-1 0-1 0 0,1 0 1 0 0,0 0 0 0 0,-1 0 0 0 0,1 0 0 0 0,0 0 0 0 0,-1 0 0 0 0,1 0 0 0 0,0 0 0 0 0,-1-1 0 0 0,1 1 0 0 0,0-1 0 0 0,36-26-2617 0 0,-19 9-2091 0 0,0-2 0 0 0,17-25 0 0 0,-12 15 1614 0 0,-22 29 1756 0 0,12-11 1088 0 0,-14 28-21 0 0,-2 1 0 0 0,1-1-1 0 0,-2 0 1 0 0,-10 31 0 0 0,8-31 21 0 0,1 0-1 0 0,1 0 1 0 0,1 0 0 0 0,-3 33 0 0 0,6-46 128 0 0,0-2-50 0 0,0 0 0 0 0,0 0 0 0 0,1 0-1 0 0,-1 0 1 0 0,1 0 0 0 0,-1 0 0 0 0,1 0 0 0 0,-1 0 0 0 0,1 0-1 0 0,0 0 1 0 0,-1 0 0 0 0,1-1 0 0 0,0 1 0 0 0,0 0 0 0 0,0 0-1 0 0,-1-1 1 0 0,1 1 0 0 0,0 0 0 0 0,0-1 0 0 0,0 1 0 0 0,0-1-1 0 0,0 1 1 0 0,0-1 0 0 0,0 0 0 0 0,1 1 0 0 0,-1-1 0 0 0,0 0 0 0 0,0 0-1 0 0,0 0 1 0 0,0 0 0 0 0,0 0 0 0 0,0 0 0 0 0,0 0 0 0 0,1 0-1 0 0,-1 0 1 0 0,0 0 0 0 0,0-1 0 0 0,0 1 0 0 0,0 0 0 0 0,0-1-1 0 0,0 1 1 0 0,0-1 0 0 0,0 1 0 0 0,0-1 0 0 0,0 1 0 0 0,0-1-1 0 0,0 0 1 0 0,-1 0 0 0 0,1 1 0 0 0,0-1 0 0 0,0 0 0 0 0,0-1 0 0 0,68-57-882 0 0,2-2-3341 0 0,-59 48 2667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9:57.663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153 1 969 0 0,'-1'0'361'0'0,"0"0"0"0"0,0-1 0 0 0,0 1 0 0 0,0 0-1 0 0,0 0 1 0 0,0 0 0 0 0,1 0 0 0 0,-1 0 0 0 0,0 0 0 0 0,0 0 0 0 0,0 1 0 0 0,0-1-1 0 0,0 0 1 0 0,0 0 0 0 0,0 1 0 0 0,0-1 0 0 0,0 1 0 0 0,1-1 0 0 0,-1 1 0 0 0,0-1 0 0 0,0 1-1 0 0,1-1 1 0 0,-1 1 0 0 0,0-1 0 0 0,0 1 0 0 0,1 0 0 0 0,-1 0 0 0 0,1-1 0 0 0,-1 1-1 0 0,1 0 1 0 0,-1 0 0 0 0,0 1 0 0 0,-22 37 8562 0 0,15-25-5233 0 0,-25 45-3352 0 0,-29 69 0 0 0,63-121-4828 0 0,8-7 4062 0 0,10-8 4463 0 0,-8-2-3105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9:57.81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1 1261 0 0,'0'0'2578'0'0,"6"20"19797"0"0,6-11-22931 0 0,-3-1 1112 0 0,-5 3-556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9:58.21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251 23 1163 0 0,'-9'-14'2187'0'0,"9"13"-1752"0"0,0 1 1 0 0,-1-1-1 0 0,1 0 0 0 0,-1 1 0 0 0,1-1 0 0 0,-1 1 1 0 0,0-1-1 0 0,1 1 0 0 0,-1-1 0 0 0,1 1 0 0 0,-1 0 1 0 0,0-1-1 0 0,1 1 0 0 0,-1 0 0 0 0,0 0 1 0 0,1-1-1 0 0,-1 1 0 0 0,-1 0 0 0 0,-1 1 929 0 0,0-1 0 0 0,-1 1 0 0 0,1 0-1 0 0,0 1 1 0 0,1-1 0 0 0,-1 1 0 0 0,0-1-1 0 0,0 1 1 0 0,-3 3 0 0 0,-8 4-407 0 0,10-6-971 0 0,0 0 0 0 0,0 1 0 0 0,1-1 0 0 0,0 1 0 0 0,0 0 1 0 0,0 0-1 0 0,0 0 0 0 0,0 1 0 0 0,1-1 0 0 0,0 0 0 0 0,0 1 0 0 0,0 0 1 0 0,1-1-1 0 0,-2 7 0 0 0,-1 4-129 0 0,1 0 1 0 0,1 0 0 0 0,-1 21-1 0 0,4 18-4411 0 0,1-42 2258 0 0,-1-1-1 0 0,2 1 0 0 0,-1-1 0 0 0,8 19 1 0 0,-9-27 2305 0 0,1 15-947 0 0,-2-16 1340 0 0,0-1 0 0 0,1 1 1 0 0,-1 0-1 0 0,0 0 0 0 0,0 0 0 0 0,0 0 1 0 0,0 0-1 0 0,0 0 0 0 0,0 0 0 0 0,-1 0 1 0 0,1-1-1 0 0,-1 1 0 0 0,1 0 0 0 0,-1 0 1 0 0,0 0-1 0 0,0-1 0 0 0,1 1 0 0 0,-1 0 1 0 0,0-1-1 0 0,-1 1 0 0 0,1-1 0 0 0,0 1 1 0 0,0-1-1 0 0,-3 3 0 0 0,-2 1 483 0 0,-1 0-1 0 0,0 0 1 0 0,1-1-1 0 0,-11 5 1 0 0,7-4-2867 0 0,-1-1 1 0 0,0 0-1 0 0,0-1 1 0 0,-19 4-1 0 0,30-7 1838 0 0,-1 0 0 0 0,0 0 0 0 0,1 0 0 0 0,-1 1 0 0 0,0-1 0 0 0,1 0 0 0 0,-1 0 0 0 0,0 0 0 0 0,1 0 0 0 0,-1 0 0 0 0,0 0 0 0 0,1 0 0 0 0,-1-1 0 0 0,0 1 0 0 0,1 0 0 0 0,-1 0 0 0 0,0 0 0 0 0,1-1 0 0 0,-1 1 0 0 0,0 0 0 0 0,1-1 0 0 0,-1 1 0 0 0,1 0 0 0 0,-1-1 0 0 0,1 1 0 0 0,-1-1 0 0 0,1 1 0 0 0,-2-2 0 0 0,2 1-10 0 0,0 0 0 0 0,0 0 0 0 0,0 0-1 0 0,-1 0 1 0 0,1-1 0 0 0,0 1 0 0 0,1 0-1 0 0,-1 0 1 0 0,0 0 0 0 0,0 0 0 0 0,0-1 0 0 0,1 1-1 0 0,-1 0 1 0 0,1-2 0 0 0,20-32-1468 0 0,-15 28 1214 0 0,0 1 0 0 0,0 0-1 0 0,1 1 1 0 0,12-9-1 0 0,6-5-1050 0 0,-9 5 34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09:58.63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5 167 1048 0 0,'20'3'554'0'0,"-15"-3"1149"0"0,2 0-200 0 0,8 0 2852 0 0,-5-2 4847 0 0,13-14-7590 0 0,-15 11-833 0 0,1-1 1 0 0,-1 0 0 0 0,0-1-1 0 0,0 0 1 0 0,-1 0-1 0 0,1-1 1 0 0,7-12 0 0 0,-8 10-780 0 0,-4 1 0 0 0,-2-14 0 0 0,0 22-1 0 0,-1-1 1 0 0,0 1 0 0 0,1 0 0 0 0,-1-1 0 0 0,0 1 0 0 0,0-1 0 0 0,0 1 0 0 0,0 0 0 0 0,0-1-1 0 0,0 1 1 0 0,0-1 0 0 0,0 1 0 0 0,-1 0 0 0 0,1-1 0 0 0,0 1 0 0 0,-1 0 0 0 0,1-1 0 0 0,-1 1-1 0 0,0 0 1 0 0,1 0 0 0 0,-1 0 0 0 0,0-1 0 0 0,0 1 0 0 0,0 0 0 0 0,0 0 0 0 0,0 0-1 0 0,0 0 1 0 0,0 0 0 0 0,0 1 0 0 0,0-1 0 0 0,0 0 0 0 0,0 0 0 0 0,-1 1 0 0 0,1-1 0 0 0,0 1-1 0 0,-1-1 1 0 0,1 1 0 0 0,0-1 0 0 0,-1 1 0 0 0,1 0 0 0 0,0 0 0 0 0,-1-1 0 0 0,1 1 0 0 0,-1 0-1 0 0,-1 1 1 0 0,1-1 1 0 0,0 1-1 0 0,0 0 0 0 0,0 0 1 0 0,0 0-1 0 0,0 1 0 0 0,0-1 1 0 0,0 0-1 0 0,0 1 1 0 0,1-1-1 0 0,-1 1 0 0 0,0 0 1 0 0,1-1-1 0 0,-3 5 0 0 0,2-4 1 0 0,-10 12-917 0 0,0 0 1 0 0,1 1 0 0 0,1 0 0 0 0,1 1 0 0 0,-8 17 0 0 0,-6 31-7254 0 0,20-53 7923 0 0,1 0 0 0 0,0 1 0 0 0,1-1 0 0 0,0 13 0 0 0,1-18 294 0 0,1-1-1 0 0,-1 1 1 0 0,1-1-1 0 0,0 1 1 0 0,0-1 0 0 0,0 1-1 0 0,1-1 1 0 0,0 0-1 0 0,0 1 1 0 0,0-1 0 0 0,1 0-1 0 0,-1 0 1 0 0,1-1 0 0 0,1 1-1 0 0,-1 0 1 0 0,1-1-1 0 0,-1 0 1 0 0,1 0 0 0 0,0 0-1 0 0,1 0 1 0 0,-1-1-1 0 0,7 4 1 0 0,-5-4-202 0 0,0 0 1 0 0,0 0-1 0 0,1-1 0 0 0,-1 0 1 0 0,1-1-1 0 0,-1 1 0 0 0,1-1 0 0 0,-1-1 1 0 0,1 1-1 0 0,0-1 0 0 0,-1 0 1 0 0,1 0-1 0 0,0-1 0 0 0,-1 0 0 0 0,9-2 1 0 0,11-4-1727 0 0,-1-1 1 0 0,36-16 0 0 0,-52 20 1169 0 0,37-16-2892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0:05.62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63 862 0 0,'0'0'4037'0'0,"6"-1"-1634"0"0,11-3 13035 0 0,217-42-11658 0 0,-182 39-3888 0 0,-1 3 0 0 0,85 4 1 0 0,-91 5 111 0 0,-43-5-3 0 0,-22 14 11 0 0,-25 2-47 0 0,-1-2 0 0 0,0-2 1 0 0,-66 9-1 0 0,57-11-89 0 0,-53 7-3553 0 0,-1-10-10036 0 0,107-7 13772 0 0,35-3-1007 0 0,-20 2 913 0 0,253-34-65 0 0,-4-17 198 0 0,-251 51 11713 0 0,-34-1-2376 0 0,8 3-12125 0 0,-100 14 493 0 0,-126 14-11873 0 0,137-21 12473 0 0,55-8 12021 0 0,57-2-4565 0 0,2 0-4276 0 0,94-14-1551 0 0,0 1-3785 0 0,134-20-10589 0 0,-235 35 14798 0 0,-6 2-188 0 0,-18 4-118 0 0,-28 8-204 0 0,-79 13 117 0 0,-133 12-1 0 0,223-36-27 0 0,36-3-17 0 0,31-4-198 0 0,407-54 932 0 0,-422 56-673 0 0,-34 6-376 0 0,-34 7 185 0 0,-13 3 46 0 0,-2-2 0 0 0,-93 2-1 0 0,160-14 69 0 0,5-1 1644 0 0,18-4 11224 0 0,-16 4-10381 0 0,177-28-6022 0 0,-53 10 2166 0 0,-127 19 2041 0 0,-22-7 3556 0 0,1 7-4226 0 0,0 1 0 0 0,0 1-1 0 0,-33 7 1 0 0,0-1 7 0 0,-72 3-1408 0 0,94-9-7022 0 0,100-9 4438 0 0,38-2 10720 0 0,-55 5-5128 0 0,-51 4-1584 0 0,8-1-2244 0 0,4 0-169 0 0,-26 4-3115 0 0,-195 40 4065 0 0,158-31 1354 0 0,47-11 96 0 0,6-1-95 0 0,0 0 80 0 0,-1 0-1 0 0,1-1 1 0 0,0 1 0 0 0,0-1 0 0 0,-1 0 0 0 0,5-1 0 0 0,4-1 147 0 0,63-8 2592 0 0,78-13 2280 0 0,-54 4-9875 0 0,-97 19 4674 0 0,-12 1 9134 0 0,-1 2-4196 0 0,-3 0-3020 0 0,-7 3-3262 0 0,-2 1 1576 0 0,-88 15-3369 0 0,-66 12-9913 0 0,175-33 13229 0 0,15-4 13994 0 0,2 1-11459 0 0,106-19-3969 0 0,30-6 3154 0 0,-131 24-1679 0 0,-30 7-26 0 0,-33 9-51 0 0,11-6-311 0 0,-18 3 749 0 0,36-5-295 0 0,16-3-354 0 0,63-6-26 0 0,0-7-3923 0 0,14-1 1061 0 0,-71 12 5961 0 0,1-1-3373 0 0,-18 8 560 0 0,-34 15 5476 0 0,32-16-5485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0:34.388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190 1 654 0 0,'5'14'14884'0'0,"-12"-13"-8085"0"0,-6 2-2935 0 0,-13 17-3874 0 0,26-19-24 0 0,-53 35 72 0 0,34-21-467 0 0,-22 16 920 0 0,19-18-6869 0 0,20-12 6467 0 0,-6 0-4464 0 0,4 2 3356 0 0,8 5 5529 0 0,10 3 4071 0 0,-5-4-6568 0 0,-4-4-5680 0 0,56 55-7922 0 0,-31-28 6264 0 0,17 22 5175 0 0,-46-50 119 0 0,9 23 34 0 0,-10-24-205 0 0,1 1-1 0 0,-1-1 0 0 0,1 0 1 0 0,0 1-1 0 0,-1-1 1 0 0,1 0-1 0 0,0 0 1 0 0,0 1-1 0 0,0-1 1 0 0,0 0-1 0 0,0 0 1 0 0,0 0-1 0 0,0 0 1 0 0,0 0-1 0 0,0 0 0 0 0,1 0 1 0 0,-1-1-1 0 0,0 1 1 0 0,1 0-1 0 0,-1-1 1 0 0,0 1-1 0 0,1-1 1 0 0,-1 1-1 0 0,1-1 1 0 0,1 0-1 0 0,-1 1-1436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0:35.78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17 430 0 0,'13'-15'22122'0'0,"-12"16"-21450"0"0,45 3 2556 0 0,9-6-3034 0 0,-21-1-626 0 0,521 1 432 0 0,-80 7-12677 0 0,-427-6 12348 0 0,0 1-21 0 0,12 3 5081 0 0,22 1-66 0 0,2-3-6824 0 0,-105 2 6790 0 0,-9 1-3946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0:39.40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1 189 0 0,'0'0'99'0'0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0:39.883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199 1 534 0 0,'-1'1'13807'0'0,"-7"2"-5474"0"0,-6 8-4438 0 0,7 7-3914 0 0,5-11-405 0 0,-2 1 428 0 0,-1 0 0 0 0,-1-1 0 0 0,0 1 0 0 0,0-1 0 0 0,0 0 0 0 0,-1-1 0 0 0,0 1 0 0 0,0-1 0 0 0,-1-1 0 0 0,0 1 0 0 0,-12 6 0 0 0,-6 5 17 0 0,-23 19-119 0 0,48-35 61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1:50.10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252 20 482 0 0,'0'0'576'0'0,"19"-17"22356"0"0,-18 15-21560 0 0,-2 3-520 0 0,-7 6-297 0 0,-3 3-1110 0 0,-30 20 536 0 0,-69 38 0 0 0,43-36 5 0 0,65-31 39 0 0,-20 19-2247 0 0,12-12 4471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4:46.03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10 433 1220 0 0,'-9'-18'5745'0'0,"29"14"-5657"0"0,1 1-1 0 0,0 1 1 0 0,0 1 0 0 0,0 1 0 0 0,36 5-1 0 0,-4-2-23 0 0,899-24 1157 0 0,-911 19-1196 0 0,640-1 561 0 0,-478 6-384 0 0,141 2-40 0 0,513-5 349 0 0,41-57 258 0 0,-104-43-511 0 0,-321 35-315 0 0,-104 21 227 0 0,594-61-312 0 0,-471 81 267 0 0,50 38-92 0 0,-287 21-88 0 0,-152-18 132 0 0,172 39-76 0 0,-83-14 64 0 0,-28 3-122 0 0,-137-36 26 0 0,60 19 82 0 0,86 24-9 0 0,-110-41-36 0 0,0-3-1 0 0,0-3 1 0 0,124-6 0 0 0,-183 1-10 0 0,230 6 66 0 0,-231-6 57 0 0,26 5 93 0 0,-28-4-89 0 0,0-1-1 0 0,0 1 1 0 0,0 0 0 0 0,0 0 0 0 0,0-1-1 0 0,0 1 1 0 0,0-1 0 0 0,0 1-1 0 0,0-1 1 0 0,0 0 0 0 0,0 1-1 0 0,1-1 1 0 0,-1 0 0 0 0,0 0 0 0 0,0 1-1 0 0,0-1 1 0 0,1 0 0 0 0,-1 0-1 0 0,0-1 1 0 0,0 1 0 0 0,0 0 0 0 0,0 0-1 0 0,1 0 1 0 0,-1-1 0 0 0,0 1-1 0 0,0-1 1 0 0,0 1 0 0 0,0-1-1 0 0,2-1 1 0 0,-1 2-84 0 0,34-9-42 0 0,-31 8 257 0 0,1 1 0 0 0,-1 0-1 0 0,0 0 1 0 0,1 1 0 0 0,-1-1 0 0 0,7 3-1 0 0,20 0-394 0 0,-29-3 179 0 0,9 3-37 0 0,-11-3 4 0 0,-1 1 0 0 0,1-1 0 0 0,-1 0 1 0 0,0 0-1 0 0,1 0 0 0 0,-1 0 0 0 0,1 0 1 0 0,-1 0-1 0 0,1 0 0 0 0,-1 1 0 0 0,0-1 0 0 0,1 0 1 0 0,-1-1-1 0 0,1 1 0 0 0,-1 0 0 0 0,1 0 1 0 0,-1 0-1 0 0,0 0 0 0 0,1 0 0 0 0,-1 0 0 0 0,1 0 1 0 0,-1-1-1 0 0,0 1 0 0 0,1 0 0 0 0,-1 0 0 0 0,1-1 1 0 0,-1 1-1 0 0,0 0 0 0 0,0 0 0 0 0,1-1 1 0 0,-1 1-1 0 0,0 0 0 0 0,1-1 0 0 0,-1 1 0 0 0,0 0 1 0 0,0-1-1 0 0,0 1 0 0 0,1-1 0 0 0,-1 1 1 0 0,0 0-1 0 0,0-1 0 0 0,0 0 0 0 0,1 0 72 0 0,20 12-182 0 0,-6-11 50 0 0,-1-1-1 0 0,1-1 1 0 0,0 0-1 0 0,-1-1 1 0 0,1 0 0 0 0,20-9-1 0 0,-27 9-50 0 0,199-49-969 0 0,-122 33 1197 0 0,-134 12 126 0 0,-231 37 431 0 0,277-30-611 0 0,3-1-296 0 0,1 0 120 0 0,0 0 1 0 0,-1 0 0 0 0,1-1-1 0 0,-1 1 1 0 0,1 0 0 0 0,0 0-1 0 0,0 1 1 0 0,0-1 0 0 0,0 0-1 0 0,0 0 1 0 0,-1 0 0 0 0,1 0 0 0 0,1 1-1 0 0,-1-1 1 0 0,0 1 0 0 0,0-1-1 0 0,0 1 1 0 0,0-1 0 0 0,0 1-1 0 0,0-1 1 0 0,1 1 0 0 0,-1 0 0 0 0,0 0-1 0 0,0 0 1 0 0,1-1 0 0 0,1 1-1 0 0,-2 0 209 0 0,0 0-383 0 0,-8 9-553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5:19.6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202 0 1457 0 0,'0'0'6056'0'0,"6"2"-3391"0"0,12 6 10370 0 0,13 7-11390 0 0,38 23 0 0 0,27 25-5966 0 0,-13-8-7001 0 0,-65-40 11292 0 0,-14-8 2660 0 0,-2 1 6915 0 0,-3-2-5702 0 0,-11 7-5579 0 0,10-12 2674 0 0,-27 19-3734 0 0,-1-1 0 0 0,-1-1 0 0 0,-54 22-1 0 0,-19 11 46 0 0,25-9 2889 0 0,-53 31-146 0 0,131-73-253 0 0,-11 5-9229 0 0,2-1 7004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5:20.4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848 16 1290 0 0,'0'0'1039'0'0,"-10"-15"6040"0"0,7 17-6090 0 0,0 0-1 0 0,0 1 1 0 0,1-1-1 0 0,0 1 1 0 0,-1-1-1 0 0,1 1 1 0 0,0 0-1 0 0,0 0 1 0 0,1 0 0 0 0,-1 0-1 0 0,0 0 1 0 0,1 0-1 0 0,0 1 1 0 0,0-1-1 0 0,0 0 1 0 0,-1 4 0 0 0,-1 9-990 0 0,-1 4 0 0 0,-1 0-1 0 0,0-1 0 0 0,-2 0 1 0 0,-15 32-1 0 0,20-47 2 0 0,-1 1 0 0 0,-1 0 0 0 0,1 0 1 0 0,-1-1-1 0 0,1 0 0 0 0,-1 0 0 0 0,0 0 0 0 0,-1 0 0 0 0,1-1 0 0 0,-1 1 0 0 0,1-1 0 0 0,-1 0 0 0 0,0-1 1 0 0,0 1-1 0 0,-1-1 0 0 0,1 0 0 0 0,0 0 0 0 0,-1-1 0 0 0,1 1 0 0 0,-1-1 0 0 0,-9 0 0 0 0,9 0-81 0 0,0-1-1 0 0,1 1 0 0 0,-1-2 0 0 0,0 1 0 0 0,1 0 1 0 0,-1-1-1 0 0,1 0 0 0 0,-1-1 0 0 0,1 1 1 0 0,-1-1-1 0 0,1 0 0 0 0,0 0 0 0 0,0-1 1 0 0,0 1-1 0 0,0-1 0 0 0,-9-7 0 0 0,10 6-412 0 0,0-1-1 0 0,1 1 1 0 0,-1-1-1 0 0,1 0 1 0 0,0 0-1 0 0,0 0 1 0 0,1-1 0 0 0,-1 1-1 0 0,1-1 1 0 0,0 1-1 0 0,1-1 1 0 0,-1 0-1 0 0,1 1 1 0 0,0-1-1 0 0,1 0 1 0 0,-1-6-1 0 0,0-4 1511 0 0,-3-39-5759 0 0,4 52 4784 0 0,2-18-240 0 0,-14 71 9776 0 0,-2 0-5210 0 0,-8 19-4211 0 0,8-30-1995 0 0,-2-1-1 0 0,-25 43 1 0 0,-8-6-3525 0 0,-35 29 3143 0 0,-72 54 476 0 0,111-114-1289 0 0,3-11-2051 0 0,29-23 2094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5:20.8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0 1650 0 0,'0'0'6995'0'0,"-6"14"-5810"0"0,5-8 2109 0 0,11 12 8043 0 0,-3-1-8123 0 0,-7-15-3654 0 0,1 0 0 0 0,0 0 1 0 0,0 1-1 0 0,0-1 0 0 0,0 0 0 0 0,0 0 1 0 0,1 0-1 0 0,-1 0 0 0 0,0 0 0 0 0,1 0 1 0 0,2 2-1 0 0,-1-3 653 0 0,-1 0 0 0 0,0-1 0 0 0,0 1 1 0 0,0-1-1 0 0,1 0 0 0 0,-1 1 0 0 0,0-1 0 0 0,1 0 0 0 0,-1 0 1 0 0,0-1-1 0 0,0 1 0 0 0,1 0 0 0 0,-1-1 0 0 0,0 1 0 0 0,0-1 0 0 0,3-1 1 0 0,36-17-1728 0 0,-39 18 1180 0 0,9-5-305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5:21.0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 1186 0 0,'8'-3'-1519'0'0,"-1"2"6033"0"0,-7 1-4263 0 0,0 1 0 0 0,0-1-1 0 0,0 0 1 0 0,0 1-1 0 0,0-1 1 0 0,0 1 0 0 0,0-1-1 0 0,0 1 1 0 0,0-1-1 0 0,0 1 1 0 0,0-1 0 0 0,0 1-1 0 0,-1-1 1 0 0,1 0-1 0 0,0 1 1 0 0,0-1-1 0 0,-1 1 1 0 0,1-1 0 0 0,0 0-1 0 0,-1 1 1 0 0,1-1-1 0 0,0 0 1 0 0,-1 1 0 0 0,1-1-1 0 0,0 0 1 0 0,-1 1-1 0 0,1-1 1 0 0,-1 0 0 0 0,1 0-1 0 0,-1 1 1 0 0,8 9 11516 0 0,2 1-8340 0 0,-3-5-5514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5:21.9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616 154 884 0 0,'-19'15'2725'0'0,"16"-13"-1471"0"0,0-1-1 0 0,0 1 1 0 0,0-1-1 0 0,-1 0 1 0 0,1 0-1 0 0,0 0 1 0 0,-5 1 0 0 0,-29-3 8710 0 0,4-4-7352 0 0,31 5-2865 0 0,-1 0 0 0 0,1-1 0 0 0,0 1 0 0 0,0 0 0 0 0,0-1 0 0 0,0 0 0 0 0,0 0 0 0 0,0 1 0 0 0,0-1 0 0 0,0 0 0 0 0,0-1 0 0 0,0 1 0 0 0,1 0 0 0 0,-1 0 0 0 0,0-1 0 0 0,1 1 0 0 0,-1-1 0 0 0,1 1 0 0 0,0-1 0 0 0,-1 0 0 0 0,1 0 0 0 0,-1-2 0 0 0,-2-2-388 0 0,3 5 827 0 0,-7-21 6077 0 0,9 18-6296 0 0,-1 1 0 0 0,1-1 0 0 0,0 1 1 0 0,0 0-1 0 0,0-1 0 0 0,0 1 1 0 0,1 0-1 0 0,-1 0 0 0 0,1 0 0 0 0,0 0 1 0 0,0 0-1 0 0,0 0 0 0 0,0 0 1 0 0,1 1-1 0 0,-1-1 0 0 0,4-2 1 0 0,3-5-1605 0 0,28-25-3558 0 0,-9 18-4710 0 0,-27 16 9854 0 0,21 17-1235 0 0,-19-12 1484 0 0,0 0 0 0 0,0 1 0 0 0,-1-1 0 0 0,0 0 0 0 0,1 1 0 0 0,-1 0 0 0 0,-1-1 0 0 0,1 1 0 0 0,-1 0-1 0 0,0 0 1 0 0,0 0 0 0 0,0 0 0 0 0,-1 0 0 0 0,0 0 0 0 0,0 0 0 0 0,0 0 0 0 0,0 0 0 0 0,-1 1 0 0 0,0-1 0 0 0,0-1 0 0 0,0 1 0 0 0,-3 7 0 0 0,0 0-43 0 0,-1 0-1 0 0,0 0 0 0 0,-8 13 0 0 0,-21 24-2888 0 0,10-24 2608 0 0,-2-1 0 0 0,-1-1 1 0 0,0-1-1 0 0,-2-2 0 0 0,0-1 0 0 0,-1-1 1 0 0,-1-1-1 0 0,-1-2 0 0 0,0-1 0 0 0,-1-1 1 0 0,-36 8-1 0 0,59-19-566 0 0,0 0 0 0 0,0 0-1 0 0,0-1 1 0 0,0-1 0 0 0,0 0 0 0 0,0 0 0 0 0,0-1 0 0 0,-18-4-1 0 0,1-2-1570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5:22.2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653 0 1499 0 0,'0'0'1763'0'0,"-14"4"6024"0"0,4 0-6416 0 0,1 0 0 0 0,-1 1 1 0 0,1 0-1 0 0,0 0 0 0 0,0 1 0 0 0,1 1 1 0 0,-1-1-1 0 0,-11 14 0 0 0,-18 12 1453 0 0,-42 24-4329 0 0,-149 74 1 0 0,150-96-4656 0 0,54-24 1303 0 0,-43 22 1 0 0,67-31 4841 0 0,-1-1-1 0 0,1 0 0 0 0,-1 1 1 0 0,1-1-1 0 0,0 0 1 0 0,-1 0-1 0 0,1 0 0 0 0,-1 0 1 0 0,1 0-1 0 0,0 0 1 0 0,-1 0-1 0 0,1 0 0 0 0,-3-1 1 0 0,2 0 633 0 0,0 1-1889 0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5:22.6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23 1181 0 0,'0'0'5203'0'0,"-11"5"-1379"0"0,3-2 4854 0 0,4-2-3470 0 0,1-3-2208 0 0,3 2-3084 0 0,0-1-1 0 0,-1 1 1 0 0,1-1-1 0 0,0 1 1 0 0,-1-1-1 0 0,1 1 1 0 0,0 0-1 0 0,-1-1 1 0 0,1 1-1 0 0,-1 0 0 0 0,1-1 1 0 0,-1 1-1 0 0,1 0 1 0 0,-1-1-1 0 0,1 1 1 0 0,-1 0-1 0 0,1 0 1 0 0,-1-1-1 0 0,1 1 0 0 0,-1 0 1 0 0,0 0-1 0 0,1 0 1 0 0,-1 0-1 0 0,1 0 1 0 0,-1 0-1 0 0,1 0 1 0 0,-1 0-1 0 0,0 0 0 0 0,1 0 1 0 0,-1 0-1 0 0,1 0 1 0 0,-2 1-1 0 0,0-25-1279 0 0,-7 28-955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5:24.7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2373 223 806 0 0,'5'-24'3136'0'0,"1"9"-769"0"0,7-6 6451 0 0,10 1-35 0 0,0 4-6479 0 0,-14 11-2310 0 0,0 1 1 0 0,1 0 0 0 0,0 0-1 0 0,-1 1 1 0 0,21-3 0 0 0,0 3 22 0 0,-25 2-16 0 0,0 1 0 0 0,-1-1 0 0 0,1 0 0 0 0,0 0 0 0 0,0 0 0 0 0,0 0 0 0 0,-1-1 0 0 0,1 0 0 0 0,-1 0 0 0 0,0 0 0 0 0,1-1 1 0 0,-1 1-1 0 0,7-6 0 0 0,-4 3-412 0 0,1 0 0 0 0,0 1 0 0 0,0 0 0 0 0,1 1 1 0 0,-1 0-1 0 0,13-3 0 0 0,-15 5-156 0 0,-1 0 0 0 0,0-1 0 0 0,0 0-1 0 0,1 0 1 0 0,-1 0 0 0 0,-1-1 0 0 0,9-4 0 0 0,-12 6 275 0 0,-1 0-108 0 0,0 1-1 0 0,0-1 0 0 0,0 1 1 0 0,0-1-1 0 0,0 1 0 0 0,0 0 1 0 0,0-1-1 0 0,0 1 0 0 0,0-1 1 0 0,-1 1-1 0 0,1 0 0 0 0,0-1 1 0 0,0 1-1 0 0,0-1 0 0 0,-1 1 1 0 0,1 0-1 0 0,-2-2-2404 0 0,1 2 2404 0 0,1-1 1 0 0,0 1-1 0 0,-1 0 0 0 0,-15-2-1459 0 0,-13 7 3096 0 0,-28 13-477 0 0,1 2 0 0 0,-105 54 1 0 0,157-72-741 0 0,0 0 0 0 0,0 1 1 0 0,1-1-1 0 0,-1 1 0 0 0,1 0 1 0 0,-1 0-1 0 0,1 0 0 0 0,0 1 1 0 0,0-1-1 0 0,1 1 0 0 0,-1 0 0 0 0,1-1 1 0 0,0 1-1 0 0,0 0 0 0 0,0 1 1 0 0,0-1-1 0 0,1 0 0 0 0,-1 0 1 0 0,1 1-1 0 0,-1 5 0 0 0,2-6-13 0 0,0-1-1 0 0,1 1 1 0 0,-1 0-1 0 0,0 0 1 0 0,1-1-1 0 0,0 1 1 0 0,0-1-1 0 0,0 1 1 0 0,0-1-1 0 0,1 1 1 0 0,-1-1-1 0 0,1 0 1 0 0,0 1-1 0 0,0-1 1 0 0,0 0-1 0 0,1 0 0 0 0,-1 0 1 0 0,1-1-1 0 0,-1 1 1 0 0,1-1-1 0 0,0 1 1 0 0,0-1-1 0 0,0 0 1 0 0,6 3-1 0 0,7 3 63 0 0,-1-1-1 0 0,1-1 0 0 0,1 0 0 0 0,-1-1 1 0 0,1-1-1 0 0,0-1 0 0 0,0 0 1 0 0,0-1-1 0 0,34-1 0 0 0,10-4 61 0 0,84-14 1 0 0,-134 15-131 0 0,48-9 154 0 0,-33 5 192 0 0,36-3 1 0 0,-60 9 489 0 0,-26 8 13291 0 0,-119 21-18857 0 0,-1-7 0 0 0,-291 7 1 0 0,354-27 7570 0 0,0-4 0 0 0,0-4 0 0 0,0-3 0 0 0,-94-23 0 0 0,158 28-2839 0 0,7 2-1 0 0,1 0 1 0 0,0-1-1 0 0,0 1 1 0 0,0-2-1 0 0,0 1 1 0 0,1-1-1 0 0,-1-1 1 0 0,-14-10-1 0 0,21 14-17 0 0,1-2 21 0 0,0 0-1 0 0,-1 0 1 0 0,2-1-1 0 0,-1 1 1 0 0,0 0-1 0 0,1-1 1 0 0,-1 1-1 0 0,1-7 1 0 0,5-2-154 0 0,0 0 0 0 0,1 0 0 0 0,0 0 0 0 0,1 1 0 0 0,1-1 1 0 0,-1 2-1 0 0,2-1 0 0 0,0 1 0 0 0,0 0 0 0 0,0 1 1 0 0,13-9-1 0 0,-5 4-339 0 0,1 1 1 0 0,1 1 0 0 0,0 0-1 0 0,1 2 1 0 0,40-17 0 0 0,-51 24-956 0 0,0 0 1 0 0,0 1-1 0 0,1 0 1 0 0,-1 0-1 0 0,0 1 1 0 0,18 0-1 0 0,8 6 433 0 0,-34-4 1008 0 0,1-1-1 0 0,-1 1 1 0 0,0 0-1 0 0,1 0 0 0 0,-1 0 1 0 0,0 0-1 0 0,0 0 0 0 0,1 0 1 0 0,-1 0-1 0 0,0 0 0 0 0,0 0 1 0 0,0 1-1 0 0,0-1 0 0 0,-1 0 1 0 0,1 1-1 0 0,0-1 0 0 0,0 0 1 0 0,-1 1-1 0 0,1-1 1 0 0,-1 1-1 0 0,0-1 0 0 0,1 1 1 0 0,-1 2-1 0 0,1 0 412 0 0,0 0 1 0 0,-1 0 0 0 0,0 0-1 0 0,0 0 1 0 0,0 0-1 0 0,-1 0 1 0 0,-1 7-1 0 0,1-7-21 0 0,-1 1-1 0 0,-1-1 0 0 0,1 0 0 0 0,-1 1 1 0 0,1-1-1 0 0,-1 0 0 0 0,0-1 0 0 0,-1 1 0 0 0,1-1 1 0 0,-1 1-1 0 0,-4 3 0 0 0,-50 32 1565 0 0,40-28-1866 0 0,-6 3-1189 0 0,-1 0 0 0 0,0-2 0 0 0,-1-1 0 0 0,0-1 0 0 0,-1-1 0 0 0,0-1 0 0 0,-40 5 0 0 0,43-9 1095 0 0,0-2-1 0 0,-40-2 1 0 0,60 0-140 0 0,-1 0 0 0 0,1-1 0 0 0,-1 0 1 0 0,1 0-1 0 0,-1 0 0 0 0,-4-2 0 0 0,6 1 511 0 0,0 1-1 0 0,1-1 1 0 0,-1 1-1 0 0,0-1 1 0 0,1 0-1 0 0,-1 0 1 0 0,1 0-1 0 0,0 0 1 0 0,0 0-1 0 0,0 0 1 0 0,0-1-1 0 0,0 1 1 0 0,-2-4-1 0 0,3 3 215 0 0,-1-1 0 0 0,1 0 1 0 0,-1 0-1 0 0,1 0 0 0 0,0 0 0 0 0,1 0 0 0 0,-1 0 0 0 0,1 0 0 0 0,-1 0 0 0 0,1 0 0 0 0,1 0 1 0 0,-1 0-1 0 0,0 0 0 0 0,1 0 0 0 0,0 0 0 0 0,0 0 0 0 0,0 0 0 0 0,3-6 0 0 0,-2 6-558 0 0,5-17-98 0 0,-25 32 129 0 0,1 3-39 0 0,-2-1 0 0 0,0-1 0 0 0,0-1 0 0 0,-1 0 0 0 0,-22 8 0 0 0,0-3-696 0 0,-66 16-1 0 0,84-26-912 0 0,1 0 1 0 0,-1-2-1 0 0,0-1 0 0 0,0-1 0 0 0,0-1 0 0 0,-45-3 0 0 0,67 1 1723 0 0,-1 1 0 0 0,1-1-1 0 0,0 1 1 0 0,0-1-1 0 0,-1 0 1 0 0,1 0-1 0 0,0 0 1 0 0,0 0 0 0 0,0 0-1 0 0,0-1 1 0 0,0 1-1 0 0,0 0 1 0 0,1-1-1 0 0,-1 0 1 0 0,0 1 0 0 0,1-1-1 0 0,-1 0 1 0 0,1 0-1 0 0,-1 0 1 0 0,1 0-1 0 0,0 0 1 0 0,-1-3 0 0 0,0 1 314 0 0,1-1-1 0 0,-1 1 1 0 0,1-1 0 0 0,1 0 0 0 0,-1 1 0 0 0,1-1 0 0 0,-1 0 0 0 0,2 0 0 0 0,0-8 0 0 0,-3-5 962 0 0,2 18-1351 0 0,0 0 0 0 0,0 0 0 0 0,0-1 0 0 0,0 1 0 0 0,0 0 0 0 0,-1 0 1 0 0,1 0-1 0 0,0 0 0 0 0,0 0 0 0 0,0-1 0 0 0,-1 1 0 0 0,1 0 0 0 0,0 0 0 0 0,0 0 0 0 0,-1 0 0 0 0,1 0 0 0 0,0 0 0 0 0,0 0 0 0 0,0 0 1 0 0,-1 0-1 0 0,1 0 0 0 0,0 0 0 0 0,0 0 0 0 0,-1 0 0 0 0,1 0 0 0 0,0 0 0 0 0,0 0 0 0 0,-1 0 0 0 0,1 0 0 0 0,0 0 0 0 0,0 0 1 0 0,0 0-1 0 0,-1 1 0 0 0,1-1 0 0 0,0 0 0 0 0,0 0 0 0 0,-2 1 150 0 0,0 1 0 0 0,0 0 0 0 0,0-1 0 0 0,0 1 0 0 0,1 0 0 0 0,-1 0 0 0 0,1 0 0 0 0,-1 0 0 0 0,1 0 1 0 0,-2 2-1 0 0,-4 9-505 0 0,-1-1 1 0 0,0 0-1 0 0,-1 0 1 0 0,0-1 0 0 0,-1 0-1 0 0,0-1 1 0 0,-1 0-1 0 0,-22 15 1 0 0,-107 61-3659 0 0,117-73 3630 0 0,-112 63-4442 0 0,-180 106 1358 0 0,205-113-1756 0 0,88-55 2844 0 0,4-2 228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5:25.5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10 1106 0 0,'-3'-3'8973'0'0,"-9"-4"-2407"0"0,-15 85 1190 0 0,10 4-5108 0 0,-2 89-5619 0 0,9-63 560 0 0,3-45-2030 0 0,1-3 1039 0 0,-2 0-1 0 0,-32 118 1 0 0,39-175 2980 0 0,0 0 0 0 0,-1-1 0 0 0,1 1 0 0 0,0 0 0 0 0,-1 0 0 0 0,0-1 0 0 0,0 1 0 0 0,0-1 0 0 0,0 1 0 0 0,-4 3 0 0 0,-5 2-1948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5:26.0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611 162 1178 0 0,'0'0'440'0'0,"-6"-12"1698"0"0,0 6 2348 0 0,-13 9-1037 0 0,-27 2 8928 0 0,16-5-10231 0 0,25 0-2146 0 0,-1 0 0 0 0,0-1 0 0 0,0 1 0 0 0,-1-1 0 0 0,1 0 0 0 0,-8-3 0 0 0,11 3 0 0 0,1 0 0 0 0,0 0 0 0 0,0 0 0 0 0,0-1 0 0 0,0 1 0 0 0,0 0 0 0 0,0-1 0 0 0,0 1 0 0 0,1-1 0 0 0,-1 0 0 0 0,1 0 0 0 0,-1 1 0 0 0,1-1 0 0 0,-1 0 0 0 0,1 0 0 0 0,0 0 0 0 0,0-1 0 0 0,0 1 0 0 0,0 0 0 0 0,-1-4 0 0 0,2 4-1 0 0,-1-1 1 0 0,1 0-1 0 0,-1 1 1 0 0,1-1-1 0 0,0 0 1 0 0,0 1-1 0 0,0-1 1 0 0,0 0-1 0 0,1 0 1 0 0,-1 1-1 0 0,1-1 1 0 0,0 1-1 0 0,-1-1 1 0 0,1 0-1 0 0,0 1 1 0 0,0 0-1 0 0,1-1 1 0 0,-1 1-1 0 0,1 0 1 0 0,-1-1-1 0 0,1 1 1 0 0,0 0-1 0 0,3-3 1 0 0,1-1-2 0 0,0 1 0 0 0,1 1 0 0 0,-1-1 0 0 0,1 1 0 0 0,10-4 0 0 0,-15 6-17 0 0,1 1 1 0 0,-1 0 0 0 0,0 0-1 0 0,1 0 1 0 0,-1 0 0 0 0,1 0-1 0 0,-1 0 1 0 0,1 1 0 0 0,-1-1-1 0 0,1 1 1 0 0,0 0 0 0 0,-1-1-1 0 0,1 1 1 0 0,-1 1 0 0 0,1-1-1 0 0,0 0 1 0 0,-1 1 0 0 0,1-1-1 0 0,-1 1 1 0 0,5 1 0 0 0,-5 0-34 0 0,0-1 0 0 0,0 1 0 0 0,0 0 0 0 0,-1-1 0 0 0,1 1 1 0 0,0 0-1 0 0,-1 0 0 0 0,0 0 0 0 0,1 1 0 0 0,-1-1 1 0 0,0 0-1 0 0,0 0 0 0 0,0 1 0 0 0,0-1 0 0 0,-1 0 0 0 0,1 1 1 0 0,0 3-1 0 0,0 5-190 0 0,0-1 1 0 0,-1 1-1 0 0,0 0 0 0 0,-1 0 1 0 0,0-1-1 0 0,0 1 0 0 0,-1-1 1 0 0,-6 18-1 0 0,3-14-964 0 0,-1 0 1 0 0,-1-1-1 0 0,0 0 1 0 0,-1 0-1 0 0,-13 16 0 0 0,7-13 529 0 0,0 0 0 0 0,-1-2 1 0 0,-1 1-1 0 0,0-2 0 0 0,-1 0 0 0 0,-20 11 0 0 0,12-10 89 0 0,-1 0 1 0 0,0-2 0 0 0,-1-1 0 0 0,-1-1 0 0 0,1-2-1 0 0,-2 0 1 0 0,-49 5 0 0 0,68-12 18 0 0,0 0-1 0 0,-1-1 1 0 0,1-1-1 0 0,0 1 1 0 0,0-2-1 0 0,-13-2 1 0 0,-1-3-1466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5:26.5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966 6 1414 0 0,'0'0'104'0'0,"0"-1"-1"0"0,0 1 1 0 0,-1 0 0 0 0,1-1-1 0 0,0 1 1 0 0,0 0 0 0 0,0-1-1 0 0,-1 1 1 0 0,1 0 0 0 0,0 0-1 0 0,0-1 1 0 0,-1 1 0 0 0,1 0-1 0 0,0 0 1 0 0,-1 0 0 0 0,1-1-1 0 0,0 1 1 0 0,-1 0 0 0 0,1 0-1 0 0,0 0 1 0 0,-1 0 0 0 0,1-1 0 0 0,0 1-1 0 0,-1 0 1 0 0,1 0 0 0 0,0 0-1 0 0,-1 0 1 0 0,1 0 0 0 0,-1 0-1 0 0,1 0 1 0 0,0 0 0 0 0,-1 0-1 0 0,1 0 1 0 0,0 1 0 0 0,-1-1-1 0 0,1 0 1 0 0,0 0 0 0 0,-1 0-1 0 0,1 0 1 0 0,-14 16 8391 0 0,0 12 1145 0 0,8-14-7122 0 0,3-1-2518 0 0,0 0 0 0 0,0 0 0 0 0,2 0 0 0 0,0 1 0 0 0,0-1 0 0 0,1 0 0 0 0,1 1 0 0 0,2 18 0 0 0,0-12 0 0 0,-2-1 0 0 0,-1 0 0 0 0,-2 24 0 0 0,0-9 0 0 0,1 52 0 0 0,2-62 0 0 0,-1 0 0 0 0,0-1 0 0 0,-2 1 0 0 0,-1 0 0 0 0,-8 30 0 0 0,7-42-7 0 0,-1 0 1 0 0,-1 0 0 0 0,0-1-1 0 0,-1 1 1 0 0,0-1 0 0 0,0-1 0 0 0,-1 0-1 0 0,-13 13 1 0 0,1-3-13 0 0,-1-1 0 0 0,-42 29 0 0 0,42-35-257 0 0,-1-1 0 0 0,0-1-1 0 0,-1 0 1 0 0,0-2 0 0 0,-1-1-1 0 0,0-1 1 0 0,-39 7 0 0 0,29-9-298 0 0,0-1 1 0 0,0-2-1 0 0,0-1 0 0 0,-68-8 1 0 0,85 4 237 0 0,0 0 1 0 0,1-1 0 0 0,0 0 0 0 0,-1-1-1 0 0,2-1 1 0 0,-1-1 0 0 0,1 0 0 0 0,0-1-1 0 0,-26-19 1 0 0,35 22 255 0 0,-1 0 0 0 0,1-1 0 0 0,1 1 0 0 0,-1-1 1 0 0,1 0-1 0 0,0-1 0 0 0,1 1 0 0 0,-1-1 0 0 0,1 0 0 0 0,1 0 0 0 0,-1 0 0 0 0,1-1 0 0 0,0 1 0 0 0,1-1 1 0 0,0 0-1 0 0,0 1 0 0 0,1-1 0 0 0,0 0 0 0 0,0 0 0 0 0,1 0 0 0 0,0 0 0 0 0,1-14 0 0 0,2 7-142 0 0,1 1-1 0 0,0 0 0 0 0,0 0 0 0 0,2 1 0 0 0,-1 0 1 0 0,2 0-1 0 0,0 0 0 0 0,17-23 0 0 0,0 4-584 0 0,2 2 0 0 0,31-29-1 0 0,-35 39-352 0 0,1 0-1 0 0,1 2 0 0 0,1 1 0 0 0,0 1 1 0 0,1 1-1 0 0,1 1 0 0 0,35-13 1 0 0,-42 21-953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5:26.8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0 1339 0 0,'0'0'2691'0'0,"0"9"6747"0"0,-1 8-3526 0 0,-3-12-2235 0 0,-7 9 3 0 0,5-7-3755 0 0,-1-1-1 0 0,1 0 1 0 0,-1-1 0 0 0,0 0 0 0 0,0 0 0 0 0,-12 6-1 0 0,18-10 36 0 0,-3-23-189 0 0,5 19 108 0 0,0 0-1 0 0,0 1 0 0 0,0-1 0 0 0,0 1 0 0 0,1-1 0 0 0,-1 1 1 0 0,1 0-1 0 0,-1 0 0 0 0,1-1 0 0 0,0 1 0 0 0,3-3 0 0 0,-4 1-2651 0 0,-5-8-1832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5:27.4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372 78 956 0 0,'-26'21'5927'0'0,"6"-15"2932"0"0,18-5-7304 0 0,-7-4 160 0 0,-13-7 5603 0 0,20 8-7330 0 0,-1 1 0 0 0,1-1 0 0 0,0 0 0 0 0,-1 0 0 0 0,1 0 0 0 0,0-1 0 0 0,0 1 0 0 0,1-1 0 0 0,-3-2 0 0 0,3 3 10 0 0,0 0-1 0 0,0-1 1 0 0,0 1 0 0 0,0 0-1 0 0,0 0 1 0 0,1 0 0 0 0,-1-1-1 0 0,1 1 1 0 0,0 0 0 0 0,-1 0-1 0 0,1-1 1 0 0,0 1 0 0 0,0 0-1 0 0,1-1 1 0 0,-1 1 0 0 0,0 0-1 0 0,1 0 1 0 0,-1-1 0 0 0,1 1 0 0 0,0 0-1 0 0,0 0 1 0 0,0 0 0 0 0,0 0-1 0 0,0 0 1 0 0,2-2 0 0 0,-3 3 23 0 0,21-8-70 0 0,-19 12-110 0 0,0-1 0 0 0,-1 0 0 0 0,1 1 0 0 0,-1-1 0 0 0,1 1 0 0 0,-1 0 0 0 0,0-1 0 0 0,0 1 0 0 0,0 0 0 0 0,-1 0 0 0 0,1 0 0 0 0,0 0 0 0 0,-1-1-1 0 0,0 1 1 0 0,0 0 0 0 0,0 0 0 0 0,0 0 0 0 0,0 0 0 0 0,-1 0 0 0 0,1 0 0 0 0,-1 0 0 0 0,0-1 0 0 0,0 1 0 0 0,0 0 0 0 0,0 0 0 0 0,0-1 0 0 0,0 1-1 0 0,-1-1 1 0 0,0 1 0 0 0,1-1 0 0 0,-3 3 0 0 0,-5 6-1127 0 0,0-1 0 0 0,-1 0 0 0 0,0-1-1 0 0,-20 15 1 0 0,29-23 1226 0 0,-24 18-3182 0 0,-2-2-1 0 0,-30 17 1 0 0,-23 0 162 0 0,46-22 1351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5:28.0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0 1067 0 0,'1'2'8583'0'0,"6"12"5975"0"0,-4-9-12552 0 0,6 3-2006 0 0,0 0 0 0 0,0 0 0 0 0,1-1 0 0 0,0 0 0 0 0,11 6 0 0 0,-9-6 0 0 0,0 0 0 0 0,-1 1 0 0 0,20 17 0 0 0,-13-8-3 0 0,-11-11 3 0 0,-1-1 0 0 0,0 1 0 0 0,-1 0-1 0 0,1 0 1 0 0,-1 0 0 0 0,0 1 0 0 0,7 14-1 0 0,-11-20 2 0 0,-1 1-1 0 0,1-1 0 0 0,0 0 0 0 0,-1 1 1 0 0,1-1-1 0 0,-1 1 0 0 0,0 0 0 0 0,1-1 1 0 0,-1 1-1 0 0,0-1 0 0 0,0 1 0 0 0,0-1 1 0 0,0 1-1 0 0,0 0 0 0 0,0-1 1 0 0,-1 1-1 0 0,1-1 0 0 0,0 1 0 0 0,-1-1 1 0 0,1 1-1 0 0,-1-1 0 0 0,0 1 0 0 0,1-1 1 0 0,-1 0-1 0 0,0 1 0 0 0,0-1 0 0 0,-1 2 1 0 0,-1 0-17 0 0,0 0 1 0 0,-1 0-1 0 0,0 0 0 0 0,1 0 1 0 0,-1-1-1 0 0,-6 4 1 0 0,5-3-59 0 0,-38 20-5033 0 0,-83 34 0 0 0,-5 2 482 0 0,95-42 7122 0 0,35-16-3037 0 0,-5 2-662 0 0,-10 3 7323 0 0,4-7-6008 0 0,-4 1 7376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5:28.9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1065 43 1152 0 0,'-2'-1'5920'0'0,"1"1"-5392"0"0,0-1 1 0 0,0 1-1 0 0,0-1 1 0 0,0 1-1 0 0,0 0 0 0 0,0-1 1 0 0,0 1-1 0 0,0 0 1 0 0,-1 0-1 0 0,1 0 1 0 0,0 0-1 0 0,0 0 1 0 0,0 0-1 0 0,-4 3 5027 0 0,3 19 634 0 0,1 25-6189 0 0,1-22 0 0 0,-1 0 0 0 0,-1 0 0 0 0,-7 30 0 0 0,8-49 0 0 0,-1 1 0 0 0,0-1 0 0 0,0 1 0 0 0,-1-1 0 0 0,1 0 0 0 0,-2 0 0 0 0,1 0 0 0 0,0-1 0 0 0,-1 1 0 0 0,0-1 0 0 0,-1 0 0 0 0,1 0 0 0 0,-1 0 0 0 0,0 0 0 0 0,0-1 0 0 0,-11 8 0 0 0,7-8-152 0 0,0 0 0 0 0,0 0-1 0 0,-1-1 1 0 0,1-1 0 0 0,-1 1 0 0 0,1-1 0 0 0,-1-1 0 0 0,0 0 0 0 0,0 0 0 0 0,0-1 0 0 0,-10-1 0 0 0,-16-2-1251 0 0,-56-13 0 0 0,90 16 1370 0 0,-21-5-1667 0 0,-1-1 1 0 0,1-1 0 0 0,1-1-1 0 0,-1-1 1 0 0,-27-16 0 0 0,39 19 1609 0 0,1 0 0 0 0,0-1 0 0 0,0-1 0 0 0,1 0 0 0 0,-1 0 1 0 0,2-1-1 0 0,-1 0 0 0 0,1 0 0 0 0,1-1 0 0 0,0 0 0 0 0,0 0 1 0 0,-6-14-1 0 0,-1-10 274 0 0,1 0 1 0 0,-9-40-1 0 0,19 53 2432 0 0,10 26 5564 0 0,6 18-1008 0 0,-6-9-9668 0 0,2 8 2496 0 0,1-1-1 0 0,1 0 0 0 0,1-1 0 0 0,1 0 1 0 0,24 30-1 0 0,-5-15-2138 0 0,65 56 1 0 0,-93-88 1351 0 0,1 1 360 0 0,0 0 1 0 0,0 0 0 0 0,-1 1 0 0 0,1 0-1 0 0,-1 0 1 0 0,0 0 0 0 0,4 6 0 0 0,-8-10 490 0 0,1 0 0 0 0,-1 0 0 0 0,0 0 0 0 0,1 1 0 0 0,-1-1 0 0 0,0 0 1 0 0,0 0-1 0 0,0 0 0 0 0,0 0 0 0 0,0 0 0 0 0,0 0 0 0 0,0 1 0 0 0,0-1 1 0 0,0 0-1 0 0,0 0 0 0 0,-1 0 0 0 0,0 2 0 0 0,0-1 39 0 0,0 0-1 0 0,-1 0 1 0 0,1 0-1 0 0,-1 0 0 0 0,1 0 1 0 0,-1 0-1 0 0,0-1 1 0 0,0 1-1 0 0,0-1 1 0 0,0 1-1 0 0,-2 1 1 0 0,-31 16 1750 0 0,-1 0 1 0 0,-58 20-1 0 0,-20 8-6999 0 0,11 2-2007 0 0,35-20 6554 0 0,9 2-185 0 0,23-12 1349 0 0,-20 12-5074 0 0,31-16 2870 0 0,14-9-77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5:29.2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1335 0 0,'15'6'3976'0'0,"-6"13"16846"0"0,-5-13-20839 0 0,0-1-1 0 0,1-1 1 0 0,-1 1-1 0 0,1 0 1 0 0,-1-1 0 0 0,1 0-1 0 0,1 0 1 0 0,-1-1-1 0 0,0 0 1 0 0,1 0-1 0 0,0 0 1 0 0,8 3-1 0 0,-9-6 15 0 0,0 0 1 0 0,0 0-1 0 0,0 0 0 0 0,0-1 0 0 0,0 0 1 0 0,0 0-1 0 0,-1 0 0 0 0,1-1 0 0 0,0 1 0 0 0,0-1 1 0 0,-1 0-1 0 0,1 0 0 0 0,-1-1 0 0 0,8-5 0 0 0,1 0-1742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5:29.4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1 1458 0 0,'0'0'1297'0'0,"-1"2"-926"0"0,-10 15 10604 0 0,7-12-9931 0 0,4-5-906 0 0,-1 0 0 0 0,1 1 0 0 0,0-1-1 0 0,-1 0 1 0 0,1 0 0 0 0,0 1 0 0 0,-1-1 0 0 0,1 0-1 0 0,0 0 1 0 0,-1 1 0 0 0,1-1 0 0 0,0 0-1 0 0,0 1 1 0 0,0-1 0 0 0,-1 0 0 0 0,1 1 0 0 0,0-1-1 0 0,0 1 1 0 0,0-1 0 0 0,0 0 0 0 0,0 1-1 0 0,0-1 1 0 0,-1 1 0 0 0,1-1 0 0 0,0 0-1 0 0,0 1 1 0 0,0-1 0 0 0,0 1 0 0 0,0-1 0 0 0,1 0-1 0 0,-1 1 1 0 0,0-1 0 0 0,0 1 0 0 0,0-1-1 0 0,0 0 1 0 0,0 1 0 0 0,0-1 0 0 0,1 0-1 0 0,-1 1 1 0 0,0-1 0 0 0,0 0 0 0 0,1 1 0 0 0,-1-1-1 0 0,0 0 1 0 0,0 1 0 0 0,1-1 0 0 0,-1 0-1 0 0,0 0 1 0 0,1 1 0 0 0,-1-1 0 0 0,0 0 0 0 0,1 0-1 0 0,-1 0 1 0 0,1 0 0 0 0,-1 1 0 0 0,0-1-1 0 0,1 0 1 0 0,-1 0 0 0 0,1 0 0 0 0,-1 0-1 0 0,0 0 1 0 0,2 0 0 0 0,13 0 2449 0 0,0-3-3592 0 0,-8-1-520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5:30.5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1098 14 1211 0 0,'0'0'105'0'0,"0"-1"-1"0"0,0 1 1 0 0,1-1 0 0 0,-1 1-1 0 0,0 0 1 0 0,0-1 0 0 0,0 1-1 0 0,0-1 1 0 0,0 1 0 0 0,0-1-1 0 0,0 1 1 0 0,0-1 0 0 0,-1 1-1 0 0,1 0 1 0 0,0-1 0 0 0,0 1-1 0 0,0-1 1 0 0,0 1 0 0 0,0-1-1 0 0,-1 1 1 0 0,1 0 0 0 0,0-1-1 0 0,0 1 1 0 0,-1 0 0 0 0,1-1-1 0 0,0 1 1 0 0,-1 0 0 0 0,1-1-1 0 0,0 1 1 0 0,-1 0 0 0 0,1 0-1 0 0,-1-1 1 0 0,1 1 0 0 0,0 0 0 0 0,-1 0-1 0 0,1 0 1 0 0,-1-1 0 0 0,0 1-1 0 0,-23 3 8471 0 0,-9 9 1210 0 0,17-4-7224 0 0,-29 15-2561 0 0,1 2 0 0 0,1 2 0 0 0,1 2 0 0 0,-54 49 0 0 0,87-70-166 0 0,1 0 1 0 0,0 1-1 0 0,1 0 1 0 0,0 1-1 0 0,-11 18 1 0 0,16-25 134 0 0,1 0-1 0 0,0 0 1 0 0,-1 0-1 0 0,1 1 1 0 0,0-1 0 0 0,1 0-1 0 0,-1 1 1 0 0,1-1-1 0 0,-1 1 1 0 0,1-1 0 0 0,0 1-1 0 0,0-1 1 0 0,1 0-1 0 0,-1 1 1 0 0,1-1 0 0 0,0 1-1 0 0,-1-1 1 0 0,2 0-1 0 0,-1 0 1 0 0,0 1 0 0 0,1-1-1 0 0,-1 0 1 0 0,5 5-1 0 0,38 44 1292 0 0,-34-42-1367 0 0,-1 0 1 0 0,0 0-1 0 0,0 1 1 0 0,-1 0 0 0 0,8 16-1 0 0,-14-23 157 0 0,0 1 0 0 0,-1-1 0 0 0,1 0 0 0 0,-1 1 0 0 0,0-1 0 0 0,-1 1 0 0 0,1-1 0 0 0,-1 1 0 0 0,0-1 0 0 0,0 1 0 0 0,0 0 0 0 0,0-1 0 0 0,-1 1 0 0 0,0-1 0 0 0,0 1 0 0 0,0-1 0 0 0,-1 1 0 0 0,1-1 0 0 0,-1 0 0 0 0,-3 6 0 0 0,-4 4-720 0 0,-1 1-1 0 0,0-2 1 0 0,-1 0 0 0 0,0 0 0 0 0,-1-1 0 0 0,0 0 0 0 0,-1-1 0 0 0,-1 0-1 0 0,1-1 1 0 0,-2-1 0 0 0,1 0 0 0 0,-1-1 0 0 0,-1 0 0 0 0,-30 10 0 0 0,14-8 666 0 0,0-1 0 0 0,0-2 1 0 0,-1 0-1 0 0,0-3 1 0 0,0 0-1 0 0,-59-3 1 0 0,72-2 29 0 0,0-1 1 0 0,0 0 0 0 0,0-2-1 0 0,0 0 1 0 0,1-1-1 0 0,0-1 1 0 0,-35-16 0 0 0,47 19-23 0 0,1-1 0 0 0,0 1 1 0 0,0-1-1 0 0,0-1 1 0 0,0 1-1 0 0,1-1 0 0 0,-1 0 1 0 0,1 0-1 0 0,0-1 1 0 0,1 0-1 0 0,0 1 0 0 0,-1-1 1 0 0,2-1-1 0 0,-1 1 1 0 0,1-1-1 0 0,0 1 0 0 0,0-1 1 0 0,1 0-1 0 0,0 0 1 0 0,0 0-1 0 0,1 0 0 0 0,-1 0 1 0 0,2-1-1 0 0,-1-12 0 0 0,3 1-217 0 0,0-1 0 0 0,2 1 0 0 0,0 0-1 0 0,1 0 1 0 0,1 0 0 0 0,1 0-1 0 0,0 1 1 0 0,1 0 0 0 0,1 1 0 0 0,19-27-1 0 0,-1 5-567 0 0,1 2 0 0 0,3 2-1 0 0,45-44 1 0 0,-58 62-501 0 0,30-29-5255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5:31.1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249 290 1372 0 0,'28'-27'4868'0'0,"37"-40"2383"0"0,-59 60-6399 0 0,0 0 1 0 0,-1-1-1 0 0,0 0 1 0 0,0 0-1 0 0,0 0 1 0 0,-1 0-1 0 0,4-14 1 0 0,-7 18-556 0 0,0 1 1 0 0,0 0-1 0 0,0-1 0 0 0,-1 1 1 0 0,1-1-1 0 0,-1 1 1 0 0,0-1-1 0 0,0 1 0 0 0,0-1 1 0 0,-1 1-1 0 0,1-1 1 0 0,-1 1-1 0 0,0-1 0 0 0,0 1 1 0 0,0-1-1 0 0,0 1 1 0 0,-1 0-1 0 0,-1-4 1 0 0,0 4-476 0 0,0-1 1 0 0,0 1-1 0 0,0 0 1 0 0,0 0-1 0 0,0 0 1 0 0,-1 0-1 0 0,1 1 1 0 0,-1-1 0 0 0,0 1-1 0 0,1 0 1 0 0,-1 0-1 0 0,-8-2 1 0 0,0 0-964 0 0,1 2-1 0 0,-1-1 1 0 0,1 1 0 0 0,-1 1 0 0 0,0 0 0 0 0,0 1 0 0 0,0 0 0 0 0,0 1-1 0 0,-19 3 1 0 0,21-1 1180 0 0,0 0 0 0 0,1 0 0 0 0,-1 1 1 0 0,0 0-1 0 0,1 0 0 0 0,0 1 0 0 0,0 1 0 0 0,1-1 0 0 0,-1 2 0 0 0,1-1 0 0 0,0 1 0 0 0,1 0 0 0 0,0 1 0 0 0,0-1 1 0 0,0 1-1 0 0,1 1 0 0 0,0-1 0 0 0,1 1 0 0 0,0 0 0 0 0,0 1 0 0 0,1-1 0 0 0,1 1 0 0 0,-1 0 0 0 0,1-1 0 0 0,-1 13 1 0 0,1-7 6 0 0,0 1 0 0 0,2-1 0 0 0,0 0 0 0 0,1 1 1 0 0,0-1-1 0 0,1 1 0 0 0,1-1 0 0 0,1 0 1 0 0,0 0-1 0 0,1 0 0 0 0,0 0 0 0 0,1 0 1 0 0,1-1-1 0 0,0 0 0 0 0,1 0 0 0 0,13 18 0 0 0,-2-9 49 0 0,1-1-1 0 0,1-1 0 0 0,30 24 0 0 0,-27-25-73 0 0,0 2 0 0 0,28 34-1 0 0,-49-52 430 0 0,0 0 0 0 0,0 0-1 0 0,0 1 1 0 0,0-1-1 0 0,-1 1 1 0 0,1-1-1 0 0,-1 1 1 0 0,-1 0-1 0 0,1 0 1 0 0,-1-1-1 0 0,1 1 1 0 0,-2 6-1 0 0,1 3 1513 0 0,-1 0 0 0 0,-6 27 0 0 0,2-26-1962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5:31.4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 1286 0 0,'0'0'1881'0'0,"-9"11"9459"0"0,2-1-6703 0 0,2-3 1038 0 0,4-6-4299 0 0,-4 9-10171 0 0,5-10 9027 0 0,-5 10 8350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5:32.4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 1157 0 0,'0'0'7497'0'0,"13"0"-3971"0"0,108-14 5635 0 0,-9 0-4752 0 0,-55 13-6512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5:33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 1446 0 0,'3'0'14230'0'0,"9"1"-6839"0"0,159 0-3438 0 0,-114-3-6631 0 0,-1-1-4302 0 0,-51 3 6136 0 0,-3 0-513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5:44.0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200 3 963 0 0,'0'0'3862'0'0,"-23"-2"17526"0"0,45 32-21387 0 0,-6-15-1 0 0,1-1 0 0 0,1-1 0 0 0,1 0 0 0 0,0-2 0 0 0,22 11 0 0 0,1 2 0 0 0,23 18-7 0 0,-64-41 7 0 0,6 6 7 0 0,-6-6-7 0 0,-1-1 0 0 0,0 1 0 0 0,0 0 0 0 0,0 0 0 0 0,1-1 0 0 0,-1 1 0 0 0,0 0 0 0 0,0 0 0 0 0,0-1 0 0 0,0 1 0 0 0,0 0 0 0 0,0 0 0 0 0,0-1 0 0 0,-1 1 0 0 0,1 0 0 0 0,0 0 0 0 0,0-1 0 0 0,0 1 0 0 0,-1 0 0 0 0,1 0 0 0 0,0-1 0 0 0,-1 1 0 0 0,1 0 0 0 0,-1-1 0 0 0,1 1 0 0 0,-1-1 0 0 0,1 1 0 0 0,-1-1 0 0 0,1 1 0 0 0,-1-1 0 0 0,0 1 0 0 0,1-1 0 0 0,-1 1 0 0 0,-1 0 0 0 0,1 0 0 0 0,-22 18-1329 0 0,-1 0 0 0 0,-1-2 1 0 0,-1-1-1 0 0,0 0 0 0 0,-46 18 1 0 0,-10 7-1312 0 0,32-16-1044 0 0,30-17 3763 0 0,-31 20-1 0 0,36-23 1017 0 0,6-4-6700 0 0,-1 2 3689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5:46.2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2124 11 888 0 0,'11'-10'5699'0'0,"-15"21"-2232"0"0,-3 8 8023 0 0,5 2-6820 0 0,-3 18-4670 0 0,4-24 0 0 0,-1 0 0 0 0,0 0 0 0 0,-1-1 0 0 0,-1 1 0 0 0,-8 20 0 0 0,9-30 0 0 0,0 1 0 0 0,-1-1 0 0 0,1 1 0 0 0,-1-1 0 0 0,0 0 0 0 0,0-1 0 0 0,-1 1 0 0 0,0-1 0 0 0,0 0 0 0 0,0 0 0 0 0,0 0 0 0 0,0 0 0 0 0,-1-1 0 0 0,1 0 0 0 0,-1 0 0 0 0,0-1 0 0 0,-8 3 0 0 0,12-4-88 0 0,0 0 1 0 0,0-1 0 0 0,0 1 0 0 0,0 0 0 0 0,-1-1 0 0 0,1 1-1 0 0,0-1 1 0 0,0 0 0 0 0,-1 0 0 0 0,1 0 0 0 0,0 0 0 0 0,-1 0-1 0 0,1 0 1 0 0,0-1 0 0 0,0 1 0 0 0,0-1 0 0 0,-1 1 0 0 0,1-1-1 0 0,0 0 1 0 0,0 0 0 0 0,0 0 0 0 0,0 0 0 0 0,0 0 0 0 0,0-1 0 0 0,0 1-1 0 0,1 0 1 0 0,-1-1 0 0 0,0 0 0 0 0,1 1 0 0 0,-1-1 0 0 0,1 0-1 0 0,-3-3 1 0 0,0-3-542 0 0,1 0-1 0 0,0 0 1 0 0,0-1-1 0 0,1 1 1 0 0,-1-1-1 0 0,0-11 1 0 0,1 8 82 0 0,2 10 581 0 0,-8-25-8328 0 0,3 29 8677 0 0,1 5 4093 0 0,0 3 4058 0 0,-18 41-5075 0 0,-5-9-6807 0 0,22-37 2387 0 0,1 0-1 0 0,-1 0 1 0 0,0 0-1 0 0,-1-1 1 0 0,1 0-1 0 0,-1 0 1 0 0,0-1-1 0 0,0 1 0 0 0,0-1 1 0 0,0 0-1 0 0,0-1 1 0 0,-1 0-1 0 0,-7 2 1 0 0,12-3 1140 0 0,0-1-1 0 0,-1 1 1 0 0,1-1 0 0 0,0 0-1 0 0,-1 0 1 0 0,1 0 0 0 0,0 0 0 0 0,-1 0-1 0 0,1 0 1 0 0,0 0 0 0 0,-1-1 0 0 0,1 0-1 0 0,0 1 1 0 0,0-1 0 0 0,-1 0 0 0 0,1 0-1 0 0,0 0 1 0 0,0 0 0 0 0,0 0-1 0 0,0-1 1 0 0,0 1 0 0 0,0-1 0 0 0,1 1-1 0 0,-1-1 1 0 0,0 0 0 0 0,-1-2 0 0 0,-2-4 1689 0 0,-1 0 1 0 0,2-1 0 0 0,-1 0 0 0 0,1 0-1 0 0,-5-17 1 0 0,6 1-1873 0 0,3 23-28 0 0,-14 29 77 0 0,11-21-593 0 0,0 0 0 0 0,0 0 0 0 0,-1 0 0 0 0,0-1 0 0 0,0 1 0 0 0,-1-1 0 0 0,1 0 0 0 0,-1 0 0 0 0,0-1-1 0 0,0 1 1 0 0,-1-1 0 0 0,1 0 0 0 0,-1-1 0 0 0,0 1 0 0 0,0-1 0 0 0,0 0 0 0 0,-1-1 0 0 0,1 0 0 0 0,-1 0 0 0 0,1 0 0 0 0,-1 0 0 0 0,-10 0 0 0 0,15-2 733 0 0,0 0-1 0 0,0 0 0 0 0,1 0 0 0 0,-1 0 0 0 0,0 0 0 0 0,1-1 0 0 0,-1 1 1 0 0,1-1-1 0 0,-1 1 0 0 0,0-1 0 0 0,1 1 0 0 0,-3-2 0 0 0,1 0-434 0 0,1 0-1 0 0,-1 0 1 0 0,0-1-1 0 0,1 1 0 0 0,0-1 1 0 0,-1 1-1 0 0,1-1 1 0 0,0 0-1 0 0,-2-4 0 0 0,-13-30-3370 0 0,13 16 4031 0 0,-2-14-496 0 0,3 22-25 0 0,3 13 110 0 0,0 0-1 0 0,0 0 1 0 0,0 0 0 0 0,0 0 0 0 0,0 1 0 0 0,0-1 0 0 0,0 0 0 0 0,0 0 0 0 0,0 0 0 0 0,0 0 0 0 0,0 0-1 0 0,0 0 1 0 0,0 0 0 0 0,0 0 0 0 0,0 1 0 0 0,0-1 0 0 0,0 0 0 0 0,0 0 0 0 0,0 0 0 0 0,0 0-1 0 0,0 0 1 0 0,0 0 0 0 0,0 0 0 0 0,-1 0 0 0 0,1 0 0 0 0,0 0 0 0 0,0 0 0 0 0,0 1 0 0 0,0-1 0 0 0,0 0-1 0 0,0 0 1 0 0,0 0 0 0 0,0 0 0 0 0,0 0 0 0 0,0 0 0 0 0,0 0 0 0 0,-1 0 0 0 0,1 0 0 0 0,0 0 0 0 0,0 0-1 0 0,0 0 1 0 0,0 0 0 0 0,0 0 0 0 0,0 0 0 0 0,0 0 0 0 0,0 0 0 0 0,-1 0 0 0 0,1 0 0 0 0,0 0 0 0 0,0 0-1 0 0,0 0 1 0 0,0 0 0 0 0,0 0 0 0 0,0 0 0 0 0,0 0 0 0 0,0 0 0 0 0,-2 8 5 0 0,-1 1 0 0 0,1-1 0 0 0,-1 0 0 0 0,-1 0 1 0 0,1 0-1 0 0,-1 0 0 0 0,-1 0 0 0 0,0-1 0 0 0,0 0 0 0 0,0 0 0 0 0,-1 0 1 0 0,0 0-1 0 0,0-1 0 0 0,0 0 0 0 0,-1-1 0 0 0,0 1 0 0 0,0-1 0 0 0,-1-1 1 0 0,1 1-1 0 0,-1-1 0 0 0,0 0 0 0 0,-9 2 0 0 0,15-5 310 0 0,0 0 0 0 0,1-1 0 0 0,-1 1 0 0 0,0-1 0 0 0,0 0 0 0 0,0 1 0 0 0,0-1 0 0 0,1 0-1 0 0,-1 0 1 0 0,0 0 0 0 0,0 0 0 0 0,0 0 0 0 0,0-1 0 0 0,1 1 0 0 0,-1-1 0 0 0,0 1 0 0 0,0-1 0 0 0,0 1 0 0 0,1-1 0 0 0,-3-1 0 0 0,2 0-250 0 0,0 0 0 0 0,0 0 1 0 0,0 0-1 0 0,0 0 1 0 0,1 0-1 0 0,-1 0 1 0 0,1 0-1 0 0,-1-1 0 0 0,1 1 1 0 0,0 0-1 0 0,0-1 1 0 0,-1-4-1 0 0,-2-6-1257 0 0,1-2 1 0 0,1 1-1 0 0,1 0 0 0 0,-1-19 1 0 0,2 19-33 0 0,0 1 1249 0 0,0 11 10 0 0,1-20 223 0 0,-19 42-182 0 0,-1-2 0 0 0,-1 0 0 0 0,0-1 1 0 0,-2-1-1 0 0,1-1 0 0 0,-2 0 0 0 0,0-2 0 0 0,-1-1 1 0 0,-40 15-1 0 0,16-11 1 0 0,-1-1 0 0 0,-1-3 0 0 0,0-2 1 0 0,0-2-1 0 0,-1-3 0 0 0,0-1 0 0 0,1-3 1 0 0,-1-2-1 0 0,0-2 0 0 0,-86-17 0 0 0,103 11-3 0 0,0 0 0 0 0,-36-17 0 0 0,53 19-84 0 0,0-1 1 0 0,1-1-1 0 0,0 0 1 0 0,0-1-1 0 0,-25-22 1 0 0,36 27-341 0 0,1 1 0 0 0,0-1 0 0 0,0 0 0 0 0,0 0 0 0 0,1 0 0 0 0,0-1 0 0 0,0 1 0 0 0,0-1 0 0 0,1 0 0 0 0,0 0 0 0 0,-3-9 0 0 0,4 12-128 0 0,0 1 0 0 0,0-1 0 0 0,0 1 0 0 0,0-1 1 0 0,-1 1-1 0 0,1-1 0 0 0,-1 1 0 0 0,0 0 0 0 0,-3-4 1 0 0,2 2-125 0 0,-6-4-1589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5:47.0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 1434 0 0,'0'0'3984'0'0,"-2"11"67"0"0,1 1 7301 0 0,-1 2-5741 0 0,1-2-4113 0 0,-2 40-4762 0 0,3-51 3267 0 0,0-1-1 0 0,0 0 1 0 0,0 1-1 0 0,0-1 1 0 0,0 0 0 0 0,-1 1-1 0 0,1-1 1 0 0,0 0-1 0 0,1 1 1 0 0,-1-1-1 0 0,0 0 1 0 0,0 1 0 0 0,0-1-1 0 0,0 0 1 0 0,0 1-1 0 0,0-1 1 0 0,0 0 0 0 0,0 1-1 0 0,1-1 1 0 0,-1 0-1 0 0,0 0 1 0 0,0 1 0 0 0,0-1-1 0 0,1 0 1 0 0,-1 1-1 0 0,0-1 1 0 0,0 0-1 0 0,1 0 1 0 0,-1 0 0 0 0,0 1-1 0 0,0-1 1 0 0,1 0-1 0 0,-1 0 1 0 0,0 0 0 0 0,1 0-1 0 0,-1 0 1 0 0,0 1-1 0 0,1-1 1 0 0,-1 0-1 0 0,0 0 1 0 0,1 0 0 0 0,-1 0-1 0 0,0 0 1 0 0,1 0-1 0 0,-1 0 1 0 0,0 0 0 0 0,1 0-1 0 0,-1 0 1 0 0,0 0-1 0 0,1-1 1 0 0,-1 1-1 0 0,0 0 1 0 0,1 0 0 0 0,-1 0-1 0 0,1 0 1 0 0,16-14 315 0 0,-13 9-1558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5:47.2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1 778 0 0,'0'0'4705'0'0,"8"4"-538"0"0,-5-1-2842 0 0,0-1-1 0 0,-1 1 1 0 0,1 0-1 0 0,-1 0 1 0 0,0 0-1 0 0,0 0 1 0 0,0 1-1 0 0,2 4 1 0 0,5 11 3175 0 0,-9-18-4357 0 0,16 18-9046 0 0,-25-27 5930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5:47.9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20 1169 0 0,'0'0'1803'0'0,"-5"-20"14900"0"0,2 55-10164 0 0,6-17-6547 0 0,0-5 2 0 0,-3-12 5 0 0,0-1-1 0 0,0 1 0 0 0,0-1 1 0 0,0 1-1 0 0,0-1 1 0 0,0 1-1 0 0,0-1 0 0 0,0 1 1 0 0,0-1-1 0 0,0 1 1 0 0,0-1-1 0 0,0 1 1 0 0,0-1-1 0 0,1 1 0 0 0,-1-1 1 0 0,0 1-1 0 0,0-1 1 0 0,1 0-1 0 0,-1 1 0 0 0,0-1 1 0 0,1 1-1 0 0,-1-1 1 0 0,0 0-1 0 0,1 1 0 0 0,-1-1 1 0 0,0 0-1 0 0,1 0 1 0 0,-1 1-1 0 0,1-1 0 0 0,-1 0 1 0 0,1 0-1 0 0,-1 1 1 0 0,1-1-1 0 0,18-5-98 0 0,13-17 139 0 0,-25 15 90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5:48.2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0 838 0 0,'0'0'4634'0'0,"3"11"-548"0"0,0 6 6800 0 0,0 0-5116 0 0,-2-14-5807 0 0,-1 1 1 0 0,1-1 0 0 0,0 1 0 0 0,0-1 0 0 0,0 0 0 0 0,1 0 0 0 0,-1 1 0 0 0,1-1-1 0 0,0 0 1 0 0,0 0 0 0 0,0-1 0 0 0,0 1 0 0 0,0 0 0 0 0,0 0 0 0 0,1-1 0 0 0,-1 0-1 0 0,1 1 1 0 0,0-1 0 0 0,6 3 0 0 0,-8-4-707 0 0,-5-11-6234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5:48.5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0 1775 0 0,'1'2'13601'0'0,"4"5"-5995"0"0,2 5-4318 0 0,-7-9-3292 0 0,1-1 0 0 0,-1 0 0 0 0,0 0 0 0 0,1 1 1 0 0,-1-1-1 0 0,0 0 0 0 0,-1 1 0 0 0,1-1 0 0 0,0 0 0 0 0,-1 1 0 0 0,1-1 1 0 0,-1 0-1 0 0,1 0 0 0 0,-2 3 0 0 0,1-3-45 0 0,-2-21-1451 0 0,-6 16 60 0 0,-1 6 3349 0 0,-16 6-827 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5:49.2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1002 0 0,'2'1'13129'0'0,"6"1"-4648"0"0,-6-1-8144 0 0,-1-1 0 0 0,1 1-1 0 0,0 0 1 0 0,-1 0 0 0 0,1 0 0 0 0,-1 0 0 0 0,1 0 0 0 0,-1 0 0 0 0,1 1 0 0 0,-1-1 0 0 0,0 0 0 0 0,2 3 0 0 0,12 23-1115 0 0,-16-19-3062 0 0,1-8 3610 0 0,-1 0 0 0 0,0 0 1 0 0,1 0-1 0 0,-1-1 0 0 0,0 1 0 0 0,0 0 1 0 0,1 0-1 0 0,-1-1 0 0 0,0 1 0 0 0,1 0 0 0 0,-1-1 1 0 0,1 1-1 0 0,-1-1 0 0 0,0 1 0 0 0,1 0 1 0 0,-1-1-1 0 0,1 1 0 0 0,-1-1 0 0 0,1 0 1 0 0,-1 0-1 0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5:50.0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328 0 836 0 0,'-5'5'16622'0'0,"-5"2"-11834"0"0,-183 109-820 0 0,130-89-4100 0 0,30-15-30 0 0,31-12-146 0 0,-20 10-986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5:51.0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24 1363 0 0,'-10'-13'3983'0'0,"3"3"7211"0"0,7 10-11141 0 0,0 0 1 0 0,1 0-1 0 0,-1 0 1 0 0,0 0-1 0 0,0 1 0 0 0,0-1 1 0 0,0 0-1 0 0,0 0 1 0 0,0 0-1 0 0,0 0 0 0 0,0 0 1 0 0,0 0-1 0 0,0 1 1 0 0,0-1-1 0 0,0 0 1 0 0,0 0-1 0 0,0 0 0 0 0,0 0 1 0 0,0 0-1 0 0,0 0 1 0 0,-1 1-1 0 0,1-1 0 0 0,0 0 1 0 0,0 0-1 0 0,0 0 1 0 0,0 0-1 0 0,0 0 1 0 0,0 0-1 0 0,0 0 0 0 0,0 1 1 0 0,0-1-1 0 0,0 0 1 0 0,-1 0-1 0 0,1 0 0 0 0,0 0 1 0 0,0 0-1 0 0,0 0 1 0 0,0 0-1 0 0,0 0 1 0 0,0 0-1 0 0,0 0 0 0 0,-1 0 1 0 0,1 0-1 0 0,0 0 1 0 0,0 0-1 0 0,0 0 0 0 0,0 0 1 0 0,0 0-1 0 0,-1 0 1 0 0,1 0-1 0 0,0 0 1 0 0,0 0-1 0 0,0 0 0 0 0,0 0 1 0 0,0 0-1 0 0,0 0 1 0 0,-1 0-1 0 0,1 0 0 0 0,0 0 1 0 0,0 0-1 0 0,0 0 1 0 0,0 0-1 0 0,0 0 1 0 0,0 0-1 0 0,0 0 0 0 0,0-1 1 0 0,-1 1-1 0 0,-2 22 3037 0 0,1 23-138 0 0,-1 63-6900 0 0,-20 125 1 0 0,-2 45-1942 0 0,28-154 3398 0 0,0-101-153 0 0,-15-24 630 0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5:51.4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470 177 950 0 0,'-16'4'654'0'0,"13"-3"-117"0"0,-12-2 2326 0 0,4 0 1910 0 0,3-2-3354 0 0,4 2-457 0 0,1 0 1 0 0,-1 0-1 0 0,0 0 0 0 0,1-1 1 0 0,-1 0-1 0 0,1 0 1 0 0,-1 0-1 0 0,1 0 1 0 0,0 0-1 0 0,0-1 1 0 0,0 1-1 0 0,0-1 0 0 0,0 0 1 0 0,-3-4-1 0 0,-5-25-380 0 0,10 28-582 0 0,1 0 0 0 0,0-1 0 0 0,0 1 0 0 0,0 0 0 0 0,1 0 0 0 0,-1 0 0 0 0,1 0 0 0 0,0 0 0 0 0,0 0 0 0 0,0 0 0 0 0,1 0 0 0 0,0 0 0 0 0,0 0 0 0 0,0 0 0 0 0,0 1 0 0 0,0-1 0 0 0,0 1 0 0 0,1 0 0 0 0,0-1 0 0 0,0 1 0 0 0,0 0 0 0 0,0 1 0 0 0,0-1 0 0 0,1 0 0 0 0,-1 1 0 0 0,1 0 0 0 0,-1 0 0 0 0,1 0 0 0 0,0 0 0 0 0,0 1 0 0 0,0-1 0 0 0,7 0 0 0 0,-9 1-28 0 0,-1 0-1 0 0,1 1 1 0 0,0 0 0 0 0,0-1 0 0 0,0 1 0 0 0,0 0 0 0 0,0 0 0 0 0,0 0 0 0 0,0 0 0 0 0,-1 0 0 0 0,1 0 0 0 0,0 1-1 0 0,0-1 1 0 0,0 1 0 0 0,0-1 0 0 0,-1 1 0 0 0,1 0 0 0 0,0 0 0 0 0,0 0 0 0 0,-1-1 0 0 0,1 2 0 0 0,-1-1 0 0 0,1 0-1 0 0,-1 0 1 0 0,1 0 0 0 0,-1 1 0 0 0,0-1 0 0 0,0 1 0 0 0,1-1 0 0 0,-1 1 0 0 0,0-1 0 0 0,0 1 0 0 0,0 0 0 0 0,-1-1-1 0 0,1 1 1 0 0,0 0 0 0 0,-1 0 0 0 0,1 0 0 0 0,-1 0 0 0 0,0-1 0 0 0,1 4 0 0 0,0 6-313 0 0,0 0 0 0 0,-1 0 0 0 0,0 0 0 0 0,-3 21 0 0 0,3-31 312 0 0,-3 13-868 0 0,0-2 0 0 0,0 1 0 0 0,-2 0 0 0 0,1-1 0 0 0,-2 0 0 0 0,1 0 0 0 0,-2 0 0 0 0,0 0 0 0 0,0-1 0 0 0,-1-1 1 0 0,0 1-1 0 0,-1-1 0 0 0,-11 11 0 0 0,1-4 510 0 0,-1 0 0 0 0,0-2 0 0 0,-1 0 1 0 0,-1-1-1 0 0,-41 19 0 0 0,51-27-72 0 0,0-1 0 0 0,0 0-1 0 0,-1-1 1 0 0,0 0 0 0 0,1-1-1 0 0,-1 0 1 0 0,0-1 0 0 0,-1-1 0 0 0,1 0-1 0 0,0-1 1 0 0,0 0 0 0 0,0-1-1 0 0,-25-4 1 0 0,14-4-1527 0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5:52.0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891 1 1145 0 0,'-10'10'22943'0'0,"7"-7"-20817"0"0,-2 6-2126 0 0,1 0 0 0 0,0 0 0 0 0,1 0 0 0 0,0 1 0 0 0,0-1 0 0 0,1 1 0 0 0,0 0 0 0 0,1-1 0 0 0,0 1 0 0 0,1 11 0 0 0,-6 408 0 0 0,5-415-640 0 0,0 0 1 0 0,-1 0-1 0 0,0 0 1 0 0,-1 0-1 0 0,-1 0 0 0 0,0-1 1 0 0,-1 1-1 0 0,0-1 1 0 0,-9 15-1 0 0,9-20 237 0 0,0 0-1 0 0,-1 0 0 0 0,0-1 1 0 0,-1 1-1 0 0,1-2 0 0 0,-1 1 1 0 0,-1-1-1 0 0,1 0 0 0 0,-1 0 1 0 0,0-1-1 0 0,0 0 0 0 0,-1-1 1 0 0,0 1-1 0 0,-12 3 0 0 0,-3 0 1239 0 0,0-2-1 0 0,-31 5 1 0 0,23-7-1098 0 0,0-1-1 0 0,0-2 1 0 0,-35-3-1 0 0,32-1-39 0 0,0-2 0 0 0,1-1 0 0 0,0-2 0 0 0,0-1-1 0 0,-55-23 1 0 0,78 28 313 0 0,1-2 0 0 0,-1 1 1 0 0,1-1-1 0 0,0-1 0 0 0,1 0 0 0 0,0 0 0 0 0,0-1 0 0 0,0 0 0 0 0,1 0 0 0 0,0-1 0 0 0,1 0 0 0 0,0-1 0 0 0,-9-15 1 0 0,12 17-10 0 0,1 0 0 0 0,0 0 1 0 0,0 0-1 0 0,1 0 1 0 0,0 0-1 0 0,0-1 0 0 0,1 1 1 0 0,0-1-1 0 0,0 0 1 0 0,1 1-1 0 0,1-1 0 0 0,-1 1 1 0 0,1-1-1 0 0,1 1 1 0 0,-1-1-1 0 0,1 1 0 0 0,1 0 1 0 0,0 0-1 0 0,4-10 1 0 0,3-2-361 0 0,2-1 0 0 0,0 2 1 0 0,1 0-1 0 0,0 0 0 0 0,2 1 1 0 0,0 1-1 0 0,20-18 0 0 0,-3 7-1860 0 0,1 2-1 0 0,72-44 1 0 0,-73 54 403 0 0,0 2-398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5:52.2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73 991 0 0,'-1'0'15441'0'0,"-7"-2"-8580"0"0,7 1-6727 0 0,0 1 0 0 0,-1-1-1 0 0,1 1 1 0 0,0-1 0 0 0,0 0 0 0 0,0 1-1 0 0,0-1 1 0 0,0 0 0 0 0,0 0-1 0 0,0 1 1 0 0,0-1 0 0 0,1 0 0 0 0,-1 0-1 0 0,0 0 1 0 0,0 0 0 0 0,1 0-1 0 0,-2-2 1 0 0,1 0-267 0 0,0 0 0 0 0,1 1 0 0 0,-1-1 0 0 0,0 0 1 0 0,1 0-1 0 0,0 0 0 0 0,0 0 0 0 0,0-3 0 0 0,0 4 63 0 0,0-8 1052 0 0,0-3-2585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5:52.7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529 126 720 0 0,'-6'16'437'0'0,"5"-13"471"0"0,-12 5 2013 0 0,2-2 6013 0 0,6-4-6374 0 0,-9 0 4981 0 0,-11-6-5348 0 0,19 3-2193 0 0,1 0 0 0 0,-1-1 0 0 0,0 0 0 0 0,1 0 0 0 0,0 0 0 0 0,-1-1 0 0 0,1 1 0 0 0,0-1 0 0 0,0-1 0 0 0,1 1 0 0 0,-6-5 0 0 0,8 6 0 0 0,-1-1 0 0 0,1 1 0 0 0,0-1 0 0 0,0 0 0 0 0,0 0 0 0 0,0 1 0 0 0,1-1 0 0 0,-1 0 0 0 0,1-1 0 0 0,-1 1 0 0 0,1 0 0 0 0,0 0 0 0 0,1 0 0 0 0,-1-1 0 0 0,0 1 0 0 0,1-1 0 0 0,0 1 0 0 0,0 0 0 0 0,0-1 0 0 0,0 1 0 0 0,0 0 0 0 0,1-1 0 0 0,0-2 0 0 0,0 3 0 0 0,-1 0 0 0 0,1 1 0 0 0,0-1 0 0 0,0 1 0 0 0,1 0 0 0 0,-1-1 0 0 0,0 1 0 0 0,1 0 0 0 0,-1 0 0 0 0,1 0 0 0 0,0 0 0 0 0,0 0 0 0 0,-1 0 0 0 0,1 0 0 0 0,1 0 0 0 0,-1 1 0 0 0,0-1 0 0 0,0 1 0 0 0,0 0 0 0 0,1-1 0 0 0,-1 1 0 0 0,1 0 0 0 0,-1 1 0 0 0,1-1 0 0 0,-1 0 0 0 0,1 1 0 0 0,0-1 0 0 0,-1 1 0 0 0,1 0 0 0 0,0 0 0 0 0,-1 0 0 0 0,4 0 0 0 0,-3 0 0 0 0,0 1 0 0 0,-1-1 0 0 0,1 1 0 0 0,0-1 0 0 0,0 1 0 0 0,0 0 0 0 0,0 0 0 0 0,-1 0 0 0 0,1 1 0 0 0,0-1 0 0 0,-1 1 0 0 0,1-1 0 0 0,-1 1 0 0 0,0 0 0 0 0,1 0 0 0 0,-1 0 0 0 0,0 0 0 0 0,0 0 0 0 0,0 1 0 0 0,-1-1 0 0 0,1 0 0 0 0,0 1 0 0 0,-1 0 0 0 0,0-1 0 0 0,1 1 0 0 0,-1 0 0 0 0,0 0 0 0 0,0 3 0 0 0,0-1-103 0 0,-1 0 0 0 0,0 0 0 0 0,-1 0 0 0 0,1 0 1 0 0,-1 0-1 0 0,0 0 0 0 0,-1 0 0 0 0,1 0 1 0 0,-1-1-1 0 0,0 1 0 0 0,0 0 0 0 0,0-1 0 0 0,-1 0 1 0 0,1 1-1 0 0,-1-1 0 0 0,0 0 0 0 0,0 0 0 0 0,-1-1 1 0 0,-6 7-1 0 0,-8 7-795 0 0,-1-1 0 0 0,-33 21 0 0 0,50-36 875 0 0,-45 30-3827 0 0,-60 27 0 0 0,55-34-1851 0 0,-61 19 0 0 0,70-29 3368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5:53.4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210 0 1248 0 0,'0'0'3889'0'0,"3"1"-3523"0"0,15 2 2725 0 0,30 6 12394 0 0,-33-5-13350 0 0,16 6-2135 0 0,0 1 0 0 0,-1 2 0 0 0,38 21 0 0 0,80 57 0 0 0,-147-90 0 0 0,51 38-3 0 0,-52-39 4 0 0,1 1-1 0 0,-1-1 0 0 0,1 1 0 0 0,-1-1 0 0 0,1 1 0 0 0,-1 0 0 0 0,1-1 0 0 0,-1 1 0 0 0,0 0 0 0 0,1-1 0 0 0,-1 1 0 0 0,0 0 1 0 0,0-1-1 0 0,0 1 0 0 0,1 0 0 0 0,-1 0 0 0 0,0 0 0 0 0,0-1 0 0 0,0 1 0 0 0,0 0 0 0 0,0 0 0 0 0,0-1 0 0 0,0 1 0 0 0,0 0 0 0 0,-1 0 1 0 0,1-1-1 0 0,0 1 0 0 0,0 0 0 0 0,-1 0 0 0 0,1-1 0 0 0,0 1 0 0 0,-1 0 0 0 0,-14 15 0 0 0,14-15 0 0 0,-25 15-299 0 0,1 0 1 0 0,-2-2-1 0 0,0 0 1 0 0,-1-2-1 0 0,-30 9 1 0 0,44-16 124 0 0,-244 73-11463 0 0,181-57 11142 0 0,50-15 436 0 0,21-5 664 0 0,0 0 0 0 0,0-1 0 0 0,0 0 0 0 0,0 0 0 0 0,1 0 0 0 0,-1-1 1 0 0,0 0-1 0 0,0 0 0 0 0,-6-3 0 0 0,2 1-1926 0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5:54.3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1191 0 1423 0 0,'-8'14'22688'0'0,"6"-9"-20585"0"0,0 7-2103 0 0,0 1 0 0 0,1-1 0 0 0,1 1 0 0 0,0-1 0 0 0,0 0 0 0 0,1 1 0 0 0,1-1 0 0 0,4 19 0 0 0,1 15 0 0 0,-1-4 0 0 0,-3-26 0 0 0,-1 1 0 0 0,-1-1 0 0 0,0 0 0 0 0,-1 0 0 0 0,-2 20 0 0 0,2-32 0 0 0,-1 0 0 0 0,0 0 0 0 0,0 0 0 0 0,-1 0 0 0 0,1 0 0 0 0,-1 0 0 0 0,0-1 0 0 0,0 1 0 0 0,0-1 0 0 0,0 1 0 0 0,-1-1 0 0 0,1 0 0 0 0,-1 0 0 0 0,0 0 0 0 0,0 0 0 0 0,0 0 0 0 0,0-1 0 0 0,-1 1 0 0 0,1-1 0 0 0,0 0 0 0 0,-1 0 0 0 0,0 0 0 0 0,0-1 0 0 0,1 1 0 0 0,-7 1 0 0 0,-2 0-175 0 0,0-1 0 0 0,0 0 0 0 0,-1 0 1 0 0,1-1-1 0 0,0-1 0 0 0,0 0 1 0 0,0-1-1 0 0,-1 0 0 0 0,1-1 0 0 0,0 0 1 0 0,0-1-1 0 0,1 0 0 0 0,-22-9 1 0 0,-6-6-1364 0 0,1-2 0 0 0,-59-42 0 0 0,-17-9-777 0 0,-28 1-3821 0 0,-77-24 6357 0 0,146 58 10100 0 0,80 35-6608 0 0,16 2-3219 0 0,-10 1-195 0 0,0 0 0 0 0,0 2 0 0 0,0-1 0 0 0,0 2 0 0 0,15 6 0 0 0,-14-3-924 0 0,0 0 0 0 0,0 1 0 0 0,0 0 0 0 0,-1 1 0 0 0,-1 1 0 0 0,18 17 1 0 0,-1 8-2085 0 0,0 1 1 0 0,-3 1-1 0 0,26 48 1 0 0,2 11 2767 0 0,-53-96-74 0 0,-1 1-11 0 0,0-1 29 0 0,-1 1-1 0 0,1-1 1 0 0,-1 1-1 0 0,1-1 1 0 0,-1 1-1 0 0,0-1 1 0 0,1 0-1 0 0,-1 0 1 0 0,0 1-1 0 0,0-1 1 0 0,0 0-1 0 0,0 0 1 0 0,0 0-1 0 0,0 0 1 0 0,0 0-1 0 0,0 0 1 0 0,0 0-1 0 0,-1 0 1 0 0,1 0-1 0 0,0-1 1 0 0,-1 1-1 0 0,1 0 1 0 0,-3 0-1 0 0,-38 12 1675 0 0,34-11-938 0 0,-104 26 7541 0 0,0 1-6591 0 0,1 4-5510 0 0,1 5-4431 0 0,60-23 8356 0 0,4-1-1156 0 0,17-2-8098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5:54.7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0 1433 0 0,'0'0'1782'0'0,"-19"9"12506"0"0,21-6-14762 0 0,14 33 9547 0 0,-9-25-9004 0 0,-7-9-325 0 0,25-10 555 0 0,-1-4-1108 0 0,-12 5 1618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5:54.9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1 1645 0 0,'-1'1'15286'0'0,"-5"4"-8778"0"0,1 4-3686 0 0,13 0-2907 0 0,-7-8-179 0 0,13 5 109 0 0,-18 9-9997 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5:56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1095 12 863 0 0,'0'0'358'0'0,"27"-11"12012"0"0,-27 11-12320 0 0,0 0-1 0 0,0 0 0 0 0,0 0 0 0 0,1 0 0 0 0,-1 0 1 0 0,0 0-1 0 0,0 0 0 0 0,0 0 0 0 0,0-1 1 0 0,1 1-1 0 0,-1 0 0 0 0,0 0 0 0 0,0 0 0 0 0,0 0 1 0 0,0 0-1 0 0,0 0 0 0 0,1 0 0 0 0,-1 0 1 0 0,0 0-1 0 0,0 0 0 0 0,0 0 0 0 0,0 1 0 0 0,1-1 1 0 0,-1 0-1 0 0,0 0 0 0 0,0 0 0 0 0,0 0 1 0 0,0 0-1 0 0,0 0 0 0 0,1 0 0 0 0,-1 0 0 0 0,0 0 1 0 0,0 0-1 0 0,0 1 0 0 0,0-1 0 0 0,0 0 1 0 0,0 0-1 0 0,0 0 0 0 0,1 0 0 0 0,-1 0 0 0 0,0 0 1 0 0,0 1-1 0 0,0-1 0 0 0,0 0 0 0 0,0 0 1 0 0,0 0-1 0 0,0 0 0 0 0,0 1 0 0 0,0-1 0 0 0,0 0 1 0 0,0 0-1 0 0,0 0 0 0 0,0 0 0 0 0,0 0 1 0 0,0 1-1 0 0,0-1 0 0 0,0 0 0 0 0,0 0 0 0 0,0 0 1 0 0,0 0-1 0 0,0 1 0 0 0,0-1 0 0 0,0 0 1 0 0,-1 0-1 0 0,1 0 0 0 0,-11 17 4148 0 0,-21 16 980 0 0,-64 39-5177 0 0,32-25 0 0 0,-12 5 0 0 0,52-38 0 0 0,1 2 0 0 0,-42 36 0 0 0,64-51-1 0 0,-1 1 1 0 0,0-1 0 0 0,1 1 0 0 0,-1-1-1 0 0,1 1 1 0 0,0 0 0 0 0,-1-1 0 0 0,1 1 0 0 0,0 0-1 0 0,0 0 1 0 0,0 0 0 0 0,0 0 0 0 0,1 0-1 0 0,-1 0 1 0 0,0 0 0 0 0,1 0 0 0 0,0 0 0 0 0,-1 1-1 0 0,1-1 1 0 0,0 0 0 0 0,0 0 0 0 0,0 0-1 0 0,0 0 1 0 0,1 1 0 0 0,-1-1 0 0 0,0 0 0 0 0,1 0-1 0 0,0 0 1 0 0,-1 0 0 0 0,1 0 0 0 0,0 0-1 0 0,0 0 1 0 0,0 0 0 0 0,0 0 0 0 0,1-1 0 0 0,-1 1-1 0 0,0 0 1 0 0,1-1 0 0 0,2 3 0 0 0,5 4-2 0 0,1 0 0 0 0,0 0 0 0 0,1-2 0 0 0,0 1 0 0 0,15 6-1 0 0,-10-5 3 0 0,-7-3 1 0 0,1 0 0 0 0,-1 1 1 0 0,-1 0-1 0 0,1 1 0 0 0,-1-1 1 0 0,0 1-1 0 0,9 11 1 0 0,-15-15-2 0 0,0 0 0 0 0,-1-1 1 0 0,1 1-1 0 0,-1 0 0 0 0,0 0 1 0 0,1 0-1 0 0,-1 0 1 0 0,-1 0-1 0 0,1 0 0 0 0,0 0 1 0 0,-1 1-1 0 0,1-1 1 0 0,-1 0-1 0 0,0 0 0 0 0,0 0 1 0 0,-1 1-1 0 0,1-1 0 0 0,0 0 1 0 0,-1 0-1 0 0,0 0 1 0 0,0 0-1 0 0,0 0 0 0 0,0 0 1 0 0,0 0-1 0 0,-1 0 0 0 0,1 0 1 0 0,-1 0-1 0 0,-3 4 1 0 0,-4 4-37 0 0,-1 1 1 0 0,0-1-1 0 0,0-1 1 0 0,-1 0-1 0 0,0 0 1 0 0,-1-1 0 0 0,0-1-1 0 0,-1 0 1 0 0,-22 11-1 0 0,-2-2-127 0 0,-1-1 0 0 0,-51 13 0 0 0,-11-2-76 0 0,52-17-2057 0 0,-62 7-1 0 0,87-15 1675 0 0,-1 0 0 0 0,1-2 0 0 0,-1-1 0 0 0,1-1 0 0 0,0 0-1 0 0,-1-2 1 0 0,1-1 0 0 0,0-1 0 0 0,-25-10 0 0 0,42 14 640 0 0,1-1 1 0 0,-1 1-1 0 0,1-1 1 0 0,0-1 0 0 0,0 1-1 0 0,0-1 1 0 0,1 1-1 0 0,-1-1 1 0 0,1-1-1 0 0,0 1 1 0 0,0 0 0 0 0,1-1-1 0 0,-1 0 1 0 0,1 0-1 0 0,0 0 1 0 0,0-1 0 0 0,0 1-1 0 0,1 0 1 0 0,0-1-1 0 0,-3-11 1 0 0,4 7-16 0 0,0 1 0 0 0,0-1-1 0 0,1 0 1 0 0,0 0 0 0 0,0 0 0 0 0,1 0-1 0 0,1 1 1 0 0,0-1 0 0 0,0 0 0 0 0,1 1 0 0 0,0-1-1 0 0,4-8 1 0 0,11-20-146 0 0,1 2 0 0 0,41-59 0 0 0,59-59-3094 0 0,-76 100 21 0 0,-42 52 2838 0 0,1 0 1 0 0,-1 1-1 0 0,1-1 1 0 0,-1 0 0 0 0,0 0-1 0 0,0 0 1 0 0,0 0 0 0 0,0 0-1 0 0,0 0 1 0 0,-1 0-1 0 0,2-3 1 0 0,-9-1-2287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5:56.8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350 281 1154 0 0,'6'-37'3654'0'0,"7"-17"8621"0"0,-3 17-4933 0 0,-5 11-5553 0 0,-4 22-1789 0 0,0 1 0 0 0,0-1 0 0 0,-1 0 0 0 0,1-1 0 0 0,-1 1 0 0 0,0 0 0 0 0,0 0 0 0 0,0 0 0 0 0,-1 0 0 0 0,0 0 0 0 0,1 0 0 0 0,-1 0 0 0 0,0 1 0 0 0,-1-1 0 0 0,-2-7 0 0 0,0 2 0 0 0,3 6-29 0 0,0 0 1 0 0,0 1 0 0 0,-1-1-1 0 0,1 0 1 0 0,-1 1 0 0 0,0-1-1 0 0,1 1 1 0 0,-1 0 0 0 0,0 0-1 0 0,0-1 1 0 0,-1 1 0 0 0,1 1-1 0 0,0-1 1 0 0,-1 0-1 0 0,1 0 1 0 0,-1 1 0 0 0,1 0-1 0 0,-1-1 1 0 0,-3 0 0 0 0,1 1-100 0 0,0-1 0 0 0,-1 2 0 0 0,1-1 0 0 0,0 0 0 0 0,-1 1 0 0 0,1 0 0 0 0,-1 0 0 0 0,1 1 0 0 0,-11 2 0 0 0,3 0-144 0 0,0 1-1 0 0,1 0 1 0 0,-1 1 0 0 0,1 1 0 0 0,0 0 0 0 0,0 0 0 0 0,-20 16-1 0 0,21-13-1758 0 0,1 1 0 0 0,0 0 0 0 0,-15 20 0 0 0,14-14 1107 0 0,1 0 1 0 0,-12 25-1 0 0,13-19 1112 0 0,0 1-1 0 0,1-1 0 0 0,1 2 1 0 0,-7 44-1 0 0,14-64-158 0 0,-1 1 0 0 0,0 0 0 0 0,1-1-1 0 0,0 1 1 0 0,0 0 0 0 0,1-1 0 0 0,-1 1 0 0 0,1 0 0 0 0,0-1 0 0 0,0 1 0 0 0,1-1-1 0 0,-1 1 1 0 0,1-1 0 0 0,0 0 0 0 0,0 0 0 0 0,1 0 0 0 0,-1 0 0 0 0,1 0-1 0 0,4 5 1 0 0,-1-4 32 0 0,1 1 0 0 0,0-1 0 0 0,0 0 0 0 0,0 0 0 0 0,1-1 0 0 0,0 1 0 0 0,0-2 0 0 0,0 1 0 0 0,11 2 0 0 0,104 31 281 0 0,-119-34-341 0 0,0 0 0 0 0,-1 0 0 0 0,1 0 0 0 0,-1 1-1 0 0,1-1 1 0 0,-1 1 0 0 0,-1 0 0 0 0,1 0-1 0 0,4 9 1 0 0,-4-7 64 0 0,0 0-1 0 0,-1 1 0 0 0,0-1 0 0 0,0 1 1 0 0,-1-1-1 0 0,1 1 0 0 0,-1 0 1 0 0,-1 0-1 0 0,1-1 0 0 0,-1 1 0 0 0,-1 0 1 0 0,0 7-1 0 0,-3 12-162 0 0,-15 47-1 0 0,2-4-3685 0 0,16-14-4650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5:57.4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52 1322 0 0,'0'0'4239'0'0,"15"-22"13108"0"0,-4 11-13990 0 0,10-1-3614 0 0,-12 6 447 0 0,-7 5-209 0 0,22 4-41 0 0,-21 1 106 0 0,1 4 1 0 0,-4-7-47 0 0,-1 0-1 0 0,1 0 1 0 0,0 0-1 0 0,-1-1 1 0 0,1 1-1 0 0,-1 0 1 0 0,1 0-1 0 0,-1-1 1 0 0,0 1-1 0 0,1 0 1 0 0,-1-1-1 0 0,0 1 1 0 0,0-1-1 0 0,1 1 1 0 0,-1-1-1 0 0,0 1 1 0 0,-1 0-1 0 0,1 0-97 0 0,4-11-9547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6:00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7 913 0 0,'0'0'4947'0'0,"10"3"-1108"0"0,2 1-2328 0 0,1-1 1 0 0,0 0-1 0 0,1-1 1 0 0,-1 0-1 0 0,0-2 1 0 0,0 1 0 0 0,1-1-1 0 0,-1-1 1 0 0,17-3-1 0 0,10 0-111 0 0,80-9-7867 0 0,-118 13 6343 0 0,15-2 361 0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6:01.8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154 6 1407 0 0,'-13'-6'4120'0'0,"15"16"4380"0"0,11 10 1162 0 0,-3-10-7137 0 0,20 15-2525 0 0,2 0 0 0 0,0-3 0 0 0,43 23 0 0 0,1 1-5 0 0,-74-45 1 0 0,1 2 3 0 0,-3-3 1 0 0,0 0 1 0 0,1 0-1 0 0,-1 0 0 0 0,0 0 0 0 0,1 0 1 0 0,-1 0-1 0 0,1 1 0 0 0,-1-1 0 0 0,0 0 0 0 0,1 0 1 0 0,-1 0-1 0 0,0 0 0 0 0,0 1 0 0 0,1-1 1 0 0,-1 0-1 0 0,0 0 0 0 0,1 1 0 0 0,-1-1 0 0 0,0 0 1 0 0,0 0-1 0 0,1 1 0 0 0,-1-1 0 0 0,0 0 0 0 0,0 1 1 0 0,0-1-1 0 0,0 0 0 0 0,0 1 0 0 0,1-1 1 0 0,-1 0-1 0 0,0 1 0 0 0,0-1 0 0 0,0 1 0 0 0,0-1 1 0 0,0 0-1 0 0,0 1 0 0 0,0-1 0 0 0,0 0 1 0 0,0 1-1 0 0,0-1 0 0 0,0 0 0 0 0,0 1 0 0 0,-1 0 1 0 0,1 1-1 0 0,0-1 0 0 0,0 1 0 0 0,-1 0 0 0 0,1 0 0 0 0,0 0 0 0 0,-1 0 0 0 0,0-1 0 0 0,1 1 0 0 0,-1 0 0 0 0,0-1 0 0 0,0 1 0 0 0,0 0 0 0 0,0-1 0 0 0,0 1 0 0 0,-1-1 0 0 0,1 0 0 0 0,0 1 0 0 0,-1-1 0 0 0,-2 2 0 0 0,-33 24 0 0 0,29-22 0 0 0,-85 53-2158 0 0,54-36 236 0 0,2 2-1 0 0,0 2 0 0 0,1 1 0 0 0,-46 46 0 0 0,81-71 1952 0 0,1-2 28 0 0,-1 1 0 0 0,1 0 0 0 0,0-1 0 0 0,0 1 1 0 0,-1 0-1 0 0,1-1 0 0 0,0 1 0 0 0,-1-1 0 0 0,1 1 1 0 0,-1-1-1 0 0,1 1 0 0 0,-1-1 0 0 0,1 1 0 0 0,-1-1 1 0 0,1 1-1 0 0,-1-1 0 0 0,1 1 0 0 0,-1-1 0 0 0,0 0 1 0 0,1 0-1 0 0,-1 1 0 0 0,0-1 0 0 0,1 0 0 0 0,-1 0 1 0 0,0 0-1 0 0,1 1 0 0 0,-1-1 0 0 0,0 0 0 0 0,1 0 1 0 0,-2 0-1 0 0,-6-1 7048 0 0,0-4-6579 0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6:02.5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1062 1 1015 0 0,'0'0'4360'0'0,"-8"8"-1540"0"0,-2 4 11962 0 0,-14 32-11495 0 0,2 24-2688 0 0,2-3-1248 0 0,16-56 649 0 0,-1 0 0 0 0,0-1 0 0 0,-1 1 0 0 0,1-1 0 0 0,-2 0 0 0 0,1 0 0 0 0,-1-1 0 0 0,0 0 0 0 0,-1 0 0 0 0,0-1 0 0 0,0 0 0 0 0,0 0 0 0 0,-1-1 0 0 0,0 0 0 0 0,0 0 0 0 0,0-1 0 0 0,0 0 0 0 0,-14 3 0 0 0,20-6-84 0 0,0 0 1 0 0,0 0 0 0 0,0 0 0 0 0,1-1 0 0 0,-1 1 0 0 0,0-1 0 0 0,0 0-1 0 0,0 0 1 0 0,0 0 0 0 0,0 0 0 0 0,0 0 0 0 0,0-1 0 0 0,0 1 0 0 0,1-1-1 0 0,-1 0 1 0 0,0 0 0 0 0,0 0 0 0 0,1 0 0 0 0,-1 0 0 0 0,0-1 0 0 0,1 1-1 0 0,0-1 1 0 0,-1 0 0 0 0,1 0 0 0 0,0 1 0 0 0,0-2 0 0 0,0 1 0 0 0,0 0-1 0 0,0 0 1 0 0,0 0 0 0 0,0-1 0 0 0,1 1 0 0 0,-3-5 0 0 0,0-5-589 0 0,0 1 1 0 0,0-1 0 0 0,1 0 0 0 0,1 0-1 0 0,-2-24 1 0 0,2 23 342 0 0,-10-18-4870 0 0,12 29 4322 0 0,0-8 955 0 0,2-2-104 0 0,0 23 2297 0 0,-3 12 5431 0 0,-4 0-4130 0 0,-2-7-4242 0 0,0 0 0 0 0,-12 19 0 0 0,4-6-96 0 0,-12 21-2707 0 0,-46 67 1 0 0,-48 34 517 0 0,55-84 2760 0 0,-2-2 0 0 0,-86 62 0 0 0,113-96-149 0 0,-15 11-1129 0 0,21-13-2246 0 0,34-28 2576 0 0,-6 9 4762 0 0,4-5-4457 0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6:02.8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1852 0 0,'8'0'18562'0'0,"9"3"-12924"0"0,22 32-5501 0 0,-38-34-319 0 0,1 1-871 0 0,10 5 2288 0 0,-6-6-3994 0 0,4-6 5543 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6:03.1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1517 0 0,'1'2'14952'0'0,"1"7"-8119"0"0,5 5-3883 0 0,-5-12-2962 0 0,0 1 1 0 0,0-1-1 0 0,0 0 1 0 0,1 0-1 0 0,-1 0 1 0 0,1 0-1 0 0,-1 0 1 0 0,5 2-1 0 0,-6-4 49 0 0,0 1-239 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6:03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597 120 846 0 0,'0'0'426'0'0,"-7"28"3472"0"0,-19-16 7431 0 0,-7-8-3842 0 0,-2-6-4148 0 0,4-5-4456 0 0,29 6 1117 0 0,0 1 0 0 0,0-1 0 0 0,0 1 0 0 0,0-1 0 0 0,1 0 0 0 0,-1 0 0 0 0,0 1 0 0 0,0-1 0 0 0,0-1 0 0 0,1 1 0 0 0,-1 0 0 0 0,0 0 0 0 0,1-1 0 0 0,-1 1 0 0 0,1-1 0 0 0,0 1 0 0 0,-1-1 0 0 0,1 1 0 0 0,0-1 0 0 0,0 0 0 0 0,0 0 0 0 0,0 0 0 0 0,0 1 0 0 0,1-1 0 0 0,-1 0 0 0 0,0 0 0 0 0,1 0 0 0 0,-1 0 0 0 0,1 0 0 0 0,0 0 0 0 0,0 0 0 0 0,0-1 0 0 0,0 1 0 0 0,0 0 0 0 0,0 0 0 0 0,1 0 0 0 0,-1 0 0 0 0,1 0 0 0 0,-1 0 0 0 0,2-3 0 0 0,1-2-1 0 0,0 1 0 0 0,0 0 0 0 0,0 1 1 0 0,1-1-1 0 0,0 0 0 0 0,0 1 0 0 0,0 0 0 0 0,1 0 0 0 0,8-8 1 0 0,-10 11-113 0 0,0 0 0 0 0,0-1 0 0 0,0 1 1 0 0,0 0-1 0 0,0 0 0 0 0,0 0 0 0 0,1 1 1 0 0,-1-1-1 0 0,1 1 0 0 0,-1 0 0 0 0,1 0 1 0 0,-1 0-1 0 0,1 0 0 0 0,0 1 0 0 0,-1 0 1 0 0,1-1-1 0 0,0 1 0 0 0,0 1 0 0 0,-1-1 1 0 0,1 0-1 0 0,0 1 0 0 0,-1 0 0 0 0,1 0 1 0 0,-1 0-1 0 0,1 0 0 0 0,6 4 0 0 0,-7-3-53 0 0,0 0 0 0 0,-1 1 0 0 0,1-1 0 0 0,-1 1 0 0 0,1 0 0 0 0,-1 0 0 0 0,0 0 0 0 0,0 0 0 0 0,0 0 1 0 0,-1 1-1 0 0,1-1 0 0 0,-1 1 0 0 0,1-1 0 0 0,-1 1 0 0 0,0-1 0 0 0,-1 1 0 0 0,1-1 0 0 0,-1 1 0 0 0,1 0 0 0 0,-1-1 0 0 0,0 1 0 0 0,0 0 0 0 0,-1 0 0 0 0,0 5 0 0 0,-3 8-1175 0 0,0 0 0 0 0,0-1 0 0 0,-2 1 0 0 0,0-1 0 0 0,-15 27 0 0 0,10-24 1137 0 0,-1 0 1 0 0,-1-1-1 0 0,-1-1 1 0 0,0 0 0 0 0,-2-1-1 0 0,1 0 1 0 0,-22 15-1 0 0,14-14 391 0 0,0-1-1 0 0,-2-1 0 0 0,1-1 0 0 0,-2-1 1 0 0,-33 12-1 0 0,33-16-1242 0 0,0-2 1 0 0,-52 9-1 0 0,70-15 566 0 0,0 0-1 0 0,-1 0 1 0 0,1-1-1 0 0,0 0 0 0 0,0 0 1 0 0,0-1-1 0 0,0 0 0 0 0,0-1 1 0 0,0 0-1 0 0,-14-5 1 0 0,6 0-1392 0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6:04.0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880 1 1071 0 0,'-6'7'2744'0'0,"0"1"0"0"0,-1-1 0 0 0,0 0 0 0 0,-16 12 0 0 0,-4 2 153 0 0,-75 47 5744 0 0,37-27-9073 0 0,-119 53-1 0 0,117-64-630 0 0,-32 14-6697 0 0,-134 40-1 0 0,192-75 4897 0 0,40-10 2661 0 0,0 0 1 0 0,0 1-1 0 0,0-1 0 0 0,0 0 1 0 0,1 0-1 0 0,-1 0 0 0 0,0 0 1 0 0,0 1-1 0 0,1-1 0 0 0,-1 0 1 0 0,1 0-1 0 0,-1 0 0 0 0,1 0 0 0 0,-1-1 1 0 0,1 1-1 0 0,-1 0 0 0 0,1 0 1 0 0,0 0-1 0 0,0-2 0 0 0,4-11-1753 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6:04.2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1 1982 0 0,'0'0'2616'0'0,"-15"2"1298"0"0,5 1 5032 0 0,8-3-8753 0 0,1 1 0 0 0,0-1 0 0 0,0 0 1 0 0,0 1-1 0 0,0 0 0 0 0,0-1 0 0 0,0 1 0 0 0,0-1 0 0 0,0 1 0 0 0,0 0 1 0 0,1 0-1 0 0,-1 0 0 0 0,0 0 0 0 0,0-1 0 0 0,1 1 0 0 0,-1 0 0 0 0,0 0 1 0 0,1 0-1 0 0,-1 0 0 0 0,1 1 0 0 0,-1-1 0 0 0,1 0 0 0 0,0 0 0 0 0,0 0 1 0 0,-1 0-1 0 0,1 0 0 0 0,0 0 0 0 0,0 1 0 0 0,0-1 0 0 0,0 0 0 0 0,0 0 1 0 0,0 0-1 0 0,1 3 0 0 0,-3 20 1996 0 0,-10-1-3429 0 0,2-14 2480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6:05.1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619 408 1294 0 0,'0'0'1290'0'0,"0"-16"2036"0"0,0 5 4234 0 0,1-41 787 0 0,10 2-4308 0 0,-6 36-4064 0 0,0 1 0 0 0,1 0 0 0 0,11-18 0 0 0,-8 16-1595 0 0,2 0 0 0 0,17-19 0 0 0,-13 18-408 0 0,1 1 0 0 0,0 1 0 0 0,2 0 1 0 0,-1 1-1 0 0,29-15 0 0 0,-29 19 1921 0 0,1 1 1 0 0,0 1-1 0 0,24-8 1 0 0,-39 14 180 0 0,1 0 1 0 0,0 0-1 0 0,0 0 1 0 0,0 1-1 0 0,0 0 1 0 0,-1-1-1 0 0,1 1 1 0 0,0 0 0 0 0,0 1-1 0 0,0-1 1 0 0,0 1-1 0 0,0 0 1 0 0,0-1-1 0 0,-1 2 1 0 0,1-1-1 0 0,0 0 1 0 0,-1 1-1 0 0,1 0 1 0 0,-1 0-1 0 0,0 0 1 0 0,4 2 0 0 0,-4-1-10 0 0,-1 0 1 0 0,0-1 0 0 0,0 1 0 0 0,0 0 0 0 0,-1 0 0 0 0,1 0 0 0 0,0 0 0 0 0,-1 0 0 0 0,0 0 0 0 0,0 0 0 0 0,0 1 0 0 0,0-1 0 0 0,-1 0 0 0 0,1 1 0 0 0,-1-1 0 0 0,0 1 0 0 0,0-1 0 0 0,0 0 0 0 0,0 1 0 0 0,0-1 0 0 0,-1 1 0 0 0,0-1 0 0 0,1 0 0 0 0,-3 5 0 0 0,-1 3-162 0 0,-1 0 0 0 0,0-1 1 0 0,-1 1-1 0 0,0-1 0 0 0,-1 0 0 0 0,0-1 0 0 0,0 0 0 0 0,-1 0 1 0 0,0 0-1 0 0,0-1 0 0 0,-1 0 0 0 0,-14 9 0 0 0,-16 10-230 0 0,-70 36 0 0 0,103-60 405 0 0,-23 12 40 0 0,-51 19 0 0 0,72-30 34 0 0,-1-2-1 0 0,1 1 1 0 0,-1-1-1 0 0,0-1 1 0 0,0 1-1 0 0,0-1 1 0 0,0-1-1 0 0,0 0 0 0 0,0 0 1 0 0,0-1-1 0 0,-10-2 1 0 0,16 3-6 0 0,0-2 1 0 0,0 1-1 0 0,0 0 0 0 0,0-1 1 0 0,0 1-1 0 0,0-1 1 0 0,0 0-1 0 0,0 0 0 0 0,-4-4 1 0 0,4 3 510 0 0,0-1-1 0 0,0 0 1 0 0,0 0 0 0 0,0 0 0 0 0,1-1-1 0 0,-1 1 1 0 0,1 0 0 0 0,0-1 0 0 0,1 0-1 0 0,-2-6 1 0 0,0 0 570 0 0,1 0-1 0 0,1 0 0 0 0,0 0 1 0 0,0-13-1 0 0,4-22-1706 0 0,-3 43 464 0 0,-14 22 36 0 0,4-3-924 0 0,-2 0 0 0 0,0-1 0 0 0,0-1 0 0 0,-1 0 0 0 0,-1 0 0 0 0,-1-2 0 0 0,0 0 0 0 0,-32 21 0 0 0,32-25 163 0 0,1 0 0 0 0,-1-1 1 0 0,0-1-1 0 0,-1 0 0 0 0,0-1 0 0 0,0 0 1 0 0,0-1-1 0 0,0-1 0 0 0,0-1 1 0 0,-31 1-1 0 0,42-3 724 0 0,1-1 0 0 0,-1 1-1 0 0,1-1 1 0 0,0 0 0 0 0,-1 0 0 0 0,1-1 0 0 0,0 1 0 0 0,0-1 0 0 0,-1 0 0 0 0,1 0-1 0 0,1 0 1 0 0,-1 0 0 0 0,0-1 0 0 0,0 0 0 0 0,-3-3 0 0 0,-1-3-919 0 0,0 0-1 0 0,0-1 1 0 0,1 0 0 0 0,-8-15 0 0 0,10 18 816 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6:05.6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294 109 1031 0 0,'0'0'948'0'0,"-12"-6"2133"0"0,2 2 3331 0 0,-29-12 6245 0 0,37 15-12347 0 0,-16-20 1465 0 0,16 12-1811 0 0,2 8 36 0 0,-1-1 1 0 0,1 1-1 0 0,0-1 0 0 0,0 1 1 0 0,0-1-1 0 0,0 0 0 0 0,0 1 1 0 0,0-1-1 0 0,1 1 1 0 0,-1-1-1 0 0,0 1 0 0 0,1-1 1 0 0,-1 1-1 0 0,1-1 0 0 0,0 1 1 0 0,-1 0-1 0 0,1-1 0 0 0,0 1 1 0 0,0 0-1 0 0,0 0 1 0 0,0-1-1 0 0,0 1 0 0 0,0 0 1 0 0,0 0-1 0 0,1 0 0 0 0,-1 0 1 0 0,0 0-1 0 0,0 0 0 0 0,1 1 1 0 0,-1-1-1 0 0,1 0 0 0 0,-1 1 1 0 0,0-1-1 0 0,4 0 1 0 0,1-1-216 0 0,0 0 0 0 0,0 1 0 0 0,0 0 0 0 0,1 0 0 0 0,-1 0 0 0 0,11 1 0 0 0,-14-1-188 0 0,0 1-1 0 0,0 0 1 0 0,0 1 0 0 0,0-1 0 0 0,0 0 0 0 0,0 1 0 0 0,0 0 0 0 0,0-1 0 0 0,-1 1 0 0 0,1 0 0 0 0,0 0 0 0 0,-1 1 0 0 0,1-1 0 0 0,0 1 0 0 0,-1-1 0 0 0,0 1 0 0 0,1 0 0 0 0,-1 0 0 0 0,0 0-1 0 0,0 0 1 0 0,0 0 0 0 0,0 0 0 0 0,0 1 0 0 0,-1-1 0 0 0,1 1 0 0 0,-1-1 0 0 0,1 1 0 0 0,-1 0 0 0 0,0-1 0 0 0,0 1 0 0 0,0 0 0 0 0,0 0 0 0 0,-1 0 0 0 0,1 0 0 0 0,-1-1 0 0 0,0 7 0 0 0,0-3-118 0 0,0 1 0 0 0,-1-1 0 0 0,0 0 0 0 0,0 1 0 0 0,-1-1 1 0 0,0 0-1 0 0,-2 6 0 0 0,1-4 740 0 0,-1-1 0 0 0,1 0-1 0 0,-1 0 1 0 0,-1-1 0 0 0,-6 9 0 0 0,-5 2-410 0 0,0-2 1 0 0,-1 0-1 0 0,0 0 1 0 0,-1-2-1 0 0,-22 13 1 0 0,-102 48-3188 0 0,118-63 2568 0 0,-11 7-773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6:06.2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332 1 1033 0 0,'8'5'21477'0'0,"-3"-1"-20778"0"0,0 0 1 0 0,0 0-1 0 0,0 0 0 0 0,-1 0 0 0 0,5 7 1 0 0,-6-7-726 0 0,0 0 0 0 0,-1 1 0 0 0,1-1 0 0 0,-1 1 0 0 0,0-1 0 0 0,2 11 0 0 0,2 1-284 0 0,-4-8 309 0 0,3 1 0 0 0,-2 1 0 0 0,1 0 0 0 0,-1 0 0 0 0,-1 1 0 0 0,0-1 0 0 0,1 16 0 0 0,-3-23-5 0 0,-1 1 1 0 0,1-1-1 0 0,-1 0 1 0 0,0 0-1 0 0,0 1 1 0 0,0-1-1 0 0,0 0 1 0 0,-1 0-1 0 0,1 0 1 0 0,-1 0-1 0 0,0 0 1 0 0,1 0-1 0 0,-1 0 1 0 0,-1-1-1 0 0,1 1 1 0 0,0-1-1 0 0,-1 1 1 0 0,1-1 0 0 0,-1 0-1 0 0,0 0 1 0 0,0 0-1 0 0,0-1 1 0 0,0 1-1 0 0,0 0 1 0 0,-4 0-1 0 0,0 2-136 0 0,-5 2-877 0 0,-2-1 1 0 0,1 0-1 0 0,0-1 1 0 0,-1 0-1 0 0,0-1 1 0 0,0 0-1 0 0,0-2 1 0 0,0 1-1 0 0,0-2 1 0 0,-18-1-1 0 0,12 0-747 0 0,1-1-1 0 0,0-1 1 0 0,-29-9-1 0 0,34 8 1477 0 0,0-1-1 0 0,-19-11 1 0 0,31 16-394 0 0,-23-2 998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6:06.4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1 1549 0 0,'-1'2'108'0'0,"-11"21"6404"0"0,-2 11 11508 0 0,14-32-18178 0 0,-16-8-681 0 0,1-1 1861 0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6:07.1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166 168 1442 0 0,'-2'-6'313'0'0,"-9"-18"4444"0"0,9 18-3013 0 0,0 1 0 0 0,1-1-1 0 0,-1 1 1 0 0,1-1-1 0 0,0 0 1 0 0,1 0 0 0 0,-1 0-1 0 0,1 1 1 0 0,1-12 0 0 0,6-11 521 0 0,-5 25-2265 0 0,-1 0 0 0 0,1 1 0 0 0,0-1 0 0 0,0 0 0 0 0,0 1 0 0 0,0 0 0 0 0,0-1 0 0 0,0 1 0 0 0,1 0 0 0 0,-1 0 0 0 0,1 0 0 0 0,-1 1 0 0 0,1-1 0 0 0,0 0 0 0 0,-1 1 0 0 0,1 0 0 0 0,0 0 0 0 0,0 0 0 0 0,0 0 0 0 0,0 0 0 0 0,1 1 0 0 0,-1-1 0 0 0,0 1 0 0 0,0 0 0 0 0,0 0 0 0 0,4 0 0 0 0,10 0 0 0 0,1 2 0 0 0,-1 0 0 0 0,24 6 0 0 0,-34-7 0 0 0,412 95-646 0 0,-358-75 1290 0 0,-74-4-642 0 0,5-14-2 0 0,-1-1 0 0 0,1 1 0 0 0,-1-1 0 0 0,1-1 0 0 0,-1 0 0 0 0,-16 1 0 0 0,-3 0 0 0 0,-37 9-2402 0 0,1 2 0 0 0,-92 33 0 0 0,118-32 1197 0 0,1 1 0 0 0,1 2 0 0 0,1 2 0 0 0,1 1 0 0 0,-43 33 0 0 0,64-41 1629 0 0,0 0 0 0 0,1 0-1 0 0,0 2 1 0 0,2-1 0 0 0,-1 1 0 0 0,2 1 0 0 0,0 0 0 0 0,0 0 0 0 0,2 1 0 0 0,0 0 0 0 0,0 0-1 0 0,2 1 1 0 0,0 0 0 0 0,1 0 0 0 0,1 0 0 0 0,-2 24 0 0 0,2-7 480 0 0,2 1-1 0 0,2 0 1 0 0,1-1 0 0 0,1 1-1 0 0,2-1 1 0 0,2 0 0 0 0,13 44 0 0 0,-16-66-1086 0 0,1 1 1 0 0,0-1-1 0 0,0-1 1 0 0,1 1-1 0 0,1-1 1 0 0,0 0-1 0 0,0-1 1 0 0,1 0-1 0 0,1 0 1 0 0,-1 0-1 0 0,2-1 1 0 0,-1-1-1 0 0,17 12 1 0 0,-11-10-198 0 0,0-2 1 0 0,1 1-1 0 0,0-2 1 0 0,1-1 0 0 0,0 0-1 0 0,0 0 1 0 0,0-2-1 0 0,0 0 1 0 0,24 1 0 0 0,15-1-1089 0 0,0-2 1 0 0,1-3-1 0 0,72-11 1 0 0,164-39-967 0 0,-236 40 1489 0 0,26-4-2918 0 0,119-40-1 0 0,-156 37 950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6:08.3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 20 1221 0 0,'0'0'1059'0'0,"-4"-20"15039"0"0,0 25-15722 0 0,1-1 0 0 0,0 0 0 0 0,0 1-1 0 0,0-1 1 0 0,0 1 0 0 0,1 0 0 0 0,0 0-1 0 0,0 0 1 0 0,0 0 0 0 0,0 6 0 0 0,-11 62 2803 0 0,8-39-2656 0 0,-15 191-7781 0 0,1-9 477 0 0,15-195 7594 0 0,-12 39 0 0 0,14-54-288 0 0,0 1 1 0 0,-1-1 0 0 0,0 1 0 0 0,0-1 0 0 0,-1 0-1 0 0,0 0 1 0 0,0-1 0 0 0,0 1 0 0 0,-9 8-1 0 0,1-6-142 0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6:08.7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399 129 1166 0 0,'-22'-1'2076'0'0,"1"-5"3615"0"0,20 5-4620 0 0,-8-9 2360 0 0,3 2 5174 0 0,-7-22-4431 0 0,9 16-4174 0 0,4 13 0 0 0,-1 1 0 0 0,1-1 0 0 0,0 0 0 0 0,0 1 0 0 0,0-1 0 0 0,0 1 0 0 0,0-1 0 0 0,0 0 0 0 0,0 1 0 0 0,0-1 0 0 0,0 0 0 0 0,0 1 0 0 0,0-1 0 0 0,0 0 0 0 0,0 1 0 0 0,1-1 0 0 0,-1 1 0 0 0,0-1 0 0 0,0 0 0 0 0,1 1 0 0 0,0-2 0 0 0,3-8 0 0 0,-4 8-2 0 0,1-1 0 0 0,0 1 0 0 0,0 0 0 0 0,-1 0 0 0 0,2 0 0 0 0,-1 0 0 0 0,0 0 0 0 0,0 1 0 0 0,1-1 0 0 0,-1 0 0 0 0,0 1 0 0 0,1-1 0 0 0,0 0 0 0 0,-1 1 0 0 0,1 0 0 0 0,3-2 0 0 0,-4 2-3 0 0,0 1 0 0 0,0 0 1 0 0,0 0-1 0 0,0-1 1 0 0,1 1-1 0 0,-1 0 0 0 0,0 0 1 0 0,0 0-1 0 0,0 0 1 0 0,0 0-1 0 0,1 1 1 0 0,-1-1-1 0 0,0 0 0 0 0,0 0 1 0 0,0 1-1 0 0,0-1 1 0 0,0 1-1 0 0,0-1 0 0 0,1 1 1 0 0,-1-1-1 0 0,1 2 1 0 0,1 0-23 0 0,0 0 1 0 0,-1 1 0 0 0,1 0-1 0 0,-1-1 1 0 0,1 1 0 0 0,-1 0-1 0 0,0 0 1 0 0,0 0 0 0 0,0 0-1 0 0,0 1 1 0 0,-1-1 0 0 0,1 0-1 0 0,-1 1 1 0 0,1 3 0 0 0,-1 3-634 0 0,-1 0 0 0 0,0 0 0 0 0,-1 0 0 0 0,0 0 0 0 0,0 0 1 0 0,-1 0-1 0 0,-1 0 0 0 0,1-1 0 0 0,-2 1 0 0 0,1-1 1 0 0,-1 0-1 0 0,-1 0 0 0 0,1 0 0 0 0,-2 0 0 0 0,1-1 0 0 0,-1 0 1 0 0,0 0-1 0 0,-8 7 0 0 0,-6 6 21 0 0,-1-1 0 0 0,0-1 0 0 0,-2-1-1 0 0,0-1 1 0 0,-27 15 0 0 0,36-24 48 0 0,-1-1-1 0 0,0-1 1 0 0,0 0 0 0 0,-1-1-1 0 0,1-1 1 0 0,-1 0-1 0 0,0-1 1 0 0,-17 1 0 0 0,18-4-1129 0 0,-2-5-544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6:09.2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819 2 1728 0 0,'0'0'1361'0'0,"-21"-2"11870"0"0,12 109-10803 0 0,-50 362 5038 0 0,58-461-7489 0 0,-1 1 1 0 0,0 0 0 0 0,-1 0 0 0 0,0-1 0 0 0,-1 1-1 0 0,1-1 1 0 0,-1 0 0 0 0,-1 0 0 0 0,0-1-1 0 0,0 1 1 0 0,0-1 0 0 0,-1 0 0 0 0,0 0 0 0 0,-1-1-1 0 0,1 0 1 0 0,-1 0 0 0 0,0-1 0 0 0,-1 1-1 0 0,1-1 1 0 0,-1-1 0 0 0,0 0 0 0 0,0 0 0 0 0,-1 0-1 0 0,1-1 1 0 0,-1 0 0 0 0,0-1 0 0 0,-14 2-1 0 0,-4 1-1120 0 0,0-2-1 0 0,-1 0 0 0 0,1-2 1 0 0,-1-1-1 0 0,1-2 0 0 0,-1 0 1 0 0,-45-11-1 0 0,53 9 950 0 0,1-1 0 0 0,0-2 0 0 0,1 1 0 0 0,0-2 0 0 0,0-1 0 0 0,1 0 0 0 0,0-1 0 0 0,0 0 0 0 0,1-2 0 0 0,0 0 0 0 0,-21-23 0 0 0,31 29 191 0 0,0 0 0 0 0,1-1 0 0 0,0 0 0 0 0,1 0 0 0 0,0 0-1 0 0,0 0 1 0 0,0-1 0 0 0,1 0 0 0 0,0 0 0 0 0,0 0 0 0 0,1 0 0 0 0,0 0 0 0 0,1 0 0 0 0,0 0 0 0 0,-1-11 0 0 0,3 7-66 0 0,0 1-1 0 0,0-1 1 0 0,1 1-1 0 0,1-1 1 0 0,0 1-1 0 0,0 0 1 0 0,1 0 0 0 0,1 0-1 0 0,0 1 1 0 0,6-11-1 0 0,2 0-498 0 0,2 0-1 0 0,0 2 1 0 0,1-1-1 0 0,1 2 0 0 0,1 0 1 0 0,0 1-1 0 0,1 1 0 0 0,1 1 1 0 0,35-21-1 0 0,38-11-3728 0 0,-78 41 2308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6:09.4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48 1188 0 0,'-1'1'14510'0'0,"-5"6"-7133"0"0,1 0-4269 0 0,4-6-3313 0 0,-19-18-719 0 0,2-18 2084 0 0,10 23-1160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6:09.9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334 93 1160 0 0,'-12'2'3142'0'0,"-5"-2"9209"0"0,16-1-11960 0 0,-1 1 0 0 0,1-1 0 0 0,-1 0 0 0 0,1 1 0 0 0,-1-1 0 0 0,1 0 0 0 0,0 0 0 0 0,0 0 0 0 0,-1 0 0 0 0,1 0 0 0 0,0 0 0 0 0,0 0 0 0 0,0 0 0 0 0,-1-2 0 0 0,1 1-127 0 0,0 0 0 0 0,0-1 0 0 0,0 1-1 0 0,0 0 1 0 0,1-1 0 0 0,-1 1 0 0 0,1-1-1 0 0,-1 1 1 0 0,1 0 0 0 0,0-1-1 0 0,0 1 1 0 0,0-1 0 0 0,1-3 0 0 0,-1 4-265 0 0,1 0 1 0 0,-1 0-1 0 0,0 0 1 0 0,1 1 0 0 0,0-1-1 0 0,-1 0 1 0 0,1 0-1 0 0,0 1 1 0 0,0-1 0 0 0,0 0-1 0 0,0 1 1 0 0,0-1-1 0 0,0 1 1 0 0,0-1-1 0 0,1 1 1 0 0,-1-1 0 0 0,0 1-1 0 0,1 0 1 0 0,-1 0-1 0 0,1 0 1 0 0,-1 0 0 0 0,1 0-1 0 0,0 0 1 0 0,0 0-1 0 0,-1 1 1 0 0,1-1 0 0 0,3 0-1 0 0,0 0 2 0 0,0 0 1 0 0,0 0-1 0 0,0 1 0 0 0,0 0 0 0 0,0 0 1 0 0,0 0-1 0 0,0 1 0 0 0,10 1 0 0 0,-13-1-1 0 0,-1 0 0 0 0,0-1 0 0 0,0 1 0 0 0,1 0 0 0 0,-1-1 0 0 0,0 1 0 0 0,0 0 0 0 0,0 0 0 0 0,0 0 0 0 0,0 0 0 0 0,0 0 0 0 0,0 0 0 0 0,0 0 0 0 0,0 1 0 0 0,0-1 0 0 0,-1 0 0 0 0,1 0 0 0 0,-1 1 0 0 0,1-1 0 0 0,-1 0 0 0 0,1 1 0 0 0,-1-1 0 0 0,1 1 0 0 0,-1-1 0 0 0,0 0 0 0 0,0 1 0 0 0,0-1 0 0 0,0 1 0 0 0,0-1 0 0 0,0 1 0 0 0,0-1 0 0 0,-1 0 0 0 0,0 3 0 0 0,0 2 0 0 0,0 0 1 0 0,0 0 0 0 0,-1 0-1 0 0,0 0 1 0 0,-5 10 0 0 0,0-5-1 0 0,-1 0 0 0 0,0-1 0 0 0,0 0 0 0 0,-1 0 0 0 0,-1-1 0 0 0,1 0 0 0 0,-13 8 0 0 0,-7 3 0 0 0,-44 24 0 0 0,30-22-1164 0 0,-66 22 1 0 0,70-30-483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6:10.5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140 1 1506 0 0,'-9'5'1704'0'0,"7"2"4971"0"0,17 2 6469 0 0,-3-3-9959 0 0,25 12-4940 0 0,1-2 0 0 0,41 13 0 0 0,-34-14-355 0 0,43 22 1 0 0,-88-27 7917 0 0,-2 6-4076 0 0,0-12-1539 0 0,0-1 0 0 0,0 0 0 0 0,-1 1 0 0 0,1-1 0 0 0,-1 0 1 0 0,0 0-1 0 0,0-1 0 0 0,0 1 0 0 0,0 0 0 0 0,-7 3 0 0 0,-41 22-535 0 0,28-17 470 0 0,-36 18-342 0 0,-32 11-7684 0 0,-38 19-4023 0 0,93-49 9180 0 0,21-8 1054 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6:11.5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857 47 1706 0 0,'0'0'81'0'0,"0"-1"1"0"0,1 1-1 0 0,-1 0 1 0 0,0-1-1 0 0,0 1 0 0 0,0 0 1 0 0,1 0-1 0 0,-1 0 1 0 0,0-1-1 0 0,1 1 0 0 0,-1 0 1 0 0,0 0-1 0 0,0 0 0 0 0,1-1 1 0 0,-1 1-1 0 0,0 0 1 0 0,1 0-1 0 0,-1 0 0 0 0,0 0 1 0 0,1 0-1 0 0,-1 0 1 0 0,0 0-1 0 0,1 0 0 0 0,-1 0 1 0 0,0 0-1 0 0,1 0 0 0 0,-1 0 1 0 0,0 0-1 0 0,1 0 1 0 0,-1 0-1 0 0,0 0 0 0 0,1 0 1 0 0,-1 1-1 0 0,0-1 1 0 0,1 0-1 0 0,-1 0 0 0 0,0 0 1 0 0,0 0-1 0 0,1 1 0 0 0,-1-1 1 0 0,0 0-1 0 0,0 0 1 0 0,1 1-1 0 0,-1-1 0 0 0,8 22 7701 0 0,-4 16 1691 0 0,-3-17-6090 0 0,-1-16-3175 0 0,1 9-208 0 0,-1-1 0 0 0,0 1 0 0 0,-1 0 0 0 0,-1-1 0 0 0,0 1 0 0 0,-5 16 0 0 0,5-26 0 0 0,1 1 0 0 0,-1-1 0 0 0,0 0 0 0 0,0 0 0 0 0,-1 0 0 0 0,1 0 0 0 0,-1 0 0 0 0,0-1 0 0 0,0 1 0 0 0,0-1 0 0 0,0 1 0 0 0,-1-1 0 0 0,1 0 0 0 0,-1-1 0 0 0,0 1 0 0 0,0-1 0 0 0,0 1 0 0 0,0-1 0 0 0,0 0 0 0 0,0-1 0 0 0,-1 1 0 0 0,-4 0 0 0 0,-16 3-897 0 0,1-1 0 0 0,-1-1 0 0 0,1-1 0 0 0,-1-1 0 0 0,0-2 0 0 0,0 0 0 0 0,1-2 0 0 0,-43-9 0 0 0,38 5-110 0 0,1-1-1 0 0,0-2 1 0 0,1-1 0 0 0,0-1-1 0 0,0-1 1 0 0,2-1-1 0 0,-25-18 1 0 0,29 14 1233 0 0,1 0 0 0 0,1-1-1 0 0,1-2 1 0 0,0 0 0 0 0,-17-27 0 0 0,21 29-99 0 0,1-12 729 0 0,9 21 4533 0 0,4 8-4077 0 0,20 28 5781 0 0,9 11-7346 0 0,35 36 0 0 0,3 4-75 0 0,-57-65 253 0 0,85 116-2290 0 0,-94-127 2347 0 0,-1 1 157 0 0,-1 0 35 0 0,1 1 0 0 0,-1-1 1 0 0,0 0-1 0 0,1 0 0 0 0,-1 0 0 0 0,0 0 1 0 0,0 0-1 0 0,-1 0 0 0 0,1-1 1 0 0,0 1-1 0 0,-1 0 0 0 0,1 0 1 0 0,-1-1-1 0 0,1 1 0 0 0,-1-1 1 0 0,0 0-1 0 0,0 1 0 0 0,0-1 0 0 0,-3 2 1 0 0,-49 22-898 0 0,34-16 544 0 0,-165 69-2505 0 0,96-44 5902 0 0,88-34-3406 0 0,-11 4-462 0 0,2 0-1674 0 0,4 0 4275 0 0,-1 2-2189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6:11.9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1496 0 0,'1'2'17672'0'0,"0"5"-12536"0"0,6 13-3394 0 0,-5-18-1766 0 0,0-1 0 0 0,0 1 0 0 0,-1-1 1 0 0,2 1-1 0 0,-1-1 0 0 0,0 0 0 0 0,0 1 1 0 0,0-1-1 0 0,0 0 0 0 0,1-1 0 0 0,-1 1 1 0 0,0 0-1 0 0,1-1 0 0 0,-1 1 0 0 0,1-1 1 0 0,-1 0-1 0 0,1 1 0 0 0,-1-1 0 0 0,1 0 1 0 0,-1-1-1 0 0,1 1 0 0 0,-1 0 0 0 0,5-2 1 0 0,4-1 761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6:12.1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1106 0 0,'0'0'8926'0'0,"4"3"-9076"0"0,9 7 10363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6:13.2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879 106 814 0 0,'0'0'1550'0'0,"-5"-25"15821"0"0,3 24-17157 0 0,-1 0 0 0 0,1 1 0 0 0,-1-1 0 0 0,1 0 0 0 0,-1 1 0 0 0,1 0 0 0 0,-1-1 0 0 0,1 1 0 0 0,-1 0-1 0 0,0 0 1 0 0,1 0 0 0 0,-1 1 0 0 0,1-1 0 0 0,-1 1 0 0 0,0-1 0 0 0,-2 2 0 0 0,-39 20 2398 0 0,32-16-2382 0 0,-26 16-230 0 0,-39 28 0 0 0,61-39 0 0 0,2 1 0 0 0,-1 0 0 0 0,1 1 0 0 0,1 1 0 0 0,-14 19 0 0 0,24-29-9 0 0,0 0-1 0 0,1-1 1 0 0,0 2 0 0 0,0-1 0 0 0,0 0 0 0 0,0 0 0 0 0,1 1 0 0 0,-2 5 0 0 0,2-6 7 0 0,1-2 47 0 0,5 35-82 0 0,3-19-647 0 0,0-1 0 0 0,16 21 0 0 0,-16-25-468 0 0,0 0 0 0 0,-1 1 0 0 0,10 24-1 0 0,-15-33 920 0 0,-1 1 0 0 0,0 0-1 0 0,0 0 1 0 0,0-1 0 0 0,-1 1 0 0 0,1 0-1 0 0,-1 0 1 0 0,-1 0 0 0 0,1 0-1 0 0,-1 0 1 0 0,0 0 0 0 0,-1 0-1 0 0,-2 8 1 0 0,0-5-360 0 0,1 0 0 0 0,-2 0 0 0 0,0 0 0 0 0,0 0 0 0 0,0-1 0 0 0,-1 0 0 0 0,0 0 0 0 0,-1 0 0 0 0,0-1 0 0 0,0 0 0 0 0,-11 8 0 0 0,6-6 499 0 0,-1-1 0 0 0,0 0-1 0 0,0-1 1 0 0,0-1 0 0 0,-1 0-1 0 0,0-1 1 0 0,-17 4 0 0 0,10-4 266 0 0,1-1 1 0 0,-1-1-1 0 0,0-1 0 0 0,0-1 1 0 0,0-1-1 0 0,0 0 1 0 0,0-2-1 0 0,0 0 0 0 0,1-2 1 0 0,-1 0-1 0 0,-20-8 0 0 0,32 9-113 0 0,0-1 0 0 0,1 0 0 0 0,0 0-1 0 0,0-1 1 0 0,0 0 0 0 0,0 0 0 0 0,1-1-1 0 0,-1 0 1 0 0,2 0 0 0 0,-1-1 0 0 0,1 0-1 0 0,0 0 1 0 0,0 0 0 0 0,1-1 0 0 0,0 0-1 0 0,0 0 1 0 0,1 0 0 0 0,0-1 0 0 0,0 1-1 0 0,-4-18 1 0 0,5 11-57 0 0,0 1 0 0 0,2 0-1 0 0,-1 0 1 0 0,2-1 0 0 0,0 1 0 0 0,1-1-1 0 0,0 1 1 0 0,1 0 0 0 0,0 0 0 0 0,1-1 0 0 0,1 2-1 0 0,11-27 1 0 0,-1 8-253 0 0,2 2 0 0 0,1 0 1 0 0,1 1-1 0 0,30-36 0 0 0,-1 10-1895 0 0,55-48 0 0 0,-99 100 1699 0 0,1 0 1 0 0,-1-1-1 0 0,0 1 0 0 0,0-1 0 0 0,-1 0 1 0 0,1 0-1 0 0,-1 0 0 0 0,3-6 0 0 0,1-2-1646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6:14.0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221 159 689 0 0,'8'-15'1583'0'0,"-5"11"-167"0"0,-1 1 0 0 0,0-1 0 0 0,0 0 0 0 0,0 0 0 0 0,-1 0 0 0 0,1 0 0 0 0,-1 0 0 0 0,0 0 0 0 0,0-1 0 0 0,-1 1 0 0 0,1 0 0 0 0,-1 0 0 0 0,0-7 0 0 0,-9-31 2702 0 0,8 40-4118 0 0,1 0 0 0 0,-1 1 0 0 0,0-1 0 0 0,1 0 0 0 0,-1 0 0 0 0,0 1 0 0 0,0-1 0 0 0,0 1 0 0 0,0-1 0 0 0,0 1 0 0 0,0 0 0 0 0,-1-1 0 0 0,1 1 0 0 0,0 0 0 0 0,-1 0 0 0 0,1 0 0 0 0,-1 0 0 0 0,1 0 0 0 0,-1 0 0 0 0,1 0 0 0 0,-1 0 0 0 0,0 0 0 0 0,-3 0 0 0 0,5 1 0 0 0,-4-1 0 0 0,1-1 0 0 0,0 1 0 0 0,-1 1 0 0 0,1-1 0 0 0,-1 0 0 0 0,1 1 0 0 0,-1 0 0 0 0,1-1 0 0 0,-1 1 0 0 0,1 1 0 0 0,-1-1 0 0 0,1 0 0 0 0,-1 1 0 0 0,-3 1 0 0 0,-8 1 0 0 0,10-2-44 0 0,-1-1 0 0 0,0 1 1 0 0,0 1-1 0 0,0-1 0 0 0,1 1 1 0 0,-1 0-1 0 0,1 0 0 0 0,-1 1 1 0 0,1 0-1 0 0,0-1 0 0 0,0 2 1 0 0,0-1-1 0 0,1 1 0 0 0,-1-1 1 0 0,1 1-1 0 0,-1 1 0 0 0,1-1 1 0 0,1 0-1 0 0,-1 1 0 0 0,1 0 1 0 0,-1 0-1 0 0,2 0 0 0 0,-1 0 1 0 0,0 1-1 0 0,1-1 0 0 0,0 1 1 0 0,0-1-1 0 0,1 1 0 0 0,-2 6 1 0 0,0 4-2571 0 0,0 1 1 0 0,1 0 0 0 0,0 18 0 0 0,3-11 79 0 0,4 37 0 0 0,32 106 1416 0 0,-28-132 1384 0 0,-6-22-112 0 0,-1 0 1 0 0,0 25-1 0 0,1 1 73 0 0,-2-19 2221 0 0,-6 10 5999 0 0,0 5-2544 0 0,-11 102-12004 0 0,14-122 4575 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6:14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82 1272 0 0,'0'0'1736'0'0,"-10"-8"-978"0"0,7 3 2800 0 0,2-2 240 0 0,3-15 7865 0 0,8-7-8234 0 0,-6 20-3441 0 0,-3 8 0 0 0,5 5 25 0 0,-5-4-28 0 0,-1 0 1 0 0,0 0 0 0 0,1 0 0 0 0,-1 0 0 0 0,1 0 0 0 0,-1 0 0 0 0,0 0-1 0 0,1 0 1 0 0,-1 1 0 0 0,1-1 0 0 0,-1 0 0 0 0,0 0 0 0 0,1 0 0 0 0,-1 1-1 0 0,0-1 1 0 0,1 0 0 0 0,-1 1 0 0 0,0-1 0 0 0,0 0 0 0 0,1 1-1 0 0,-1-1 1 0 0,0 0 0 0 0,0 1 0 0 0,0-1 0 0 0,1 0 0 0 0,-1 1 0 0 0,0 4 388 0 0,0-3-409 0 0,0-1-1 0 0,0 0 1 0 0,0 1-1 0 0,0-1 1 0 0,-1 0-1 0 0,1 1 1 0 0,0-1 0 0 0,0 0-1 0 0,-1 1 1 0 0,1-1-1 0 0,-1 0 1 0 0,1 0-1 0 0,-1 1 1 0 0,0-1-1 0 0,0 0 1 0 0,-1 2 0 0 0,-5 2-1246 0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6:27.8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1062 0 0,'-4'13'2797'0'0,"5"-12"-2244"0"0,-1 0 0 0 0,1 0 0 0 0,-1 0 0 0 0,1 0 0 0 0,-1 0 0 0 0,1 0 0 0 0,0 0 0 0 0,-1-1 0 0 0,1 1 1 0 0,0 0-1 0 0,0 0 0 0 0,0-1 0 0 0,0 1 0 0 0,-1 0 0 0 0,1-1 0 0 0,0 1 0 0 0,2 0 0 0 0,21 6 9276 0 0,-10-6-7258 0 0,208-22-2734 0 0,-205 22-132 0 0,-14 5-89 0 0,-4-4 341 0 0,0 0 0 0 0,-1-1 0 0 0,1 1 0 0 0,0-1 0 0 0,-1 1-1 0 0,1-1 1 0 0,-1 0 0 0 0,1 0 0 0 0,-1 1 0 0 0,-3 0 0 0 0,-17 10 1359 0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6:28.6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215 10 1148 0 0,'-2'-10'5162'0'0,"7"18"4921"0"0,3 6-2209 0 0,-3-7-5927 0 0,11 7-2705 0 0,1-1 1 0 0,0 0-1 0 0,1-1 1 0 0,0-1 0 0 0,1 0-1 0 0,0-2 1 0 0,39 14 0 0 0,-56-22 300 0 0,8 5-2192 0 0,-5-2-1143 0 0,-10 8 6011 0 0,-10 6 4698 0 0,-3-3-3333 0 0,-47 25-4280 0 0,15-12-459 0 0,-144 125-11216 0 0,156-121 12896 0 0,-6 2-3480 0 0,43-33 1922 0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6:29.3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1091 14 1449 0 0,'0'0'1188'0'0,"-10"-13"12937"0"0,9 14-14055 0 0,-4 20 1469 0 0,0 0 0 0 0,-2 0-1 0 0,-14 33 1 0 0,17-47-1324 0 0,0 0 0 0 0,0-1 1 0 0,-1 1-1 0 0,0-1 0 0 0,0 0 0 0 0,0-1 0 0 0,-1 1 0 0 0,0-1 0 0 0,0 0 0 0 0,0 0 0 0 0,-1-1 0 0 0,1 0 0 0 0,-1 0 1 0 0,-9 3-1 0 0,8-3-215 0 0,0-1 0 0 0,0-1 0 0 0,0 1 0 0 0,0-1 0 0 0,-1-1 0 0 0,1 1 0 0 0,-1-1 0 0 0,1-1 0 0 0,0 0 0 0 0,-1 0 0 0 0,1-1 0 0 0,-17-3 0 0 0,18 3 0 0 0,1-1 0 0 0,0-1 0 0 0,0 1 0 0 0,0-1 0 0 0,0 0 0 0 0,1-1 0 0 0,-1 0 0 0 0,1 1 0 0 0,0-1 0 0 0,0-1 0 0 0,0 1 0 0 0,0-1 0 0 0,1 0 0 0 0,0 0 0 0 0,0 0 0 0 0,0-1 0 0 0,-4-8 0 0 0,4 6-651 0 0,1 0 1 0 0,-1-1 0 0 0,1 0-1 0 0,1 0 1 0 0,0 0 0 0 0,0 0-1 0 0,1 0 1 0 0,0 0 0 0 0,0 0-1 0 0,1 0 1 0 0,0 0 0 0 0,2-13-1 0 0,-18 102-3807 0 0,7-51 4530 0 0,-1 1-1 0 0,-1-2 0 0 0,-2 1 0 0 0,-18 30 0 0 0,0-7-84 0 0,-1-2 0 0 0,-3-1 0 0 0,-2-2 0 0 0,-80 79 0 0 0,4-26-498 0 0,51-48-2812 0 0,-93 102-1 0 0,127-117-56 0 0,21-27 993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6:29.6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 1991 0 0,'0'2'14817'0'0,"-1"8"-8222"0"0,0 6-3604 0 0,1-14-3086 0 0,2 15 1 0 0,-2-16 94 0 0,0 0 0 0 0,0-1 0 0 0,0 1 0 0 0,1 0 0 0 0,-1-1 0 0 0,0 1 0 0 0,0 0 0 0 0,1-1 0 0 0,-1 1 0 0 0,0-1 0 0 0,1 1 0 0 0,-1 0 0 0 0,1-1 0 0 0,-1 1 0 0 0,1-1 0 0 0,-1 1-1 0 0,1-1 1 0 0,-1 0 0 0 0,1 1 0 0 0,-1-1 0 0 0,1 1 0 0 0,0-1 0 0 0,-1 0 0 0 0,1 0 0 0 0,0 1 0 0 0,-1-1 0 0 0,1 0 0 0 0,0 0 0 0 0,-1 0 0 0 0,1 0 0 0 0,0 0 0 0 0,0 0 0 0 0,-1 0 0 0 0,1 0 0 0 0,0 0 0 0 0,-1 0 0 0 0,1 0-1 0 0,0 0 1 0 0,-1 0 0 0 0,1 0 0 0 0,0-1 0 0 0,-1 1 0 0 0,2-1 0 0 0,28-11 11 0 0,18-15-11 0 0,-37 19 0 0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6:29.8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 1384 0 0,'0'0'2159'0'0,"-1"2"-1950"0"0,-8 15 12888 0 0,6-10-12129 0 0,2-3-735 0 0,1-3 120 0 0,0 0 0 0 0,0 0 1 0 0,0 0-1 0 0,0 0 0 0 0,0 0 1 0 0,0 0-1 0 0,0 0 0 0 0,0 0 0 0 0,0 0 1 0 0,0 0-1 0 0,1 0 0 0 0,-1 0 1 0 0,0 0-1 0 0,1 0 0 0 0,-1 0 1 0 0,1 0-1 0 0,-1 0 0 0 0,1 0 1 0 0,0 0-1 0 0,-1 0 0 0 0,1 0 1 0 0,1 0-1 0 0,-1 1-615 0 0,-11 6 562 0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6:30.4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557 139 732 0 0,'-17'9'362'0'0,"14"-8"25"0"0,-17 10 6078 0 0,13-8-5432 0 0,-1-1 0 0 0,0-1 0 0 0,-1 0 1 0 0,1 0-1 0 0,0 0 0 0 0,0-1 0 0 0,0-1 0 0 0,-1 1 1 0 0,1-1-1 0 0,0 0 0 0 0,0-1 0 0 0,0 0 0 0 0,0 0 1 0 0,1-1-1 0 0,-9-4 0 0 0,-13-14 704 0 0,28 19-1939 0 0,-1 1 1 0 0,1-1 0 0 0,0 0 0 0 0,-1 0-1 0 0,1 0 1 0 0,0 0 0 0 0,0 0-1 0 0,0 0 1 0 0,0 0 0 0 0,0 0 0 0 0,1 0-1 0 0,-1 0 1 0 0,1 0 0 0 0,-1-1 0 0 0,1 1-1 0 0,0 0 1 0 0,0 0 0 0 0,0 0 0 0 0,0-1-1 0 0,0 1 1 0 0,0 0 0 0 0,1 0 0 0 0,-1-1-1 0 0,1 1 1 0 0,0 0 0 0 0,-1 0-1 0 0,1 0 1 0 0,0 0 0 0 0,0 0 0 0 0,0 0-1 0 0,1 0 1 0 0,-1 0 0 0 0,2-2 0 0 0,2-2-655 0 0,0 0 1 0 0,1 1 0 0 0,-1-1 0 0 0,1 1 0 0 0,0 1-1 0 0,0-1 1 0 0,10-5 0 0 0,-14 9 667 0 0,0-1 0 0 0,0 1 0 0 0,1 0 0 0 0,-1 0 0 0 0,0 0 0 0 0,0 1 0 0 0,1-1 0 0 0,-1 0 0 0 0,0 1 0 0 0,1 0 0 0 0,-1-1 0 0 0,0 1 0 0 0,1 0 0 0 0,-1 0 0 0 0,1 0 0 0 0,-1 0-1 0 0,0 1 1 0 0,1-1 0 0 0,-1 1 0 0 0,0 0 0 0 0,1-1 0 0 0,2 2 0 0 0,-3 0 142 0 0,1 0 0 0 0,-1 0 0 0 0,1 1 0 0 0,-1-1-1 0 0,0 0 1 0 0,0 1 0 0 0,0-1 0 0 0,0 1 0 0 0,-1 0-1 0 0,1 0 1 0 0,-1-1 0 0 0,0 1 0 0 0,1 0 0 0 0,0 5-1 0 0,1 2 118 0 0,-1 0 1 0 0,-1 0-1 0 0,1 0 0 0 0,-2 1 0 0 0,1-1 0 0 0,-1 0 0 0 0,-1 0 0 0 0,0 0 0 0 0,-3 14 1 0 0,-1-9-10 0 0,-1 0 1 0 0,-1-1 0 0 0,0 0-1 0 0,-1 0 1 0 0,0 0 0 0 0,-1-1-1 0 0,-1-1 1 0 0,0 1 0 0 0,0-2-1 0 0,-1 1 1 0 0,-1-2 0 0 0,0 1-1 0 0,-1-2 1 0 0,-21 14 0 0 0,6-6-438 0 0,-1-2 0 0 0,-1-1 1 0 0,0-1-1 0 0,0-1 1 0 0,-64 14-1 0 0,90-25 79 0 0,0 0 0 0 0,-1 0 0 0 0,1 0 0 0 0,-1-1 0 0 0,1 0 0 0 0,-1 1-1 0 0,1-2 1 0 0,-1 1 0 0 0,1 0 0 0 0,-1-1 0 0 0,1 0 0 0 0,-1 0 0 0 0,1 0 0 0 0,0-1 0 0 0,0 0 0 0 0,-5-2 0 0 0,-2-4-1581 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6:30.7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812 1 1449 0 0,'0'0'60'0'0,"0"0"0"0"0,0 0 1 0 0,0 0-1 0 0,1 0 0 0 0,-1 0 0 0 0,0 1 0 0 0,0-1 0 0 0,0 0 1 0 0,0 0-1 0 0,0 0 0 0 0,0 0 0 0 0,0 0 0 0 0,0 0 1 0 0,0 0-1 0 0,0 1 0 0 0,0-1 0 0 0,0 0 0 0 0,0 0 0 0 0,1 0 1 0 0,-1 0-1 0 0,0 0 0 0 0,0 0 0 0 0,0 0 0 0 0,0 0 1 0 0,0 0-1 0 0,0 0 0 0 0,0 0 0 0 0,1 0 0 0 0,-1 0 0 0 0,0 0 1 0 0,0 0-1 0 0,0 0 0 0 0,0 0 0 0 0,0 0 0 0 0,0 0 1 0 0,1 0-1 0 0,-1 0 0 0 0,0 0 0 0 0,0 0 0 0 0,0 0 0 0 0,0 0 1 0 0,0 0-1 0 0,-15 20 4261 0 0,-24 20 2722 0 0,12-16-2091 0 0,-46 34 0 0 0,-38 10-4147 0 0,-123 45-8385 0 0,206-100 7154 0 0,-131 51-8870 0 0,90-41 7734 0 0,67-22 1435 0 0,-1 0-1 0 0,1 0 0 0 0,0 0 1 0 0,-1-1-1 0 0,1 1 0 0 0,-1-1 0 0 0,1 1 1 0 0,-1-1-1 0 0,1 0 0 0 0,-1 0 1 0 0,1 0-1 0 0,-1 0 0 0 0,1-1 0 0 0,-1 1 1 0 0,1-1-1 0 0,-1 1 0 0 0,1-1 1 0 0,-1 0-1 0 0,1 0 0 0 0,0 0 0 0 0,0 0 1 0 0,-4-3-1 0 0,5 0 169 0 0,1-9 4712 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6:31.1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5 1505 0 0,'8'-5'24704'0'0,"-9"7"-24706"0"0,-6 5 9 0 0,3-1-15 0 0,3-5-17 0 0,-6 13 58 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6:32.4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352 306 792 0 0,'-28'12'4960'0'0,"14"-12"10588"0"0,5-9-9836 0 0,6-12-6513 0 0,4 11 801 0 0,0 0 0 0 0,1 0 0 0 0,1 1 0 0 0,-1-1 0 0 0,1 1 0 0 0,1-1 0 0 0,0 1 0 0 0,0 0 0 0 0,1 0 0 0 0,0 0 0 0 0,1 1 0 0 0,-1 0 0 0 0,2 0 0 0 0,-1 0 0 0 0,1 1 0 0 0,0 0 0 0 0,13-10 0 0 0,1 2 0 0 0,1 0 1 0 0,0 1-1 0 0,1 2 1 0 0,0 0-1 0 0,40-14 1 0 0,-43 19-1 0 0,36-9 0 0 0,-49 15 0 0 0,-1 0 0 0 0,0 0 0 0 0,1 1 0 0 0,-1 0 0 0 0,1 0 0 0 0,-1 0 0 0 0,1 1 0 0 0,-1 0 0 0 0,1 0 0 0 0,6 2 0 0 0,-12-2 0 0 0,1-1 0 0 0,-1 0 0 0 0,0 1 0 0 0,0 0 0 0 0,0-1 0 0 0,0 1 0 0 0,0 0 0 0 0,0-1 0 0 0,0 1 0 0 0,0 0 0 0 0,0 0 0 0 0,0 0 0 0 0,0 0 0 0 0,-1 0 0 0 0,1 0 0 0 0,0 0 0 0 0,-1 0 0 0 0,1 0 0 0 0,-1 0 0 0 0,1 0 0 0 0,-1 0 0 0 0,1 0 0 0 0,-1 2 0 0 0,1 0 0 0 0,-1-1 0 0 0,0 1 0 0 0,0 0 0 0 0,0-1 0 0 0,-1 1 0 0 0,1 0 0 0 0,-1-1 0 0 0,1 1 0 0 0,-1-1 0 0 0,-2 5 0 0 0,0 0 0 0 0,-1 1 0 0 0,0-1 0 0 0,0 0 0 0 0,-1 0 0 0 0,0-1 0 0 0,-8 9 0 0 0,-6 3-798 0 0,-2-1 1 0 0,0-1 0 0 0,-1-1-1 0 0,-1-1 1 0 0,0-1 0 0 0,0-1-1 0 0,-46 16 1 0 0,31-16-683 0 0,1-1 0 0 0,-2-2-1 0 0,1-2 1 0 0,-65 4 0 0 0,76-10-636 0 0,1 0 1 0 0,-35-5 0 0 0,55 3 1820 0 0,-1 0 1 0 0,1 0-1 0 0,-1-1 1 0 0,1 1 0 0 0,-1-1-1 0 0,1-1 1 0 0,0 1 0 0 0,0-1-1 0 0,0 0 1 0 0,1-1 0 0 0,-1 1-1 0 0,1-1 1 0 0,-1 0 0 0 0,-7-8-1 0 0,7 4-709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6:32.6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0 1499 0 0,'0'0'2362'0'0,"-4"14"7964"0"0,-1 16-7120 0 0,1 0 0 0 0,1 37 0 0 0,-1 0-797 0 0,-7 37-4946 0 0,-10 143-12451 0 0,18-141 11447 0 0,3-93 544 0 0,-1-1 851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6:33.1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15 1560 0 0,'0'0'2688'0'0,"-2"2"-3273"0"0,-15 15 19798 0 0,12-9-16314 0 0,4-7-2882 0 0,1-1 1 0 0,0 1-1 0 0,-1 0 0 0 0,1-1 1 0 0,-1 1-1 0 0,1-1 1 0 0,0 1-1 0 0,-1 0 0 0 0,0-1 1 0 0,1 1-1 0 0,-1-1 1 0 0,1 0-1 0 0,-1 1 1 0 0,1-1-1 0 0,-1 1 0 0 0,0-1 1 0 0,1 0-1 0 0,-1 0 1 0 0,0 1-1 0 0,0-1 0 0 0,1 0 1 0 0,-1 0-1 0 0,0 0 1 0 0,0 0-1 0 0,1 0 1 0 0,-1 1-1 0 0,-1-2 0 0 0,-3 2-65 0 0,5-1 48 0 0,-1 1 0 0 0,0-1 0 0 0,0 0-1 0 0,0 0 1 0 0,0 0 0 0 0,0 0 0 0 0,0 0 0 0 0,0 0 0 0 0,0 0 0 0 0,-1-1 0 0 0,1 1 0 0 0,0 0 0 0 0,0-1 0 0 0,0 1 0 0 0,0 0 0 0 0,0-1 0 0 0,1 1 0 0 0,-1-1 0 0 0,0 0 0 0 0,0 1 0 0 0,0-1 0 0 0,0 0 0 0 0,0 1 0 0 0,1-1 0 0 0,-1 0 0 0 0,0 0 0 0 0,1 0-1 0 0,-1 1 1 0 0,1-1 0 0 0,-1 0 0 0 0,1 0 0 0 0,-1 0 0 0 0,1 0 0 0 0,-1 0 0 0 0,1 0 0 0 0,0-1 0 0 0,-1 0-15 0 0,10-22-804 0 0,-1 17 1025 0 0,-7 11 73 0 0,-12 20 72 0 0,-7-2-351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6:34.5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1450 277 518 0 0,'-4'-8'21777'0'0,"1"1"-17859"0"0,2 6-3918 0 0,0 0-1 0 0,0 0 0 0 0,-1 0 0 0 0,1 0 0 0 0,0 1 0 0 0,0-1 0 0 0,0 0 0 0 0,0 1 0 0 0,-1-1 0 0 0,1 0 0 0 0,0 1 0 0 0,-1-1 1 0 0,1 1-1 0 0,0 0 0 0 0,-1 0 0 0 0,1-1 0 0 0,-3 1 0 0 0,-16-1 4 0 0,-256 5 11 0 0,271-4-14 0 0,0 1 0 0 0,0-1 0 0 0,0 1 0 0 0,0 0 0 0 0,0 0 0 0 0,0 1 0 0 0,0-1 0 0 0,0 1 0 0 0,1 0 0 0 0,-1 0 0 0 0,1 1 0 0 0,-8 5 0 0 0,5-3 0 0 0,0 2 0 0 0,0-1 0 0 0,1 1 0 0 0,-1 0 0 0 0,2 0 0 0 0,-8 11 0 0 0,-2 9 0 0 0,1 1 0 0 0,1 0 0 0 0,-10 33 0 0 0,23-59 0 0 0,-27 68-132 0 0,8-20-133 0 0,-22 81 0 0 0,35-112 376 0 0,6-19-106 0 0,-1 0 0 0 0,1 0 1 0 0,0 0-1 0 0,0 0 0 0 0,0 0 0 0 0,0 0 0 0 0,-1 0 0 0 0,1 0 1 0 0,0 0-1 0 0,0-1 0 0 0,0 1 0 0 0,0 0 0 0 0,-1 0 0 0 0,1 0 0 0 0,0 0 1 0 0,0 0-1 0 0,0 0 0 0 0,0 0 0 0 0,-1 0 0 0 0,1 0 0 0 0,0-1 0 0 0,0 1 1 0 0,0 0-1 0 0,0 0 0 0 0,0 0 0 0 0,0 0 0 0 0,0 0 0 0 0,-1-1 0 0 0,1 1 1 0 0,0 0-1 0 0,0 0 0 0 0,0 0 0 0 0,0-1 0 0 0,0 1 0 0 0,0 0 1 0 0,0 0-1 0 0,0 0 0 0 0,0 0 0 0 0,0-1 0 0 0,0 1 0 0 0,0 0 0 0 0,0 0 1 0 0,0-1-1 0 0,-2-35 319 0 0,14-65-1329 0 0,43-294-11303 0 0,-17 229 9760 0 0,-26 129 4132 0 0,-11 35-1303 0 0,-1 1-471 0 0,0 1 114 0 0,1 0 0 0 0,-1 0 0 0 0,0 0 0 0 0,1 0 0 0 0,-1 0-1 0 0,0 0 1 0 0,1-1 0 0 0,-1 1 0 0 0,1 0 0 0 0,-1 0 0 0 0,0 0 0 0 0,0-1 0 0 0,1 1 0 0 0,-1 0 0 0 0,0 0 0 0 0,1-1 0 0 0,-1 1 0 0 0,0 0 0 0 0,0-1-1 0 0,0 1 1 0 0,1 0 0 0 0,-1-1 0 0 0,0 1 0 0 0,0-1 0 0 0,0 1 0 0 0,0 0 73 0 0,0 0 0 0 0,0 0 0 0 0,0 0 0 0 0,0 1 0 0 0,0-1 0 0 0,0 0 0 0 0,0 0 0 0 0,0 0 0 0 0,1 1 0 0 0,-1-1 0 0 0,0 0 0 0 0,0 0 0 0 0,0 0 0 0 0,0 0 0 0 0,0 1 0 0 0,0-1 0 0 0,0 0 0 0 0,0 0 0 0 0,1 0 0 0 0,-1 0 0 0 0,0 0 0 0 0,0 1 0 0 0,0-1 0 0 0,0 0 0 0 0,1 0 0 0 0,-1 0 0 0 0,0 0 0 0 0,0 0 0 0 0,0 0 0 0 0,0 0 0 0 0,1 0 0 0 0,-1 0 0 0 0,0 0 0 0 0,0 0 0 0 0,0 0 0 0 0,1 0 0 0 0,-1 0 0 0 0,0 0 0 0 0,0 0 0 0 0,0 0 0 0 0,1 0 0 0 0,-1 0 0 0 0,0 0 0 0 0,0 0 0 0 0,0 0 0 0 0,1 0 0 0 0,-1 0 0 0 0,0 0 0 0 0,0 0 0 0 0,0 0 0 0 0,0 0 0 0 0,1 0-1 0 0,-1-1 1 0 0,0 1 0 0 0,0 0 0 0 0,0 0 0 0 0,0 0 0 0 0,0 0 0 0 0,1-1 0 0 0,-1 1 0 0 0,0 0 0 0 0,0 0 0 0 0,0 0 0 0 0,0 0 0 0 0,0-1 0 0 0,0 1 0 0 0,0 0 0 0 0,0 0 0 0 0,0-1 0 0 0,6 9 1957 0 0,0 1 0 0 0,-1-1 0 0 0,0 1-1 0 0,4 9 1 0 0,-6-9-656 0 0,1 1 0 0 0,-2-1 0 0 0,4 19 0 0 0,-5-18-1250 0 0,0 0-1 0 0,0 0 1 0 0,-1 0 0 0 0,-1 0 0 0 0,0 0 0 0 0,0 0 0 0 0,-1 0 0 0 0,0-1 0 0 0,0 1 0 0 0,-1 0 0 0 0,-1-1 0 0 0,0 0 0 0 0,0 0 0 0 0,-1 0-1 0 0,0 0 1 0 0,0-1 0 0 0,-1 0 0 0 0,0 0 0 0 0,0 0 0 0 0,-1-1 0 0 0,0 0 0 0 0,0 0 0 0 0,-1 0 0 0 0,0-1 0 0 0,-9 5 0 0 0,-5 1-564 0 0,0-1 1 0 0,-1 0-1 0 0,0-2 1 0 0,0-1-1 0 0,-29 6 1 0 0,39-11 422 0 0,-1-1 0 0 0,1 0 0 0 0,0-1 0 0 0,-1-1 0 0 0,1 0 0 0 0,-15-3-1 0 0,20 2 635 0 0,1 0 0 0 0,0-1 0 0 0,-1 0 0 0 0,1-1 0 0 0,0 0 0 0 0,-13-7 0 0 0,16 7-534 0 0,-1 0 0 0 0,0-1-1 0 0,1 0 1 0 0,0 0 0 0 0,0 0-1 0 0,0-1 1 0 0,0 1 0 0 0,1-1-1 0 0,0 0 1 0 0,0 0 0 0 0,0 0-1 0 0,0 0 1 0 0,1 0 0 0 0,0-1-1 0 0,0 1 1 0 0,-1-8 0 0 0,2 11-5 0 0,-9 25 8 0 0,-2 11-10 0 0,-2 0 0 0 0,-1-1 0 0 0,-1-1 0 0 0,-2-1 0 0 0,-2 0 0 0 0,-44 54 0 0 0,13-29-1572 0 0,-3-3 0 0 0,-2-2 1 0 0,-74 52-1 0 0,79-68-1718 0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6:35.3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188 19 541 0 0,'7'-6'21953'0'0,"0"2"-18242"0"0,-6 3-3711 0 0,1 0 0 0 0,0 0-1 0 0,0 0 1 0 0,0 0 0 0 0,-1 0-1 0 0,1 1 1 0 0,0-1-1 0 0,0 1 1 0 0,0-1 0 0 0,0 1-1 0 0,0 0 1 0 0,0 0-1 0 0,0 0 1 0 0,0 0 0 0 0,0 0-1 0 0,0 0 1 0 0,0 0-1 0 0,0 1 1 0 0,0-1 0 0 0,0 1-1 0 0,0-1 1 0 0,0 1 0 0 0,0 0-1 0 0,0 0 1 0 0,0 0-1 0 0,-1 0 1 0 0,1 0 0 0 0,0 0-1 0 0,-1 0 1 0 0,1 1-1 0 0,-1-1 1 0 0,1 1 0 0 0,-1-1-1 0 0,0 1 1 0 0,1-1 0 0 0,-1 1-1 0 0,0 0 1 0 0,0 0-1 0 0,0-1 1 0 0,1 5 0 0 0,-2-5 0 0 0,0 1 1 0 0,0-1 0 0 0,0 0-1 0 0,0 1 1 0 0,0-1 0 0 0,0 0-1 0 0,0 1 1 0 0,-1-1 0 0 0,1 0-1 0 0,0 1 1 0 0,-1-1 0 0 0,1 0-1 0 0,-1 0 1 0 0,1 0 0 0 0,-1 1-1 0 0,0-1 1 0 0,-1 2 0 0 0,-15 18 11 0 0,9-13-12 0 0,-1 0 0 0 0,0-1 0 0 0,0 0 0 0 0,-1 0 0 0 0,1-1 0 0 0,-2 0 0 0 0,1-1 0 0 0,-14 5 0 0 0,-7 1 0 0 0,-53 11 0 0 0,50-14 0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6:36.2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11 1489 0 0,'-13'-10'21772'0'0,"0"40"-21226"0"0,2 2 0 0 0,2 0 0 0 0,0 0-1 0 0,-6 61 1 0 0,7-45-322 0 0,0 12-3828 0 0,0 96 0 0 0,8-96-1034 0 0,-16 106-1 0 0,5-122-2222 0 0,1-24 4001 0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6:36.7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585 149 986 0 0,'-43'9'7979'0'0,"40"-9"-7550"0"0,-31-12 14914 0 0,32 11-15255 0 0,0 0 0 0 0,0-1 0 0 0,0 1 0 0 0,0-1 0 0 0,0 0 0 0 0,0 0 0 0 0,0 0 0 0 0,1 0 0 0 0,-1 0 0 0 0,1 0 0 0 0,0 0-1 0 0,-1 0 1 0 0,1-1 0 0 0,0 1 0 0 0,0 0 0 0 0,-1-4 0 0 0,2 5-106 0 0,-1-2-110 0 0,0-1 0 0 0,0 0 0 0 0,0 1 1 0 0,0-1-1 0 0,1 0 0 0 0,-1 0 0 0 0,1 0 0 0 0,0 0 1 0 0,0 0-1 0 0,1 1 0 0 0,-1-1 0 0 0,1 0 1 0 0,0 0-1 0 0,0 0 0 0 0,0 1 0 0 0,0-1 0 0 0,0 1 1 0 0,1-1-1 0 0,0 1 0 0 0,0-1 0 0 0,0 1 1 0 0,0 0-1 0 0,0 0 0 0 0,1 0 0 0 0,-1 0 0 0 0,1 0 1 0 0,0 0-1 0 0,0 1 0 0 0,4-3 0 0 0,-6 4-236 0 0,13-1-1858 0 0,1 3-8415 0 0,-6 11 9274 0 0,-8-8 1457 0 0,0-1-1 0 0,0 1 1 0 0,0-1 0 0 0,0 1 0 0 0,-1 0 0 0 0,1 0-1 0 0,-1-1 1 0 0,0 1 0 0 0,0 0 0 0 0,0 0-1 0 0,-1-1 1 0 0,-1 6 0 0 0,-13 47 59 0 0,12-48-749 0 0,-3 8 611 0 0,-1-1 0 0 0,-1 0 1 0 0,0 0-1 0 0,-1-1 0 0 0,-1 0 1 0 0,0-1-1 0 0,0 0 0 0 0,-1-1 1 0 0,-1 0-1 0 0,0 0 1 0 0,-1-1-1 0 0,0-1 0 0 0,-16 10 1 0 0,8-7-281 0 0,0-1 1 0 0,-1-1-1 0 0,-1 0 0 0 0,1-2 1 0 0,-2-1-1 0 0,1 0 1 0 0,-1-2-1 0 0,-32 4 1 0 0,44-8-302 0 0,0-2 1 0 0,0 1-1 0 0,0-2 1 0 0,0 0-1 0 0,0 0 1 0 0,1-1-1 0 0,-24-7 1 0 0,13 0-1081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6:37.2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891 0 2157 0 0,'-2'2'9371'0'0,"-8"9"3541"0"0,7-7-11138 0 0,-1 12-1774 0 0,0 0 0 0 0,1 0 0 0 0,1 0 0 0 0,0 1 0 0 0,1-1 0 0 0,2 23 0 0 0,2 41-1584 0 0,-1-23-1813 0 0,-2 1 0 0 0,-9 74 1 0 0,6-117 3343 0 0,0 0 0 0 0,-1 0 0 0 0,0 0 1 0 0,-2 0-1 0 0,1-1 0 0 0,-2 0 0 0 0,0 0 0 0 0,-1-1 1 0 0,0 0-1 0 0,-1 0 0 0 0,0-1 0 0 0,-1 0 0 0 0,0 0 1 0 0,-1-1-1 0 0,-1-1 0 0 0,-18 14 0 0 0,7-9 106 0 0,1-2-1 0 0,-2 0 1 0 0,0-1 0 0 0,0-2-1 0 0,-1 0 1 0 0,0-2 0 0 0,0-1-1 0 0,-50 8 1 0 0,36-10 59 0 0,0-1 1 0 0,1-1-1 0 0,-60-5 0 0 0,86 2-61 0 0,0-2 0 0 0,0 1 0 0 0,0-1 0 0 0,0-1-1 0 0,1 0 1 0 0,-1-1 0 0 0,1 0 0 0 0,0-1 0 0 0,0 0-1 0 0,0-1 1 0 0,1 0 0 0 0,0 0 0 0 0,0-1 0 0 0,1-1-1 0 0,-15-14 1 0 0,19 17 30 0 0,1-1 0 0 0,0 0 0 0 0,0 1-1 0 0,1-1 1 0 0,0-1 0 0 0,0 1 0 0 0,0 0 0 0 0,1-1 0 0 0,0 0 0 0 0,0 1-1 0 0,1-1 1 0 0,0 0 0 0 0,-1-13 0 0 0,2 9 133 0 0,1 0 0 0 0,0-1 0 0 0,1 1 1 0 0,0 0-1 0 0,1 0 0 0 0,0 0 0 0 0,8-18 0 0 0,4-1-534 0 0,2 1-1 0 0,0 0 0 0 0,2 2 1 0 0,38-45-1 0 0,-23 35-1998 0 0,2 2-1 0 0,0 1 1 0 0,3 2 0 0 0,0 2-1 0 0,79-46 1 0 0,-82 58-277 0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6:37.4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0 1358 0 0,'-18'16'674'0'0,"-1"0"3491"0"0,7-6 921 0 0,11-9-4298 0 0,-8 8 4039 0 0,5-4-981 0 0,5-14-3418 0 0,-1-2 4025 0 0,-4 4-4329 0 0,-2-1-2444 0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6:37.9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473 70 1129 0 0,'0'0'1393'0'0,"-12"8"1981"0"0,3-3 4153 0 0,0-2-7404 0 0,-10 4 2153 0 0,0-2 1 0 0,-37 7 0 0 0,50-11-1888 0 0,0-1 0 0 0,0 0 0 0 0,0 0 0 0 0,0 0 1 0 0,0-1-1 0 0,0 1 0 0 0,0-1 0 0 0,0-1 0 0 0,0 1 1 0 0,0-1-1 0 0,0 0 0 0 0,1-1 0 0 0,-1 1 0 0 0,-6-5 1 0 0,11 6-585 0 0,-1 0 0 0 0,1 1 0 0 0,0-1 1 0 0,0 0-1 0 0,-1 0 0 0 0,1 0 1 0 0,0 0-1 0 0,0 0 0 0 0,0-1 0 0 0,0 1 1 0 0,0 0-1 0 0,0 0 0 0 0,0-1 0 0 0,1 1 1 0 0,-1-1-1 0 0,0 1 0 0 0,1 0 0 0 0,-1-1 1 0 0,1 1-1 0 0,-1-1 0 0 0,1 0 1 0 0,0 1-1 0 0,0-1 0 0 0,0 1 0 0 0,0-1 1 0 0,0 1-1 0 0,0-1 0 0 0,0 1 0 0 0,0-1 1 0 0,0 0-1 0 0,1 1 0 0 0,-1-1 1 0 0,1 1-1 0 0,-1-1 0 0 0,1 1 0 0 0,0 0 1 0 0,-1-1-1 0 0,1 1 0 0 0,0 0 0 0 0,2-3 1 0 0,-1 1-332 0 0,0 1 1 0 0,1-1 0 0 0,-1 0-1 0 0,1 1 1 0 0,0 0-1 0 0,0 0 1 0 0,0 0-1 0 0,0 0 1 0 0,0 0 0 0 0,0 0-1 0 0,0 1 1 0 0,1-1-1 0 0,-1 1 1 0 0,0 0 0 0 0,5-1-1 0 0,-6 2 517 0 0,1 0-1 0 0,-1-1 0 0 0,1 1 1 0 0,-1 0-1 0 0,1 0 0 0 0,0 1 1 0 0,-1-1-1 0 0,1 0 0 0 0,-1 1 1 0 0,0 0-1 0 0,1-1 0 0 0,-1 1 1 0 0,1 0-1 0 0,-1 0 0 0 0,0 0 1 0 0,0 1-1 0 0,0-1 0 0 0,1 1 1 0 0,-1-1-1 0 0,-1 1 1 0 0,1 0-1 0 0,0-1 0 0 0,2 4 1 0 0,-3-1-93 0 0,-1-1 0 0 0,1 1 0 0 0,-1 0 0 0 0,0-1 1 0 0,-1 1-1 0 0,1-1 0 0 0,-1 1 0 0 0,1-1 0 0 0,-3 6 1 0 0,0 2 120 0 0,-1-1 0 0 0,-1 1 1 0 0,0-1-1 0 0,0 0 1 0 0,-1 0-1 0 0,-1-1 0 0 0,1 1 1 0 0,-1-2-1 0 0,-1 1 1 0 0,-14 13-1 0 0,-9 5-1491 0 0,-53 35 1 0 0,-30 6-2342 0 0,74-47 1788 0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6:38.5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206 0 1172 0 0,'0'3'9335'0'0,"1"1"-8180"0"0,-1 0 0 0 0,1 0 1 0 0,0 0-1 0 0,0-1 1 0 0,1 1-1 0 0,-1 0 0 0 0,1 0 1 0 0,0-1-1 0 0,3 4 0 0 0,-2-1-319 0 0,2-1-1 0 0,-1 0 0 0 0,0 0 0 0 0,1-1 0 0 0,6 5 1 0 0,8 5-1160 0 0,1-2 1 0 0,31 15 0 0 0,-34-19-120 0 0,0 2 0 0 0,30 20 0 0 0,-46-29 428 0 0,5 4-1131 0 0,-6-4 857 0 0,1-1 0 0 0,-1 0-1 0 0,1 0 1 0 0,-1 0 0 0 0,1 1 0 0 0,-1-1-1 0 0,0 0 1 0 0,1 0 0 0 0,-1 1 0 0 0,0-1-1 0 0,1 0 1 0 0,-1 1 0 0 0,0-1-1 0 0,1 1 1 0 0,-1-1 0 0 0,0 0 0 0 0,0 1-1 0 0,1-1 1 0 0,-1 1 0 0 0,0-1 0 0 0,0 1-1 0 0,0-1 1 0 0,1 1 0 0 0,-1-1 0 0 0,0 0-1 0 0,0 2 1 0 0,-1 2 698 0 0,0 1 0 0 0,0-1-1 0 0,0 1 1 0 0,-1-1 0 0 0,0 1 0 0 0,0-1-1 0 0,0 0 1 0 0,0 1 0 0 0,0-1 0 0 0,-5 4-1 0 0,1 0-198 0 0,-1-1-1 0 0,0 0 0 0 0,0 0 0 0 0,-12 8 0 0 0,-9 4-1818 0 0,0-3-1 0 0,-31 15 1 0 0,42-23 273 0 0,-30 16-877 0 0,19-8 2330 0 0,-2-1 0 0 0,1-2 0 0 0,-2-1 1 0 0,-32 8-1 0 0,61-20-628 0 0,-2-6-2403 0 0,0-6 14826 0 0,4 11-10360 0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6:39.3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852 161 1417 0 0,'-7'-11'21703'0'0,"0"27"-18209"0"0,10 8-3622 0 0,-1-18-144 0 0,-1 3 268 0 0,0 0 0 0 0,-1 0 0 0 0,0 0 1 0 0,0 0-1 0 0,0 0 0 0 0,-1 0 0 0 0,-1 0 0 0 0,0-1 1 0 0,0 1-1 0 0,0 0 0 0 0,-1-1 0 0 0,-1 1 1 0 0,1-1-1 0 0,-7 10 0 0 0,7-14-3 0 0,0-1-1 0 0,0 0 1 0 0,0 1-1 0 0,0-2 1 0 0,0 1 0 0 0,-1 0-1 0 0,1-1 1 0 0,-1 1-1 0 0,1-1 1 0 0,-1 0-1 0 0,0 0 1 0 0,0 0 0 0 0,0-1-1 0 0,0 0 1 0 0,0 1-1 0 0,-1-1 1 0 0,1-1-1 0 0,0 1 1 0 0,-1-1 0 0 0,1 1-1 0 0,0-1 1 0 0,0-1-1 0 0,-1 1 1 0 0,1 0 0 0 0,0-1-1 0 0,-1 0 1 0 0,1 0-1 0 0,-5-2 1 0 0,-10-3-1353 0 0,0-1 1 0 0,0-1 0 0 0,1-1-1 0 0,0 0 1 0 0,1-1 0 0 0,0-1-1 0 0,0 0 1 0 0,1-2 0 0 0,1 0-1 0 0,-24-25 1 0 0,24 20 255 0 0,-22-31 0 0 0,23 27 1678 0 0,-14-32 0 0 0,-19-38 2004 0 0,47 91-2148 0 0,-3 30 12847 0 0,5-2-13297 0 0,2 0 0 0 0,0 0 0 0 0,2 0 0 0 0,12 35 0 0 0,2 12 39 0 0,-13-45-183 0 0,-2-10-44 0 0,-1 0 1 0 0,0 1-1 0 0,0 24 0 0 0,-4-37-165 0 0,0 0-1 0 0,-1 0 1 0 0,0 0 0 0 0,0 0-1 0 0,0 0 1 0 0,-1 0-1 0 0,0 0 1 0 0,-1 0-1 0 0,0-1 1 0 0,0 1 0 0 0,0-1-1 0 0,-8 12 1 0 0,4-9-990 0 0,-1 1 0 0 0,0-1 0 0 0,0-1 0 0 0,-16 13 0 0 0,10-11 929 0 0,0-1 0 0 0,0 0 1 0 0,-1-1-1 0 0,0-1 0 0 0,-22 8 0 0 0,18-8 193 0 0,-1-2 0 0 0,-1 0 1 0 0,-40 4-1 0 0,44-8-1059 0 0,-1-1 0 0 0,-23-2 1 0 0,38 1 406 0 0,-18-2-2503 0 0,19 3 1686 0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6:39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1487 0 0,'1'1'13827'0'0,"4"8"-6177"0"0,-5-8-7503 0 0,1 1 1 0 0,0-1-1 0 0,-1 1 1 0 0,1-1 0 0 0,0 0-1 0 0,0 1 1 0 0,0-1-1 0 0,0 0 1 0 0,0 0-1 0 0,0 1 1 0 0,0-1 0 0 0,1 0-1 0 0,-1 0 1 0 0,0 0-1 0 0,1-1 1 0 0,-1 1-1 0 0,1 0 1 0 0,-1 0-1 0 0,1-1 1 0 0,-1 1 0 0 0,2 0-1 0 0,-1-2-224 0 0,0 1 0 0 0,-1-1 0 0 0,1 1 0 0 0,-1-1 0 0 0,1 0 0 0 0,-1 1 0 0 0,1-1 0 0 0,-1 0 0 0 0,1 0 0 0 0,-1 0 0 0 0,0 0 0 0 0,0-1 0 0 0,3-1 0 0 0,2-3 160 0 0,2-2-1217 0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6:39.9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0 913 0 0,'13'5'2974'0'0,"-22"3"-309"0"0,7-7-2942 0 0,0 0 1453 0 0,2 0 108 0 0,-5 18 13221 0 0,6-12-11531 0 0,1-6-3136 0 0,0 1 1 0 0,0-1-1 0 0,1 0 1 0 0,-1 0-1 0 0,0 0 1 0 0,0-1-1 0 0,0 1 1 0 0,1 0-1 0 0,-1-1 1 0 0,0 1 0 0 0,0-1-1 0 0,1 0 1 0 0,-1 0-1 0 0,1 0 1 0 0,-1 0-1 0 0,0 0 1 0 0,1-1-1 0 0,-1 1 1 0 0,0-1-1 0 0,0 1 1 0 0,1-1-1 0 0,2-1 1 0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6:40.9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883 87 1128 0 0,'-1'-5'10192'0'0,"-4"-13"-2585"0"0,0 17-7402 0 0,1 1 0 0 0,0 0 0 0 0,0 0 0 0 0,0 0 0 0 0,0 0 1 0 0,-1 0-1 0 0,1 1 0 0 0,0 0 0 0 0,0 0 0 0 0,0 0 0 0 0,0 0 1 0 0,0 1-1 0 0,0-1 0 0 0,-4 4 0 0 0,-62 35 3704 0 0,54-30-3608 0 0,1 0-301 0 0,-1 0 0 0 0,1 2 0 0 0,-13 13 0 0 0,23-20 0 0 0,0 0 0 0 0,0 0 0 0 0,1 0 0 0 0,0 0 0 0 0,0 1 0 0 0,0 0 0 0 0,1 0 0 0 0,0 0 0 0 0,0 0 0 0 0,0 1 0 0 0,-2 9 0 0 0,4-11-9 0 0,0 0 0 0 0,1 0 1 0 0,0 1-1 0 0,0-1 0 0 0,0 0 0 0 0,1 0 1 0 0,-1 1-1 0 0,1-1 0 0 0,0 0 1 0 0,1 0-1 0 0,-1 0 0 0 0,5 9 1 0 0,1-2-64 0 0,0 0 0 0 0,1-1 1 0 0,12 14-1 0 0,-14-18-1 0 0,0 1-1 0 0,0 0 0 0 0,-1 0 1 0 0,1 1-1 0 0,6 17 1 0 0,-10-22 51 0 0,-1 0-1 0 0,-1-1 1 0 0,1 1 0 0 0,-1 0-1 0 0,1 0 1 0 0,-1 0 0 0 0,0 0 0 0 0,-1 0-1 0 0,1 0 1 0 0,-1 0 0 0 0,0 0-1 0 0,1 0 1 0 0,-2-1 0 0 0,1 1 0 0 0,0 0-1 0 0,-1-1 1 0 0,0 1 0 0 0,1-1-1 0 0,-4 5 1 0 0,0-1-816 0 0,0 0 0 0 0,-1 0 1 0 0,1-1-1 0 0,-1 1 0 0 0,0-1 0 0 0,-1 0 0 0 0,0-1 1 0 0,1 0-1 0 0,-12 7 0 0 0,5-6 206 0 0,0 0 0 0 0,0 0 0 0 0,0-1 0 0 0,-1-1 0 0 0,-16 4-1 0 0,-4-2 524 0 0,0-2-1 0 0,0-2 1 0 0,-68-3-1 0 0,77 0 197 0 0,0-2 0 0 0,0 0 0 0 0,1-2 0 0 0,-1 0 0 0 0,1-2-1 0 0,-44-18 1 0 0,60 21-58 0 0,1 1-1 0 0,1-1 1 0 0,-1-1-1 0 0,0 0 1 0 0,1 1-1 0 0,0-2 1 0 0,0 1-1 0 0,1-1 1 0 0,0 0-1 0 0,0 0 1 0 0,-5-8-1 0 0,7 9-25 0 0,0-1 0 0 0,1 0 0 0 0,0 0 1 0 0,0 0-1 0 0,0 0 0 0 0,1-1 0 0 0,0 1 0 0 0,0 0 0 0 0,0-1 0 0 0,1 1 0 0 0,0 0 0 0 0,0-1 0 0 0,0 1 1 0 0,1 0-1 0 0,3-11 0 0 0,1-4-77 0 0,2 1 0 0 0,0-1 1 0 0,2 1-1 0 0,0 1 0 0 0,1-1 1 0 0,1 2-1 0 0,1-1 0 0 0,1 2 1 0 0,19-23-1 0 0,-1 7-885 0 0,2 1-1 0 0,0 1 1 0 0,54-36-1 0 0,-3 16-4043 0 0,-83 50 3212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6:41.5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254 226 1157 0 0,'3'-7'229'0'0,"9"-22"4426"0"0,-8 18-1089 0 0,-1 0 1 0 0,0 0 0 0 0,-1 0-1 0 0,3-19 1 0 0,-4-6-1227 0 0,-1 33-2465 0 0,0-1 0 0 0,0 1 0 0 0,0 0 0 0 0,-1 0 1 0 0,1 0-1 0 0,-1 0 0 0 0,0 0 0 0 0,1 0 0 0 0,-2 0 1 0 0,1 0-1 0 0,0 0 0 0 0,0 1 0 0 0,-1-1 0 0 0,0 0 0 0 0,1 1 1 0 0,-1-1-1 0 0,0 1 0 0 0,0-1 0 0 0,-5-2 0 0 0,3 2-297 0 0,0 1 0 0 0,0-1 0 0 0,0 1 0 0 0,0 1 0 0 0,0-1 0 0 0,-1 0 0 0 0,1 1-1 0 0,-1 0 1 0 0,1 0 0 0 0,-1 1 0 0 0,1-1 0 0 0,-6 1 0 0 0,-3 0-461 0 0,1 1 0 0 0,-1 0 0 0 0,0 1 0 0 0,1 0 1 0 0,0 1-1 0 0,0 1 0 0 0,0 0 0 0 0,-22 10 0 0 0,28-11 913 0 0,1 0 0 0 0,0 0 0 0 0,0 1 0 0 0,0-1-1 0 0,0 1 1 0 0,0 0 0 0 0,1 0 0 0 0,0 1 0 0 0,0-1-1 0 0,-7 11 1 0 0,10-12 0 0 0,0 0 0 0 0,0-1 0 0 0,0 1 0 0 0,0 1 0 0 0,0-1-1 0 0,0 0 1 0 0,1 0 0 0 0,0 0 0 0 0,-1 0 0 0 0,1 0 0 0 0,0 1-1 0 0,1-1 1 0 0,-1 0 0 0 0,1 0 0 0 0,-1 0 0 0 0,1 0 0 0 0,0 0-1 0 0,0 0 1 0 0,0 0 0 0 0,0 0 0 0 0,1 0 0 0 0,2 4 0 0 0,17 25 280 0 0,1 0-1 0 0,29 31 1 0 0,-24-32-262 0 0,33 52 0 0 0,-54-72-31 0 0,0 1 0 0 0,-1 0 0 0 0,0 0 0 0 0,0 0 0 0 0,-2 0 1 0 0,5 22-1 0 0,-3 11 4575 0 0,-5-41-4278 0 0,-1 0 0 0 0,1 0 1 0 0,-1-1-1 0 0,0 1 1 0 0,0 0-1 0 0,0 0 0 0 0,-1-1 1 0 0,1 1-1 0 0,-1-1 1 0 0,0 1-1 0 0,0-1 0 0 0,0 0 1 0 0,-3 4-1 0 0,-34 35 4111 0 0,28-32-6183 0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6:41.8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0 3281 0 0,'0'0'9161'0'0,"-8"17"4611"0"0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6:50.4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1 939 0 0,'0'0'1202'0'0,"23"4"2371"0"0,19-1 5848 0 0,45-1-1 0 0,-55-3-7761 0 0,160 0-1659 0 0,-155-1 0 0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8:13.0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287 14 1186 0 0,'9'-14'8943'0'0,"-17"18"-6268"0"0,0 0 0 0 0,1 1 0 0 0,-1-1 0 0 0,-9 9 0 0 0,-16 19 1106 0 0,2 6-3437 0 0,-22 44-3048 0 0,25-30 3937 0 0,7-8-2741 0 0,2 0 1 0 0,-20 73 0 0 0,32-92-374 0 0,1 1 1 0 0,2 0 0 0 0,0 0-1 0 0,2 0 1 0 0,1 0 0 0 0,3 36 0 0 0,-2-58 1700 0 0,1 1 1 0 0,-1 0-1 0 0,1-1 1 0 0,0 1 0 0 0,0-1-1 0 0,1 1 1 0 0,-1-1-1 0 0,1 1 1 0 0,0-1-1 0 0,0 0 1 0 0,1 0 0 0 0,-1 0-1 0 0,1 0 1 0 0,0 0-1 0 0,0-1 1 0 0,0 1 0 0 0,0-1-1 0 0,1 0 1 0 0,0 0-1 0 0,-1 0 1 0 0,1 0-1 0 0,0-1 1 0 0,0 1 0 0 0,0-1-1 0 0,1 0 1 0 0,-1 0-1 0 0,0-1 1 0 0,8 3-1 0 0,1-3-1548 0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8:13.5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373 10 1257 0 0,'-4'-1'509'0'0,"0"-1"1"0"0,-1 0-1 0 0,0 1 0 0 0,1 0 1 0 0,-1 0-1 0 0,0 0 0 0 0,1 1 1 0 0,-1-1-1 0 0,0 1 0 0 0,0 0 1 0 0,0 1-1 0 0,1-1 0 0 0,-1 1 1 0 0,0 0-1 0 0,-6 2 0 0 0,-6 1 1764 0 0,1 1-1 0 0,1 1 1 0 0,-21 9-1 0 0,-1 7 4913 0 0,33-19-6969 0 0,0 0-1 0 0,0 0 1 0 0,0 1 0 0 0,1-1-1 0 0,-6 8 1 0 0,7-9-282 0 0,1 1-1 0 0,0-1 1 0 0,-1 1 0 0 0,1 0 0 0 0,0-1 0 0 0,0 1-1 0 0,1 0 1 0 0,-1 0 0 0 0,0-1 0 0 0,1 1-1 0 0,0 0 1 0 0,-1 0 0 0 0,1 0 0 0 0,1 0 0 0 0,-1 0-1 0 0,0-1 1 0 0,1 1 0 0 0,-1 0 0 0 0,1 0 0 0 0,0 0-1 0 0,0-1 1 0 0,0 1 0 0 0,0 0 0 0 0,0-1 0 0 0,1 1-1 0 0,1 2 1 0 0,28 45-3583 0 0,17 32-4111 0 0,-36-57 5865 0 0,23 53-1044 0 0,-32-69 3156 0 0,0 1 1 0 0,-1-1-1 0 0,0 1 1 0 0,0 0 0 0 0,-1 0-1 0 0,0 19 1 0 0,-2-16 745 0 0,-1 0 0 0 0,0-1 0 0 0,0 1 0 0 0,-8 21 0 0 0,8-28-1001 0 0,0-1-1 0 0,-1 1 0 0 0,0-1 1 0 0,1 1-1 0 0,-2-1 0 0 0,1 0 1 0 0,-1 0-1 0 0,1 0 0 0 0,-1-1 1 0 0,-1 1-1 0 0,1-1 0 0 0,-10 7 1 0 0,-7 2-1384 0 0,0-1-1 0 0,-25 9 1 0 0,37-17 1397 0 0,0-1 0 0 0,0 0 0 0 0,0-1 1 0 0,-1 1-1 0 0,1-2 0 0 0,-1 0 0 0 0,1 0 0 0 0,-17-1 0 0 0,25 1 110 0 0,0-1 1 0 0,0 0-1 0 0,0 0 0 0 0,0-1 1 0 0,0 1-1 0 0,0 0 0 0 0,0 0 1 0 0,1 0-1 0 0,-1 0 0 0 0,0-1 1 0 0,0 1-1 0 0,0-1 0 0 0,0 1 1 0 0,0 0-1 0 0,0-1 0 0 0,0 0 0 0 0,1 1 1 0 0,-1-1-1 0 0,0 1 0 0 0,0-1 1 0 0,1 0-1 0 0,-1 1 0 0 0,1-1 1 0 0,-1 0-1 0 0,0 0 0 0 0,1 0 1 0 0,-1 0-1 0 0,1 1 0 0 0,0-1 0 0 0,-1 0 1 0 0,1 0-1 0 0,0 0 0 0 0,0 0 1 0 0,-1 0-1 0 0,1 0 0 0 0,0 0 1 0 0,0 0-1 0 0,0 0 0 0 0,0 0 1 0 0,0 0-1 0 0,0 0 0 0 0,0 0 0 0 0,1 0 1 0 0,-1 0-1 0 0,0 0 0 0 0,0 0 1 0 0,1 1-1 0 0,-1-1 0 0 0,1 0 1 0 0,0-1-1 0 0,1-3 6 0 0,0 1 0 0 0,1-1 0 0 0,-1 1 0 0 0,1 0 0 0 0,0 0 0 0 0,0 0 0 0 0,1 1 0 0 0,6-7 0 0 0,3 0-2009 0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8:14.0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158 5 1144 0 0,'-31'-3'9153'0'0,"29"2"-8319"0"0,0 1 514 0 0,-4 2-540 0 0,1-1 0 0 0,0 1 0 0 0,0 0 0 0 0,0 0 0 0 0,0 0 0 0 0,0 1 0 0 0,0 0 0 0 0,1 0-1 0 0,-1 0 1 0 0,1 0 0 0 0,0 1 0 0 0,0 0 0 0 0,0 0 0 0 0,1 0 0 0 0,-1 0 0 0 0,-5 9 0 0 0,5-7-808 0 0,-1 1 0 0 0,1-1 0 0 0,0 1 0 0 0,0 0 0 0 0,1 0 0 0 0,0 0 0 0 0,0 1 0 0 0,0-1 0 0 0,1 1 0 0 0,1-1 0 0 0,-1 1 0 0 0,1 0 0 0 0,0 0 0 0 0,1 0 0 0 0,0 11 0 0 0,0-16-103 0 0,1 1 1 0 0,-1-1 0 0 0,1 0 0 0 0,0 0 0 0 0,0 1 0 0 0,0-1-1 0 0,0 0 1 0 0,0 0 0 0 0,1 0 0 0 0,-1 0 0 0 0,1 0 0 0 0,0 0-1 0 0,0-1 1 0 0,0 1 0 0 0,0 0 0 0 0,0-1 0 0 0,1 0 0 0 0,-1 1-1 0 0,1-1 1 0 0,-1 0 0 0 0,1 0 0 0 0,0-1 0 0 0,0 1 0 0 0,0-1-1 0 0,0 1 1 0 0,0-1 0 0 0,0 0 0 0 0,1 0 0 0 0,-1 0 0 0 0,0 0-1 0 0,7 0 1 0 0,-6-1-28 0 0,0 1 0 0 0,1-1 0 0 0,-1 0-1 0 0,1 0 1 0 0,-1 0 0 0 0,0-1 0 0 0,1 0 0 0 0,-1 0-1 0 0,0 0 1 0 0,1 0 0 0 0,-1-1 0 0 0,0 1-1 0 0,0-1 1 0 0,0 0 0 0 0,0 0 0 0 0,0-1 0 0 0,-1 1-1 0 0,1-1 1 0 0,-1 0 0 0 0,0 0 0 0 0,1 0 0 0 0,-1 0-1 0 0,-1-1 1 0 0,5-4 0 0 0,-3-2 312 0 0,1 0 1 0 0,-2 0 0 0 0,0 0-1 0 0,0 0 1 0 0,-1 0-1 0 0,0 0 1 0 0,1-16 0 0 0,-4-28-2945 0 0,0 48 1454 0 0,0 0 0 0 0,0 0-1 0 0,-1 1 1 0 0,1-1 0 0 0,-1 1 0 0 0,-4-7 0 0 0,6 10 1078 0 0,-1 1 1 0 0,1 0 0 0 0,-1 0-1 0 0,0 0 1 0 0,0 0 0 0 0,1-1 0 0 0,-1 1-1 0 0,0 0 1 0 0,0 0 0 0 0,0 1-1 0 0,0-1 1 0 0,0 0 0 0 0,0 0 0 0 0,-1 0-1 0 0,1 1 1 0 0,0-1 0 0 0,0 0 0 0 0,0 1-1 0 0,-1-1 1 0 0,1 1 0 0 0,0 0-1 0 0,-1-1 1 0 0,1 1 0 0 0,0 0 0 0 0,-1 0-1 0 0,1 0 1 0 0,0 0 0 0 0,-1 0-1 0 0,1 0 1 0 0,0 0 0 0 0,-2 1 0 0 0,-7 2-1660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8:14.7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1 1558 0 0,'-2'1'8083'0'0,"-5"11"6483"0"0,5-7-12559 0 0,-9 23-2186 0 0,1 0 1 0 0,2 1 0 0 0,1 0 0 0 0,1 1 0 0 0,-3 56 0 0 0,3-39-81 0 0,-4 47-3039 0 0,-21 137-6490 0 0,12-113 10834 0 0,12-103-802 0 0,7-15-181 0 0,0 0 0 0 0,0 0 0 0 0,0 0 0 0 0,0 0 0 0 0,-1 0 0 0 0,1 0 0 0 0,0 0 0 0 0,0 0 0 0 0,0 0 0 0 0,0 0 0 0 0,-1 0 0 0 0,1 0 0 0 0,0 0 0 0 0,0 0 0 0 0,0 0 0 0 0,0 0 0 0 0,-1 0 0 0 0,1 0 0 0 0,0 0 0 0 0,0 0 0 0 0,0-1 0 0 0,0 1 0 0 0,0 0 0 0 0,-1 0 0 0 0,1 0 0 0 0,0 0 0 0 0,0 0 0 0 0,0 0 0 0 0,0-1 0 0 0,0 1 0 0 0,0 0 0 0 0,0 0 0 0 0,-1 0 0 0 0,1 0 0 0 0,0 0 0 0 0,0-1 0 0 0,0 1 0 0 0,0 0 0 0 0,0 0 0 0 0,0 0 0 0 0,0 0 0 0 0,0-1 0 0 0,-1-1 102 0 0,1-1 0 0 0,-1 0 0 0 0,1 1 1 0 0,-1-1-1 0 0,1 1 0 0 0,0-1 0 0 0,0 1 0 0 0,0-1 0 0 0,1-5 1 0 0,6-16 112 0 0,1 0 1 0 0,0 1-1 0 0,2 0 1 0 0,1 0-1 0 0,1 1 1 0 0,0 0-1 0 0,29-35 1 0 0,-37 51-352 0 0,1 1 0 0 0,1-1 0 0 0,-1 1 1 0 0,1 1-1 0 0,0-1 0 0 0,0 1 0 0 0,0 0 0 0 0,0 1 0 0 0,1-1 0 0 0,9-3 1 0 0,-14 7 106 0 0,0-1 1 0 0,0 1 0 0 0,0-1-1 0 0,1 1 1 0 0,-1 0 0 0 0,0 0-1 0 0,0 0 1 0 0,0 0 0 0 0,1 0-1 0 0,-1 0 1 0 0,0 1 0 0 0,0-1-1 0 0,0 1 1 0 0,0 0-1 0 0,0-1 1 0 0,1 1 0 0 0,-1 0-1 0 0,0 0 1 0 0,-1 0 0 0 0,1 1-1 0 0,0-1 1 0 0,0 0 0 0 0,0 1-1 0 0,-1-1 1 0 0,1 1 0 0 0,-1-1-1 0 0,1 1 1 0 0,-1 0 0 0 0,0 0-1 0 0,0-1 1 0 0,0 1 0 0 0,1 0-1 0 0,-2 0 1 0 0,1 0 0 0 0,0 1-1 0 0,0-1 1 0 0,0 3 0 0 0,1 3-340 0 0,0 1 1 0 0,0-1-1 0 0,-1 1 1 0 0,0-1-1 0 0,-1 1 1 0 0,0 0-1 0 0,0-1 1 0 0,-1 1-1 0 0,0-1 1 0 0,0 1 0 0 0,-1-1-1 0 0,0 1 1 0 0,-1-1-1 0 0,-3 9 1 0 0,0-4-82 0 0,0 1 1 0 0,-1-1-1 0 0,0 0 1 0 0,-1-1-1 0 0,-1 0 1 0 0,1 0-1 0 0,-16 14 1 0 0,8-11 346 0 0,0-2 0 0 0,-1 0 0 0 0,-1-1 1 0 0,0 0-1 0 0,-35 15 0 0 0,-12 1-3936 0 0,64-28 2739 0 0,2-29-3471 0 0,7 15 2321 0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8:15.0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415 12 1562 0 0,'9'-10'1331'0'0,"-4"8"2853"0"0,0 5-3257 0 0,0 0 0 0 0,0 0-1 0 0,0 0 1 0 0,0 1-1 0 0,-1 0 1 0 0,0 0 0 0 0,1 0-1 0 0,-1 0 1 0 0,-1 1 0 0 0,1-1-1 0 0,4 10 1 0 0,-1-2 676 0 0,-1 0 1 0 0,-1 0-1 0 0,0 0 0 0 0,4 18 1 0 0,-4-4-1919 0 0,0 0 0 0 0,-2 1 1 0 0,-1-1-1 0 0,-1 1 1 0 0,-1-1-1 0 0,-6 49 1 0 0,-2-30-507 0 0,-1 1 0 0 0,-2-1 0 0 0,-19 45 0 0 0,14-49-471 0 0,-2-1 0 0 0,-2 0 1 0 0,-2-2-1 0 0,-1 0 0 0 0,-2-2 1 0 0,-1-1-1 0 0,-2-1 1 0 0,-2-1-1 0 0,-1-1 0 0 0,-1-2 1 0 0,-1-2-1 0 0,-2 0 0 0 0,-40 23 1 0 0,19-18-1346 0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8:17.0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339 0 990 0 0,'-12'9'1687'0'0,"0"0"1"0"0,1 0-1 0 0,0 1 0 0 0,1 0 1 0 0,0 1-1 0 0,0 0 0 0 0,1 1 1 0 0,-10 16-1 0 0,2-4 33 0 0,-81 122 5970 0 0,76-107-7238 0 0,1 1 1 0 0,-16 44-1 0 0,29-64-536 0 0,1 0 0 0 0,1 1-1 0 0,1-1 1 0 0,0 2 0 0 0,2-1-1 0 0,0 0 1 0 0,2 0 0 0 0,0 1 0 0 0,1-1-1 0 0,1 1 1 0 0,1-1 0 0 0,1 0-1 0 0,1 1 1 0 0,10 29 0 0 0,3-9-2614 0 0,41 68 1 0 0,3 6-4714 0 0,-53-98 6233 0 0,-2 1-1 0 0,1-1 1 0 0,-2 1 0 0 0,5 33-1 0 0,-7-25 1014 0 0,-2 1-1 0 0,-1-1 1 0 0,-1 0-1 0 0,-2 0 1 0 0,0 0-1 0 0,-9 31 1 0 0,-56 155 445 0 0,46-152-129 0 0,1 2 0 0 0,-15 87 0 0 0,28-100-163 0 0,2 0 0 0 0,2 65 0 0 0,16 107 4142 0 0,1 20 8963 0 0,6 135-15999 0 0,36 187-8974 0 0,-17-196 6865 0 0,-9 0 8130 0 0,43 266-2513 0 0,-40-416-378 0 0,-9 0 0 0 0,-12 428 0 0 0,-40 513 776 0 0,27-970-969 0 0,-100 1078 832 0 0,90-1185-790 0 0,-31 250 370 0 0,27-109 2647 0 0,12-132 1403 0 0,-4 150-1338 0 0,15 122-12219 0 0,19-66 8528 0 0,16 456 2007 0 0,-57-365 7181 0 0,3-117-2941 0 0,9-91-7261 0 0,13-14-1448 0 0,-3-117-311 0 0,18 64 0 0 0,35 63-9253 0 0,-41-127 10457 0 0,-2-3 230 0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8:21.8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 0 858 0 0,'2'1'10540'0'0,"10"8"2482"0"0,-8-7-11228 0 0,21 9-1825 0 0,0-2 1 0 0,1 0 0 0 0,0-2 0 0 0,0-1 0 0 0,33 4-1 0 0,-25-4-296 0 0,44 10-7401 0 0,-59-12 2719 0 0,-17-3 3848 0 0,-9 21 8185 0 0,-9-3-5290 0 0,-28 13-5028 0 0,25-20 2806 0 0,-79 56-4062 0 0,9-6 4148 0 0,2 2 4656 0 0,85-63-3609 0 0,1 0-729 0 0,0 0 341 0 0,0 0 0 0 0,-1-1 0 0 0,1 1 0 0 0,0-1 0 0 0,-1 1 0 0 0,1-1 0 0 0,0 0 0 0 0,-1 1 0 0 0,1-1 0 0 0,0 0 0 0 0,-1 0 0 0 0,1 0 0 0 0,-1 0-1 0 0,1 0 1 0 0,0 0 0 0 0,-3-1 0 0 0,-6 0-1221 0 0,-5-3 7128 0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8:22.5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760 0 1380 0 0,'0'0'7642'0'0,"-10"7"-4381"0"0,9-5-2551 0 0,-1 0 0 0 0,0 0 0 0 0,1 0 1 0 0,-1 0-1 0 0,1 0 0 0 0,0 1 0 0 0,0-1 0 0 0,0 0 0 0 0,0 1 0 0 0,0-1 0 0 0,0 0 1 0 0,1 1-1 0 0,-1-1 0 0 0,1 5 0 0 0,-1 5 2569 0 0,0 1-3279 0 0,0 1 0 0 0,-2-1 0 0 0,0 1 0 0 0,0-1 0 0 0,-9 20 0 0 0,9-27 0 0 0,-1 0 0 0 0,0 0 0 0 0,0-1 0 0 0,0 0 0 0 0,-1 0 0 0 0,1 0 0 0 0,-2 0 0 0 0,1-1 0 0 0,0 0 0 0 0,-10 6 0 0 0,11-7-60 0 0,0 0 1 0 0,-1-1-1 0 0,1 0 0 0 0,-1 1 1 0 0,1-1-1 0 0,-1-1 1 0 0,0 1-1 0 0,0-1 1 0 0,0 0-1 0 0,0 0 1 0 0,0 0-1 0 0,0-1 1 0 0,0 0-1 0 0,-8 0 0 0 0,10-1 9 0 0,1 1-1 0 0,-1-1 0 0 0,0 0 1 0 0,0 0-1 0 0,1 0 0 0 0,-1 0 0 0 0,1-1 1 0 0,-1 1-1 0 0,1-1 0 0 0,0 0 0 0 0,-1 1 1 0 0,1-1-1 0 0,0 0 0 0 0,0 0 0 0 0,0 0 1 0 0,0-1-1 0 0,1 1 0 0 0,-1 0 0 0 0,1-1 1 0 0,-1 1-1 0 0,1-1 0 0 0,0 1 1 0 0,0-1-1 0 0,0 0 0 0 0,0 1 0 0 0,-1-6 1 0 0,-1-7-2688 0 0,1-1 0 0 0,0 0 1 0 0,1-23-1 0 0,1 37 2023 0 0,-2-21 1065 0 0,-18 54-312 0 0,-114 178 89 0 0,102-165-135 0 0,-2-2 0 0 0,-63 62 0 0 0,37-51-129 0 0,-53 54-4178 0 0,100-90 4269 0 0,8-6-3903 0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8:22.9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 1327 0 0,'0'0'9995'0'0,"24"-6"2207"0"0,-17 4-10472 0 0,2-3-2352 0 0,-2 1 2204 0 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8:23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0 1302 0 0,'0'0'8823'0'0,"-3"5"-11973"0"0,-10 7 18369 0 0,-7-10-13747 0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8:23.8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606 165 991 0 0,'0'1'137'0'0,"0"0"0"0"0,-1-1 1 0 0,1 1-1 0 0,0 0 0 0 0,0-1 0 0 0,0 1 0 0 0,-1-1 1 0 0,1 1-1 0 0,0 0 0 0 0,0-1 0 0 0,-1 1 0 0 0,1-1 0 0 0,-1 1 1 0 0,1-1-1 0 0,0 1 0 0 0,-1-1 0 0 0,1 1 0 0 0,-1-1 1 0 0,-1 1-1 0 0,1 0 771 0 0,-2 0-1 0 0,1 0 1 0 0,0 0 0 0 0,0-1 0 0 0,0 1-1 0 0,0-1 1 0 0,0 1 0 0 0,-1-1 0 0 0,1 0-1 0 0,-4 0 1 0 0,-31-5 8993 0 0,12-1-7308 0 0,23 5-2593 0 0,-1 1 0 0 0,0-1 0 0 0,0 0 0 0 0,0 1 0 0 0,1-1 0 0 0,-1 0 0 0 0,0-1 0 0 0,1 1 0 0 0,-1 0 0 0 0,1-1 0 0 0,-1 1 0 0 0,1-1 0 0 0,0 0 0 0 0,0 0 0 0 0,0 0 0 0 0,0 0 0 0 0,0 0 0 0 0,0 0 0 0 0,0-1 0 0 0,1 1 0 0 0,-1-1 0 0 0,1 1 0 0 0,0-1 0 0 0,0 0 0 0 0,0 1 0 0 0,0-1 0 0 0,0 0 0 0 0,-1-4 0 0 0,2 3-390 0 0,0 1 0 0 0,0-1 1 0 0,1 0-1 0 0,-1 1 0 0 0,1-1 0 0 0,-1 1 1 0 0,1-1-1 0 0,0 1 0 0 0,1 0 1 0 0,-1-1-1 0 0,0 1 0 0 0,1 0 1 0 0,0 0-1 0 0,0 0 0 0 0,0 0 0 0 0,4-5 1 0 0,1 1-1052 0 0,0 0 1 0 0,0 0-1 0 0,1 1 1 0 0,16-10-1 0 0,-23 15 1080 0 0,17-6-1978 0 0,-16 6 1869 0 0,10 16 840 0 0,-12-2-250 0 0,-1-1 0 0 0,0 0 0 0 0,-1 1-1 0 0,0-1 1 0 0,-1 0 0 0 0,0 0 0 0 0,-1 0 0 0 0,0 0 0 0 0,-1-1 0 0 0,-1 1 0 0 0,0-1 0 0 0,0 0 0 0 0,-1-1 0 0 0,-12 16 0 0 0,-1-6-35 0 0,1-1 0 0 0,-2-1 1 0 0,-1 0-1 0 0,0-2 0 0 0,-37 21 0 0 0,0-5-1821 0 0,-70 26 0 0 0,126-57 1677 0 0,-55 20-2427 0 0,52-20 2072 0 0,1 0 1 0 0,0 0 0 0 0,0 0 0 0 0,0-1 0 0 0,0 1-1 0 0,0-1 1 0 0,-1 0 0 0 0,1-1 0 0 0,-9-1 0 0 0,-1-3-1329 0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8:24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568 0 1772 0 0,'0'0'2637'0'0,"-6"5"1043"0"0,-5 5 4998 0 0,-62 59-1032 0 0,-3-2-4796 0 0,-18 9-4320 0 0,-53 32-7054 0 0,109-82 5675 0 0,26-18 2744 0 0,-1-1 1 0 0,0 0-1 0 0,0-1 0 0 0,0-1 1 0 0,-22 6-1 0 0,22-15-1677 0 0,2-1 6297 0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8:24.4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 1572 0 0,'0'0'3371'0'0,"-19"9"17574"0"0,17-5-20867 0 0,-2 5 160 0 0,3-7-337 0 0,16-13-500 0 0,-3 6-1153 0 0,-1 7 4212 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8:26.7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1969 12 767 0 0,'2'-12'22195'0'0,"-42"50"-18885"0"0,31-29-3319 0 0,1 1-1 0 0,1 0 1 0 0,0 0-1 0 0,0 1 0 0 0,1-1 1 0 0,-7 18-1 0 0,11-25-56 0 0,1 0-1 0 0,0 1 0 0 0,-1-1 0 0 0,2 1 1 0 0,-1-1-1 0 0,0 0 0 0 0,1 1 0 0 0,-1-1 1 0 0,1 1-1 0 0,0-1 0 0 0,0 1 0 0 0,1-1 1 0 0,-1 1-1 0 0,1-1 0 0 0,0 1 0 0 0,-1-1 1 0 0,2 1-1 0 0,-1-1 0 0 0,0 0 0 0 0,1 0 1 0 0,-1 1-1 0 0,1-1 0 0 0,0 0 0 0 0,0-1 1 0 0,0 1-1 0 0,0 0 0 0 0,1-1 0 0 0,-1 1 1 0 0,1-1-1 0 0,-1 1 0 0 0,1-1 0 0 0,0 0 1 0 0,4 2-1 0 0,1 1-1030 0 0,1-1 0 0 0,-1 0 0 0 0,1 0 1 0 0,1 0-1 0 0,-1-1 0 0 0,0-1 0 0 0,1 1 0 0 0,-1-2 1 0 0,1 1-1 0 0,14-1 0 0 0,0-2 885 0 0,-1-1 0 0 0,0-1-1 0 0,0-1 1 0 0,0-2 0 0 0,-1 0 0 0 0,1-1 0 0 0,33-16-1 0 0,-55 22 444 0 0,8-1 628 0 0,-9 1-588 0 0,1 1 0 0 0,-1 0 1 0 0,0 0-1 0 0,0-1 1 0 0,0 1-1 0 0,1 0 1 0 0,-1 0-1 0 0,0-1 0 0 0,0 1 1 0 0,0 0-1 0 0,0-1 1 0 0,1 1-1 0 0,-1 0 1 0 0,0 0-1 0 0,0-1 1 0 0,0 1-1 0 0,0 0 0 0 0,0-1 1 0 0,0 1-1 0 0,0 0 1 0 0,0-1-1 0 0,0 1 1 0 0,0 0-1 0 0,0-1 0 0 0,0 1 1 0 0,0 0-1 0 0,0-1 1 0 0,-1 1-1 0 0,1 0 1 0 0,0 0-1 0 0,0-1 0 0 0,0 1 1 0 0,0 0-1 0 0,0-1 1 0 0,-1 1-1 0 0,1 0 1 0 0,0 0-1 0 0,0-1 1 0 0,0 1-1 0 0,-1 0 0 0 0,1 0 1 0 0,0 0-1 0 0,-1-1 1 0 0,1 1-1 0 0,0 0 1 0 0,0 0-1 0 0,-1 0 0 0 0,1 0 1 0 0,0 0-1 0 0,-1-1 1 0 0,-6 0-203 0 0,-1 1 0 0 0,1-1 0 0 0,0 1 0 0 0,-1 0 0 0 0,1 1 0 0 0,0 0 0 0 0,-1 0 0 0 0,1 1 0 0 0,0 0 0 0 0,-7 2 0 0 0,-11 2-418 0 0,-127 29-7603 0 0,2 5 3641 0 0,-148 33 3191 0 0,266-67 1296 0 0,0-2 0 0 0,-47 2 1 0 0,61-6 1746 0 0,0-1 1 0 0,-1-1-1 0 0,-20-5 0 0 0,36 6-1773 0 0,-1 1 0 0 0,0-2-1 0 0,1 1 1 0 0,-1 0 0 0 0,0-1-1 0 0,1 1 1 0 0,0-1 0 0 0,-1 0-1 0 0,1 0 1 0 0,0-1 0 0 0,0 1-1 0 0,0-1 1 0 0,0 1 0 0 0,1-1-1 0 0,-1 0 1 0 0,1 0 0 0 0,0 0-1 0 0,0 0 1 0 0,0-1 0 0 0,0 1-1 0 0,-2-6 1 0 0,2 5-9 0 0,1 0 0 0 0,0-1-1 0 0,1 1 1 0 0,-1-1 0 0 0,1 1 0 0 0,0-1 0 0 0,0 1 0 0 0,0-1-1 0 0,0 1 1 0 0,1-1 0 0 0,0 1 0 0 0,0 0 0 0 0,0-1 0 0 0,0 1-1 0 0,1 0 1 0 0,0 0 0 0 0,4-8 0 0 0,0 3-271 0 0,0 1 0 0 0,0 0-1 0 0,1 0 1 0 0,0 0 0 0 0,0 1 0 0 0,1 0 0 0 0,0 0 0 0 0,0 1-1 0 0,0 0 1 0 0,19-9 0 0 0,-8 6-383 0 0,1 0 0 0 0,0 2 0 0 0,0 0 0 0 0,26-5 0 0 0,-40 11-1308 0 0,0 0 0 0 0,0 1 0 0 0,1 0 0 0 0,-1 0 0 0 0,12 2-1 0 0,-13-2 2183 0 0,-2 0-370 0 0,4 5 5588 0 0,-6-5-5472 0 0,-1 0 1 0 0,1 0-1 0 0,-1 0 0 0 0,1 0 1 0 0,-1 0-1 0 0,1 1 1 0 0,-1-1-1 0 0,1 0 0 0 0,-1 0 1 0 0,1 0-1 0 0,-1 1 0 0 0,0-1 1 0 0,1 0-1 0 0,-1 0 0 0 0,1 1 1 0 0,-1-1-1 0 0,0 0 1 0 0,1 1-1 0 0,-1-1 0 0 0,0 1 1 0 0,0-1-1 0 0,1 0 0 0 0,-1 1 1 0 0,0-1-1 0 0,1 1 1 0 0,-1 5 354 0 0,-1-1 0 0 0,1 0 0 0 0,-1 0 0 0 0,0 0 0 0 0,-1 0 0 0 0,1 0 0 0 0,-1-1 0 0 0,0 1 0 0 0,0 0 0 0 0,0-1 0 0 0,-6 9 0 0 0,2-5-449 0 0,-1 0-1 0 0,1 0 0 0 0,-1-1 0 0 0,-1 0 0 0 0,-13 9 1 0 0,-7 3-3162 0 0,-1-2 1 0 0,-51 22-1 0 0,72-36 2377 0 0,-1 2 365 0 0,-1-2-1 0 0,0 1 0 0 0,0-1 0 0 0,0 0 0 0 0,0-1 0 0 0,-1-1 0 0 0,1 1 0 0 0,-1-2 0 0 0,1 1 0 0 0,-18-3 0 0 0,24 2 612 0 0,-1-1 0 0 0,1 0-1 0 0,-1-1 1 0 0,1 1 0 0 0,0-1-1 0 0,0 1 1 0 0,-1-2 0 0 0,1 1-1 0 0,0 0 1 0 0,1-1 0 0 0,-5-3 0 0 0,4 3 381 0 0,1 0 1 0 0,0-1 0 0 0,1 1 0 0 0,-1-1 0 0 0,1 1 0 0 0,-1-1 0 0 0,1 0 0 0 0,0 0 0 0 0,0 0 0 0 0,1 0 0 0 0,-1-1 0 0 0,1 1 0 0 0,-1-6 0 0 0,1-23 3753 0 0,2-4-4015 0 0,-1 35-341 0 0,-3-19 34 0 0,-4 29-23 0 0,-1 0-1 0 0,0 0 0 0 0,0-1 1 0 0,-1 0-1 0 0,0-1 0 0 0,0 1 1 0 0,0-2-1 0 0,-1 1 1 0 0,0-1-1 0 0,-20 6 0 0 0,-14 4-41 0 0,-56 10 0 0 0,85-21 46 0 0,-11 2-2278 0 0,-40 3 1 0 0,56-8 1708 0 0,1-1 0 0 0,0 0 0 0 0,0-1 0 0 0,0 1 0 0 0,-1-2 1 0 0,1 1-1 0 0,-15-6 0 0 0,8-6 3508 0 0,5-3-4148 0 0,8 11-355 0 0,2 4 1013 0 0,1-17 1860 0 0,0 6 3462 0 0,2 0-2354 0 0,-2 8-1388 0 0,0 6-591 0 0,-1 4-483 0 0,-1-1 1 0 0,1 1-1 0 0,-1-1 0 0 0,0 0 0 0 0,-4 8 0 0 0,-17 16-1854 0 0,0-1 0 0 0,-2-1-1 0 0,-30 25 1 0 0,-92 67-4446 0 0,84-69 6663 0 0,-61 35-329 0 0,48-36-2452 0 0,72-46 2179 0 0,1 0-1 0 0,0 0 1 0 0,-1 1 0 0 0,1-1-1 0 0,0 1 1 0 0,1 0 0 0 0,-5 6 0 0 0,-15 18 4358 0 0,10-18-2862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8:35.4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245 501 434 0 0,'0'0'820'0'0,"-5"-17"2476"0"0,3 24 634 0 0,-4 12 12451 0 0,4-10-11704 0 0,0-1-8016 0 0,1-6 3322 0 0,-4 22 8 0 0,7-1 38 0 0,-1-18-34 0 0,1 0 1 0 0,0 1-1 0 0,0-1 1 0 0,6 9 0 0 0,-7-13 4 0 0,0 0 18 0 0,15 15-24 0 0,-13-14-15 0 0,0 0 0 0 0,0 0 1 0 0,0-1-1 0 0,1 1 0 0 0,-1-1 1 0 0,0 0-1 0 0,0 0 0 0 0,1 0 0 0 0,-1 0 1 0 0,7 0-1 0 0,9-1-5717 0 0,-16 0 4600 0 0,16-7-4757 0 0,-13 4 4823 0 0,-1 0 0 0 0,0-1 0 0 0,1 1 1 0 0,-1-1-1 0 0,-1-1 0 0 0,6-5 0 0 0,-5 5 1060 0 0,0-2-1 0 0,-1 1 0 0 0,0 0 0 0 0,0-1 1 0 0,-1 0-1 0 0,0 0 0 0 0,0 0 0 0 0,-1 0 1 0 0,0 0-1 0 0,0-1 0 0 0,0 1 0 0 0,-1-1 1 0 0,0-9-1 0 0,0 15 20 0 0,-17-27 229 0 0,14 27-230 0 0,0 1 0 0 0,0-1 1 0 0,-1 0-1 0 0,1 1 1 0 0,-1-1-1 0 0,0 1 1 0 0,1 0-1 0 0,-1 0 0 0 0,0 0 1 0 0,1 0-1 0 0,-1 0 1 0 0,0 1-1 0 0,0-1 1 0 0,0 1-1 0 0,0 0 0 0 0,0 0 1 0 0,0 0-1 0 0,0 0 1 0 0,0 1-1 0 0,1-1 1 0 0,-1 1-1 0 0,-5 1 1 0 0,3-1 2 0 0,1 1 0 0 0,-1 0 0 0 0,0 0 0 0 0,1 0 1 0 0,0 0-1 0 0,-1 1 0 0 0,1 0 0 0 0,0 0 0 0 0,0 0 1 0 0,0 0-1 0 0,1 1 0 0 0,-4 3 0 0 0,-26 44 461 0 0,-6 9 5590 0 0,35-56-6195 0 0,0 1 0 0 0,0-1 0 0 0,0 0 0 0 0,-1 0 0 0 0,-6 4 0 0 0,-27 6-1837 0 0,29-11 2102 0 0,7-3 123 0 0,-30 1 85 0 0,27-2-263 0 0,1-1 1 0 0,0 1-1 0 0,-1 0 1 0 0,1-1-1 0 0,0 0 1 0 0,0 0-1 0 0,0 0 1 0 0,1 0-1 0 0,-1-1 1 0 0,0 0-1 0 0,-5-5 1 0 0,8 7 72 0 0,-1-1-113 0 0,1 0-1 0 0,-1-1 1 0 0,0 1 0 0 0,1-1 0 0 0,0 1-1 0 0,-1-1 1 0 0,1 1 0 0 0,0-1 0 0 0,-1-3 0 0 0,0-33 96 0 0,1 0 1 0 0,4-38-1 0 0,1-35 133 0 0,-10-85 363 0 0,5 114-145 0 0,1 81-337 0 0,10-34 11089 0 0,-8 30-10616 0 0,-9 13-800 0 0,-3 4 308 0 0,-8 3-3191 0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8:37.6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328 15 1013 0 0,'-2'-3'8352'0'0,"-4"-8"-221"0"0,6 15-7902 0 0,1 0 0 0 0,0 0 0 0 0,0 0 0 0 0,0 0 0 0 0,1-1-1 0 0,-1 1 1 0 0,1 0 0 0 0,0-1 0 0 0,0 1 0 0 0,1-1 0 0 0,-1 0-1 0 0,0 0 1 0 0,1 0 0 0 0,0 0 0 0 0,0 0 0 0 0,6 4 0 0 0,2 1 932 0 0,0-1 1 0 0,0-1-1 0 0,18 8 1 0 0,-18-9-981 0 0,137 63-181 0 0,-148-68 0 0 0,0 0 0 0 0,0 0 0 0 0,0 0 0 0 0,1 1 0 0 0,-1-1 0 0 0,0 0 0 0 0,0 0 0 0 0,0 0 0 0 0,1 1 0 0 0,-1-1 0 0 0,0 0 0 0 0,0 0 0 0 0,0 1 0 0 0,0-1 0 0 0,0 0 0 0 0,1 0 0 0 0,-1 1 0 0 0,0-1 0 0 0,0 0 0 0 0,0 0 0 0 0,0 1 0 0 0,0-1 0 0 0,0 0 0 0 0,0 0 0 0 0,0 1 0 0 0,0-1 0 0 0,0 0 0 0 0,0 1 0 0 0,0-1 0 0 0,0 0 0 0 0,0 0 0 0 0,0 1 0 0 0,0-1 0 0 0,-1 0 0 0 0,1 0 0 0 0,0 1 0 0 0,0-1 0 0 0,0 0 0 0 0,0 0 0 0 0,0 1 0 0 0,-1-1 0 0 0,1 0 0 0 0,0 0 0 0 0,0 0 0 0 0,0 0 0 0 0,-1 1 0 0 0,1-1 0 0 0,0 0 0 0 0,-14 12 0 0 0,11-10 0 0 0,-23 18-827 0 0,-1-1 0 0 0,0-1 0 0 0,-56 27 1 0 0,-98 29-5115 0 0,23-9 3275 0 0,129-54 4310 0 0,1-2 3725 0 0,26-9-5084 0 0,5-13 3334 0 0,-2 3-5611 0 0,0-9 3253 0 0,-1 17-3269 0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8:38.4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789 11 995 0 0,'-5'-5'17612'0'0,"-5"-1"-10056"0"0,4 22-7546 0 0,0-1 0 0 0,1 1 1 0 0,1 1-1 0 0,1-1 0 0 0,-4 32 1 0 0,6-31-15 0 0,-2-1 0 0 0,-5 22 1 0 0,0-4 3 0 0,7-27 0 0 0,0-1 0 0 0,0 0 0 0 0,-1 0 0 0 0,0 0 0 0 0,0 0 0 0 0,0 0 0 0 0,-1 0 0 0 0,1 0 0 0 0,-1-1 0 0 0,-1 1 0 0 0,1-1 0 0 0,-1 0 0 0 0,0 0 0 0 0,0 0 0 0 0,-1-1 0 0 0,-7 6 0 0 0,7-5-299 0 0,-1-2 1 0 0,1 1 0 0 0,-1-1 0 0 0,-1 1 0 0 0,1-2 0 0 0,0 1-1 0 0,-1-1 1 0 0,1 0 0 0 0,-1 0 0 0 0,1-1 0 0 0,-1 1 0 0 0,0-2-1 0 0,0 1 1 0 0,0-1 0 0 0,0 0 0 0 0,1 0 0 0 0,-1-1-1 0 0,0 0 1 0 0,0 0 0 0 0,1-1 0 0 0,-1 0 0 0 0,-6-2 0 0 0,4 0-131 0 0,1 0 1 0 0,0 0-1 0 0,0-1 1 0 0,1 0-1 0 0,-1 0 1 0 0,1-1-1 0 0,0 0 1 0 0,0 0-1 0 0,1-1 1 0 0,0 0-1 0 0,0 0 1 0 0,1 0-1 0 0,0-1 1 0 0,0 0-1 0 0,-7-16 1 0 0,6 10 441 0 0,2 1 1 0 0,-1-1-1 0 0,2 0 1 0 0,0 0-1 0 0,0 0 1 0 0,2-1-1 0 0,-1 1 0 0 0,2-1 1 0 0,0 1-1 0 0,3-23 1 0 0,-2 34 157 0 0,-1-10 9716 0 0,-1 4-7706 0 0,-11 73-1888 0 0,9-41-115 0 0,-1 0-1 0 0,-2-1 1 0 0,0 0-1 0 0,-11 24 1 0 0,3-17-1165 0 0,-1 0 0 0 0,-2-2 0 0 0,-1 0 0 0 0,-1 0 0 0 0,-25 25 0 0 0,4-10-1989 0 0,-91 71-1 0 0,104-87 1473 0 0,26-25 570 0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8:38.8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0 2258 0 0,'-1'2'15798'0'0,"-1"7"-10074"0"0,2 15-3187 0 0,8-6-2888 0 0,-4-12 500 0 0,-3-5-713 0 0,6 1-4069 0 0,-6-2 4806 0 0,0 1 1 0 0,0-1-1 0 0,0 0 1 0 0,0 0-1 0 0,0 1 1 0 0,0-1-1 0 0,0 0 1 0 0,0 0-1 0 0,0 0 1 0 0,0 0-1 0 0,0 0 1 0 0,0 0-1 0 0,0-1 1 0 0,0 1-1 0 0,2-1 1 0 0,6-3-1947 0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8:39.0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1616 0 0,'0'0'9187'0'0,"14"13"3762"0"0,-13-12-12888 0 0,0 0 0 0 0,0 0-1 0 0,-1 0 1 0 0,1 0 0 0 0,0-1 0 0 0,0 1 0 0 0,0 0-1 0 0,0-1 1 0 0,0 1 0 0 0,0-1 0 0 0,0 1-1 0 0,0-1 1 0 0,0 1 0 0 0,0-1 0 0 0,0 0-1 0 0,0 1 1 0 0,0-1 0 0 0,0 0 0 0 0,0 0-1 0 0,1 0 1 0 0,-1 0 0 0 0,0 0 0 0 0,0 0-1 0 0,0 0 1 0 0,0 0 0 0 0,2-1 0 0 0,9 0-756 0 0,-22 0 2211 0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8:40.1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768 38 936 0 0,'-7'-13'1321'0'0,"6"-1"4954"0"0,1 13-6044 0 0,0 1 0 0 0,0 0 0 0 0,0-1 0 0 0,0 1 0 0 0,0 0 0 0 0,0-1 0 0 0,0 1 0 0 0,0 0 0 0 0,0-1 0 0 0,0 1 0 0 0,0 0 0 0 0,0-1 0 0 0,-1 1 0 0 0,1 0 0 0 0,0-1 0 0 0,0 1 0 0 0,0 0 0 0 0,0-1 0 0 0,-1 1 0 0 0,1 0 0 0 0,0 0 0 0 0,0-1 0 0 0,0 1 0 0 0,-1 0 0 0 0,1 0 0 0 0,0-1 0 0 0,-1 1 0 0 0,1 0 0 0 0,0 0 0 0 0,0 0 0 0 0,-1-1 0 0 0,1 1 0 0 0,0 0 0 0 0,-1 0 0 0 0,1 0 0 0 0,0 0 1 0 0,-1 0-1 0 0,1 0 0 0 0,-1 0 0 0 0,1 0 0 0 0,0 0 0 0 0,-1 0 0 0 0,1 0 0 0 0,0 0 0 0 0,-1 0 0 0 0,0 0 0 0 0,-13 4 6469 0 0,13-4-6576 0 0,-17 8-124 0 0,0 1 0 0 0,0 1 0 0 0,1 0 0 0 0,0 1 0 0 0,1 1 0 0 0,0 1 0 0 0,-15 16 0 0 0,8-9-2080 0 0,2 1 0 0 0,0 1-1 0 0,2 1 1 0 0,0 0 0 0 0,-16 29 0 0 0,33-49 2397 0 0,0 0-1 0 0,1 1 0 0 0,0-1 1 0 0,-1 0-1 0 0,1 1 1 0 0,1-1-1 0 0,-2 5 0 0 0,2-5-425 0 0,0 0-1 0 0,0 0 0 0 0,0-1 1 0 0,0 1-1 0 0,1 0 1 0 0,-1 0-1 0 0,1 0 0 0 0,0-1 1 0 0,0 1-1 0 0,0 0 1 0 0,0-1-1 0 0,2 5 0 0 0,1-1-12 0 0,1 1 0 0 0,1-1 0 0 0,-1 1 0 0 0,1-1-1 0 0,0-1 1 0 0,13 11 0 0 0,-13-12 124 0 0,0 1-1 0 0,0 1 1 0 0,0-1-1 0 0,-1 1 1 0 0,0 0 0 0 0,0 0-1 0 0,-1 0 1 0 0,1 1-1 0 0,-2 0 1 0 0,1 0 0 0 0,-1 0-1 0 0,0 0 1 0 0,0 0 0 0 0,-1 1-1 0 0,0-1 1 0 0,2 10-1 0 0,-4-12-20 0 0,0 1-1 0 0,0-1 1 0 0,0 1-1 0 0,0-1 1 0 0,-1 1 0 0 0,0-1-1 0 0,0 1 1 0 0,-1-1-1 0 0,0 0 1 0 0,0 1-1 0 0,0-1 1 0 0,0 0-1 0 0,-1 0 1 0 0,0-1-1 0 0,0 1 1 0 0,0-1-1 0 0,0 1 1 0 0,-1-1 0 0 0,0 0-1 0 0,0 0 1 0 0,0 0-1 0 0,0-1 1 0 0,-7 5-1 0 0,-7 4 89 0 0,-1-1 0 0 0,0-1 0 0 0,0-1 0 0 0,-1 0 0 0 0,0-2 0 0 0,-1 0 0 0 0,0-1 0 0 0,-22 2-1 0 0,27-5 158 0 0,0-1-1 0 0,0 0 0 0 0,0-2 0 0 0,0 0 1 0 0,0 0-1 0 0,0-2 0 0 0,0 0 0 0 0,1-1 1 0 0,-1 0-1 0 0,1-1 0 0 0,-23-10 0 0 0,32 12 271 0 0,0-1-1 0 0,0-1 1 0 0,1 1 0 0 0,-1-1-1 0 0,1 0 1 0 0,0 0-1 0 0,0-1 1 0 0,0 0-1 0 0,1 1 1 0 0,0-2 0 0 0,0 1-1 0 0,0 0 1 0 0,0-1-1 0 0,-4-10 1 0 0,4 6-276 0 0,1 1 0 0 0,0-1-1 0 0,1 1 1 0 0,0-1 0 0 0,0 0 0 0 0,1 0 0 0 0,1 0 0 0 0,-1 0 0 0 0,2-10-1 0 0,1 0-677 0 0,1 1-1 0 0,1-1 0 0 0,0 1 0 0 0,8-19 0 0 0,-4 17-1556 0 0,1-1-1 0 0,19-33 1 0 0,-13 32 580 0 0,1 1-1 0 0,2 1 1 0 0,0 0-1 0 0,1 1 1 0 0,0 1-1 0 0,2 1 1 0 0,25-17-1 0 0,-31 21-1650 0 0,-10 6 843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8:40.9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189 317 1372 0 0,'0'0'1560'0'0,"-3"-14"2111"0"0,2 4 4453 0 0,7-6-6477 0 0,0 1 0 0 0,2-1 0 0 0,0 2 0 0 0,13-19-1 0 0,12-23 1607 0 0,-28 44-4311 0 0,0 0 0 0 0,-1 0 0 0 0,-1 0 0 0 0,0 0 0 0 0,1-19 0 0 0,-4 29 1195 0 0,-3-7 4456 0 0,-6-12-3105 0 0,-6 8-1326 0 0,11 11-166 0 0,0 1 1 0 0,0 0-1 0 0,0 0 1 0 0,0 0-1 0 0,0 1 0 0 0,0-1 1 0 0,0 1-1 0 0,-7 0 1 0 0,1 1-502 0 0,0 0 0 0 0,0 1 1 0 0,0 0-1 0 0,0 0 0 0 0,0 1 1 0 0,1 0-1 0 0,-1 1 0 0 0,1 0 0 0 0,0 0 1 0 0,0 1-1 0 0,1 0 0 0 0,-1 1 1 0 0,1 0-1 0 0,0 0 0 0 0,1 1 1 0 0,-1 0-1 0 0,1 0 0 0 0,1 1 1 0 0,-1 0-1 0 0,1 0 0 0 0,1 0 1 0 0,-1 1-1 0 0,1 0 0 0 0,1 0 1 0 0,0 0-1 0 0,0 1 0 0 0,1-1 1 0 0,-3 17-1 0 0,4-19 695 0 0,1 0 0 0 0,0 1 0 0 0,1-1 0 0 0,0 1 0 0 0,0 0 0 0 0,1-1 0 0 0,0 1-1 0 0,0-1 1 0 0,1 0 0 0 0,-1 1 0 0 0,5 9 0 0 0,-3-11 516 0 0,0-1 0 0 0,1 1 0 0 0,-1-1 0 0 0,1 0 0 0 0,0 0 0 0 0,0 0 0 0 0,1-1 0 0 0,9 9 0 0 0,45 28-3165 0 0,-37-26-239 0 0,32 27 0 0 0,-51-40 2713 0 0,0 1 0 0 0,0 0 0 0 0,-1 0 1 0 0,0 0-1 0 0,0 1 0 0 0,0-1 0 0 0,0 0 1 0 0,0 1-1 0 0,0 0 0 0 0,-1-1 0 0 0,0 1 1 0 0,1 4-1 0 0,-1-6-8 0 0,0 1 0 0 0,-1-1 0 0 0,1 0-1 0 0,-1 1 1 0 0,0-1 0 0 0,0 0 0 0 0,0 1 0 0 0,0-1 0 0 0,0 0 0 0 0,-1 1 0 0 0,1-1 0 0 0,0 0-1 0 0,-1 1 1 0 0,0-1 0 0 0,0 0 0 0 0,0 0 0 0 0,0 0 0 0 0,0 0 0 0 0,0 0 0 0 0,0 0 0 0 0,-2 2-1 0 0,-1 3 27 0 0,-37 57 3171 0 0,29-47-4696 0 0,0 2 0 0 0,-10 21 0 0 0,21-37 1118 0 0,0 0 1 0 0,1 0-1 0 0,-1 1 0 0 0,1-1 0 0 0,-1 0 0 0 0,1 0 0 0 0,0 0 0 0 0,1 0 0 0 0,-1 1 0 0 0,0-1 0 0 0,1 0 1 0 0,0 0-1 0 0,0 0 0 0 0,0 0 0 0 0,2 6 0 0 0,4 11-2706 0 0,-5-9 683 0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8:41.3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16 1322 0 0,'-7'-9'23198'0'0,"8"4"-21526"0"0,0 3-1667 0 0,0 6-2652 0 0,4 8 5100 0 0,-4-5-3952 0 0,-3 3-487 0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8:47.6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541 9 317 0 0,'8'-4'21869'0'0,"-1"0"-17845"0"0,-6 3-4033 0 0,-23 19 22 0 0,-16 18-13 0 0,-67 47 0 0 0,-6 6 0 0 0,-157 129-3023 0 0,266-217 3070 0 0,-8 7 1335 0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9:04.6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525 129 756 0 0,'0'0'941'0'0,"-4"3"524"0"0,-18 10 9931 0 0,12-9-10024 0 0,0 1 1199 0 0,-1 0 0 0 0,0-1 0 0 0,-16 4 0 0 0,20-6-2571 0 0,0 0 0 0 0,-1 0-1 0 0,1-1 1 0 0,-1 0 0 0 0,0-1 0 0 0,1 0 0 0 0,-1 0 0 0 0,-12-2 0 0 0,18 1 0 0 0,1 0 0 0 0,0-1 0 0 0,0 1 0 0 0,1 0 0 0 0,-1 0 0 0 0,0-1 0 0 0,0 1 0 0 0,0-1 0 0 0,1 1 0 0 0,-1-1 0 0 0,1 1 0 0 0,-1-1 0 0 0,1 1 0 0 0,0-1 1 0 0,-1 1-1 0 0,1-1 0 0 0,0 1 0 0 0,0-4 0 0 0,0 5 0 0 0,1-6-243 0 0,0 0 1 0 0,0 0-1 0 0,0 0 1 0 0,1 0 0 0 0,0 0-1 0 0,0 1 1 0 0,0-1-1 0 0,1 1 1 0 0,-1-1 0 0 0,1 1-1 0 0,1 0 1 0 0,-1 0 0 0 0,1 0-1 0 0,0 0 1 0 0,0 1-1 0 0,0 0 1 0 0,1 0 0 0 0,5-5-1 0 0,-4 5-144 0 0,1-2-2104 0 0,1 0 1 0 0,1 1 0 0 0,-1 0-1 0 0,1 0 1 0 0,15-5-1 0 0,-22 10 2438 0 0,23-2-170 0 0,-21 5 268 0 0,0 0 0 0 0,-1 0-1 0 0,1 0 1 0 0,-1 1 0 0 0,0-1 0 0 0,0 1 0 0 0,0 0 0 0 0,0 0-1 0 0,-1 0 1 0 0,1 0 0 0 0,-1 1 0 0 0,0-1 0 0 0,-1 0 0 0 0,1 1-1 0 0,-1 0 1 0 0,0-1 0 0 0,1 8 0 0 0,1-1 58 0 0,-3-6 10 0 0,0 0 0 0 0,0 0 0 0 0,-1 0-1 0 0,0 0 1 0 0,0 0 0 0 0,0 0 0 0 0,-1 0 0 0 0,1-1 0 0 0,-1 1 0 0 0,0 0 0 0 0,-1-1 0 0 0,-3 6 0 0 0,4-5-11 0 0,-7 10 9 0 0,0 0 1 0 0,-1-1 0 0 0,0-1-1 0 0,-1 0 1 0 0,-1 0 0 0 0,0-1 0 0 0,-17 13-1 0 0,-104 69 28 0 0,94-68-76 0 0,-110 56-78 0 0,71-42 1026 0 0,76-40-1026 0 0,-11 7 2988 0 0,9-5-5634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9:06.1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0 1015 0 0,'0'0'6532'0'0,"2"10"-2942"0"0,3 5 8484 0 0,18 9-8790 0 0,26 5-3176 0 0,-24-14-497 0 0,141 95-1493 0 0,-164-109 1580 0 0,5 5-5335 0 0,-2 2 4515 0 0,-30 19-5471 0 0,-27 8 6904 0 0,12-9-404 0 0,-123 106 692 0 0,150-125-1265 0 0,11-7 340 0 0,1 0-1 0 0,0 1 0 0 0,0-1 0 0 0,-1 0 1 0 0,1 0-1 0 0,0-1 0 0 0,0 1 1 0 0,-1 0-1 0 0,1 0 0 0 0,0-1 1 0 0,0 1-1 0 0,0-1 0 0 0,-1 1 1 0 0,1-1-1 0 0,0 1 0 0 0,0-1 1 0 0,0 0-1 0 0,0 1 0 0 0,0-1 1 0 0,0 0-1 0 0,-1-1 0 0 0,-5-6 624 0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9:07.5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1974 7 931 0 0,'0'0'2893'0'0,"-17"-6"3940"0"0,22 73 4330 0 0,-8-20-6904 0 0,2-34-4124 0 0,1-8-311 0 0,-1 1 0 0 0,0 0 1 0 0,0 0-1 0 0,0 0 0 0 0,-1-1 1 0 0,0 1-1 0 0,0-1 1 0 0,0 1-1 0 0,-1-1 0 0 0,1 0 1 0 0,-1 0-1 0 0,-1 0 0 0 0,-4 6 1 0 0,5-8-187 0 0,0 0 0 0 0,0 0 0 0 0,-1 0 1 0 0,1-1-1 0 0,-1 1 0 0 0,0-1 0 0 0,0 0 0 0 0,1 0 1 0 0,-1 0-1 0 0,-1-1 0 0 0,1 1 0 0 0,0-1 0 0 0,0 0 1 0 0,-6 1-1 0 0,5-2 63 0 0,-1 1 0 0 0,1-1 1 0 0,0 0-1 0 0,0-1 0 0 0,0 1 1 0 0,0-1-1 0 0,0 0 0 0 0,0-1 1 0 0,0 1-1 0 0,0-1 0 0 0,0 0 1 0 0,1 0-1 0 0,-1 0 0 0 0,1-1 1 0 0,-1 1-1 0 0,1-1 0 0 0,0 0 1 0 0,0-1-1 0 0,0 1 1 0 0,0-1-1 0 0,1 1 0 0 0,0-1 1 0 0,-1 0-1 0 0,1-1 0 0 0,1 1 1 0 0,-4-5-1 0 0,2-2 192 0 0,0 0 0 0 0,0 1 0 0 0,1-2 0 0 0,0 1 0 0 0,-2-16-1 0 0,5 25 113 0 0,-7 35 16583 0 0,5-26-17014 0 0,0 0 0 0 0,-1 0 0 0 0,0 0 0 0 0,0 0 0 0 0,0 0 0 0 0,-1 0 0 0 0,0-1 0 0 0,0 0 0 0 0,-1 0 0 0 0,0 0 0 0 0,0-1 0 0 0,0 1 0 0 0,-1-1 0 0 0,0 0 0 0 0,0-1 0 0 0,0 1 0 0 0,0-1 0 0 0,-1 0 0 0 0,1-1 0 0 0,-1 0 0 0 0,0 0 0 0 0,0 0 0 0 0,-1-1 0 0 0,1 0 0 0 0,0 0 0 0 0,-1-1 0 0 0,1 0 0 0 0,-1 0 0 0 0,-8-1 0 0 0,14-1 209 0 0,0 0-1 0 0,0 0 1 0 0,-1 0 0 0 0,1 0 0 0 0,0 0 0 0 0,0-1-1 0 0,0 1 1 0 0,0-1 0 0 0,0 1 0 0 0,1-1-1 0 0,-1 0 1 0 0,0 0 0 0 0,1 1 0 0 0,-1-1 0 0 0,1 0-1 0 0,-2-4 1 0 0,-18-34 3678 0 0,20 38-2904 0 0,-3-10-2034 0 0,3 8 3805 0 0,-4 13 5160 0 0,1-2-7069 0 0,1 1 0 0 0,-1-1 0 0 0,-1-1 0 0 0,1 1 0 0 0,-1-1 0 0 0,-1 1 0 0 0,1-1 0 0 0,-1-1 0 0 0,-12 10 0 0 0,-8 1-1588 0 0,-3-5-3642 0 0,27-10 4318 0 0,-1-1 0 0 0,1 1 0 0 0,0-1 0 0 0,0 1 0 0 0,-1-1 0 0 0,1 0 0 0 0,0 0 0 0 0,-1 0 0 0 0,1-1 0 0 0,0 1 0 0 0,0 0-1 0 0,-1-1 1 0 0,1 0 0 0 0,0 1 0 0 0,-4-3 0 0 0,4 2 289 0 0,0-1 0 0 0,-1 1 0 0 0,1-1 0 0 0,0 0-1 0 0,0 0 1 0 0,0 0 0 0 0,0 0 0 0 0,0 0 0 0 0,1 0 0 0 0,-1-1-1 0 0,-2-3 1 0 0,1-3 216 0 0,-1 1 0 0 0,1 0 0 0 0,1-1-1 0 0,0 0 1 0 0,0 0 0 0 0,1 1 0 0 0,0-1 0 0 0,0-15-1 0 0,-1 4 1382 0 0,2 19-1331 0 0,0 1 0 0 0,0 0 0 0 0,0 0 0 0 0,0 0-1 0 0,0 0 1 0 0,0 0 0 0 0,0 0 0 0 0,0 0 0 0 0,0-1 0 0 0,0 1 0 0 0,0 0 0 0 0,0 0 0 0 0,0 0 0 0 0,0 0 0 0 0,0 0 0 0 0,0 0 0 0 0,0 0 0 0 0,0-1 0 0 0,0 1 0 0 0,-1 0 0 0 0,1 0 0 0 0,0 0 0 0 0,0 0 0 0 0,0 0 0 0 0,0 0 0 0 0,0 0 0 0 0,0 0 0 0 0,0 0 0 0 0,0 0 0 0 0,-1 0 0 0 0,1 0 0 0 0,0 0 0 0 0,0 0-1 0 0,0 0 1 0 0,0 0 0 0 0,0 0 0 0 0,0 0 0 0 0,-1 0 0 0 0,1 0 0 0 0,0 0 0 0 0,0 0 0 0 0,0 0 0 0 0,0 0 0 0 0,0 0 0 0 0,0 0 0 0 0,-1 0 0 0 0,1 0 0 0 0,0 0 0 0 0,0 0 0 0 0,0 0 0 0 0,0 0 0 0 0,0 0 0 0 0,0 0 0 0 0,-1 0 0 0 0,-13 27 8239 0 0,2-4-5264 0 0,6-14-3562 0 0,0 0 0 0 0,-1-1 0 0 0,0 1 0 0 0,0-1-1 0 0,0-1 1 0 0,-1 1 0 0 0,0-1 0 0 0,-1-1 0 0 0,1 0 0 0 0,-1 0 0 0 0,-1 0 0 0 0,1-1 0 0 0,-1-1 0 0 0,0 0 0 0 0,0 0 0 0 0,-11 3 0 0 0,18-7 126 0 0,0 1 0 0 0,0-1 0 0 0,1 1 1 0 0,-1-1-1 0 0,0 0 0 0 0,1 0 0 0 0,-1 0 0 0 0,0 0 0 0 0,0-1 0 0 0,1 1 0 0 0,-1-1 0 0 0,0 0 0 0 0,1 0 0 0 0,-5-1 0 0 0,5 0 299 0 0,-1 1-1 0 0,1-1 1 0 0,0 0-1 0 0,0 0 1 0 0,0 1-1 0 0,0-1 1 0 0,0 0-1 0 0,1-1 0 0 0,-1 1 1 0 0,1 0-1 0 0,-1 0 1 0 0,-1-4-1 0 0,0-5 310 0 0,-1 1-1 0 0,1 0 1 0 0,1-1-1 0 0,0 0 1 0 0,-1-18-1 0 0,2 16-665 0 0,1 11 543 0 0,1-16-92 0 0,-2 14 3165 0 0,-36 36 6977 0 0,-9-5-7453 0 0,-52 18-5156 0 0,67-32 3314 0 0,-38 14-3606 0 0,0-2 0 0 0,-2-3-1 0 0,-129 21 1 0 0,140-35 2494 0 0,-60 0 0 0 0,68-10 189 0 0,43 1 996 0 0,0-1 0 0 0,0 0 1 0 0,0 0-1 0 0,0 0 1 0 0,-16-8-1 0 0,21 7-361 0 0,-1 1 0 0 0,0-1 0 0 0,1 0 0 0 0,0 0 0 0 0,0-1 0 0 0,0 1 0 0 0,0-1 1 0 0,0 0-1 0 0,1 0 0 0 0,-7-9 0 0 0,7 8-413 0 0,0-1 0 0 0,1 0-1 0 0,-1 0 1 0 0,1 0 0 0 0,0 0 0 0 0,-1-8 0 0 0,-1-8-252 0 0,0-45 1 0 0,3 41 272 0 0,0 13 34 0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9:08.0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1192 0 0,'2'30'18334'0'0,"-1"-11"-10727"0"0,2 25-8582 0 0,-3-44 912 0 0,-1 1 0 0 0,1-1-1 0 0,0 1 1 0 0,0-1-1 0 0,0 1 1 0 0,0-1 0 0 0,1 1-1 0 0,-1 0 1 0 0,0-1-1 0 0,0 1 1 0 0,0-1 0 0 0,0 1-1 0 0,0-1 1 0 0,1 1-1 0 0,-1-1 1 0 0,0 1 0 0 0,1-1-1 0 0,-1 1 1 0 0,0-1-1 0 0,1 0 1 0 0,-1 1 0 0 0,0-1-1 0 0,1 1 1 0 0,-1-1-1 0 0,1 0 1 0 0,-1 1 0 0 0,0-1-1 0 0,1 0 1 0 0,-1 0-1 0 0,1 1 1 0 0,-1-1 0 0 0,1 0-1 0 0,0 0 1 0 0,-1 0-1 0 0,1 1 1 0 0,-1-1 0 0 0,1 0-1 0 0,-1 0 1 0 0,1 0-1 0 0,-1 0 1 0 0,2 0 0 0 0,-1-1 208 0 0,1 1 0 0 0,-1-1 1 0 0,0 1-1 0 0,1-1 1 0 0,-1 1-1 0 0,0-1 0 0 0,0 0 1 0 0,1 0-1 0 0,-1 0 0 0 0,0 0 1 0 0,0 0-1 0 0,0 0 1 0 0,0 0-1 0 0,0 0 0 0 0,1-2 1 0 0,5-6-1270 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9:08.2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1316 0 0,'0'0'8016'0'0,"6"9"-5631"0"0,6 3 9676 0 0,-4-7-9658 0 0,-7-5-2610 0 0,2 0-1810 0 0,-2-1 2062 0 0,0 1 0 0 0,0 0 0 0 0,0-1 0 0 0,0 1-1 0 0,0-1 1 0 0,0 0 0 0 0,0 1 0 0 0,0-1 0 0 0,0 0 0 0 0,0 0 0 0 0,-1 1-1 0 0,2-3 1 0 0,-11-5 1629 0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9:08.6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1 1460 0 0,'-8'5'16146'0'0,"11"-1"-12860"0"0,-2-2-3505 0 0,0 0 1169 0 0,10 31 4083 0 0,-10-27-5503 0 0,0-4 289 0 0,23 1-264 0 0,9-22 346 0 0,-24 12 852 0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9:08.8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50 895 0 0,'0'0'1964'0'0,"16"27"19584"0"0,-5-3-19752 0 0,-10-23-1858 0 0,-5-22-433 0 0,1 16 545 0 0,-1 0 1 0 0,1-1 0 0 0,-1 2 0 0 0,0-1-1 0 0,-1 0 1 0 0,1 1 0 0 0,-1 0 0 0 0,-8-6-1 0 0,-7-7 62 0 0,3 2-112 0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9:09.0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1 1556 0 0,'0'0'6527'0'0,"-15"10"9660"0"0,16 0-12882 0 0,7 7-6153 0 0,-7-14 3835 0 0,0 0-965 0 0,-1 1 1 0 0,1 0 0 0 0,-1 0 0 0 0,0-1-1 0 0,-1 1 1 0 0,1 0 0 0 0,0 0 0 0 0,-1-1-1 0 0,0 1 1 0 0,0 0 0 0 0,0-1-1 0 0,-1 1 1 0 0,1-1 0 0 0,-1 1 0 0 0,1-1-1 0 0,-1 0 1 0 0,0 0 0 0 0,-1 0-1 0 0,1 0 1 0 0,0 0 0 0 0,-5 4 0 0 0,-12 11-23 0 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9:09.6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0 1462 0 0,'-13'19'4590'0'0,"13"-2"1840"0"0,-1 4 4168 0 0,-3 3-7464 0 0,4-24-3134 0 0,0 0 0 0 0,0 0 0 0 0,0 1 0 0 0,0-1 0 0 0,0 0 0 0 0,0 0 0 0 0,0 0 0 0 0,0 1 0 0 0,0-1 0 0 0,0 0 0 0 0,0 0 0 0 0,0 0 0 0 0,0 0 0 0 0,0 1 0 0 0,0-1 0 0 0,0 0 0 0 0,0 0 0 0 0,0 0 0 0 0,-1 0 0 0 0,1 1 0 0 0,0-1 0 0 0,0 0 0 0 0,0 0 0 0 0,0 0 0 0 0,0 0 0 0 0,0 0 0 0 0,-1 0 0 0 0,1 0 0 0 0,0 1 0 0 0,0-1 0 0 0,0 0 0 0 0,0 0 0 0 0,-1 0 0 0 0,1 0 0 0 0,0 0 0 0 0,0 0 0 0 0,0 0 0 0 0,-1 0 0 0 0,1 0 0 0 0,0 0 0 0 0,0 0 0 0 0,-1 0 0 0 0,-6-7-1 0 0,-4-12-7 0 0,11 19 1 0 0,-1-1-37 0 0,-3-15-22 0 0,-6 22 192 0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9:14.6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206 405 1471 0 0,'49'-46'3805'0'0,"-23"17"2333"0"0,-2-1 0 0 0,26-42 0 0 0,-21 24-3614 0 0,-24 38-2524 0 0,-1 1 0 0 0,0-1 0 0 0,0 0 0 0 0,-1 0 0 0 0,0-1 0 0 0,0 1 0 0 0,-1 0 0 0 0,1-20 0 0 0,-3 28 0 0 0,0-1 0 0 0,0 0 0 0 0,0 1 0 0 0,0-1 0 0 0,-1 0 0 0 0,1 0 0 0 0,-1 1 0 0 0,1-1 0 0 0,-1 0 0 0 0,0 1 0 0 0,0-1 0 0 0,0 1 0 0 0,-1-1 0 0 0,1 1 0 0 0,0 0 0 0 0,-1-1 0 0 0,0 1 0 0 0,1 0 0 0 0,-1 0 0 0 0,0 0 0 0 0,0 0 0 0 0,0 0 0 0 0,0 1 0 0 0,-1-1 0 0 0,1 1 0 0 0,0-1 0 0 0,-1 1 0 0 0,1 0 0 0 0,-1 0 0 0 0,1 0 0 0 0,-1 0 0 0 0,1 0 0 0 0,-1 0 0 0 0,0 1 0 0 0,0 0 0 0 0,1-1 0 0 0,-1 1 0 0 0,-3 0 0 0 0,-16 1-114 0 0,1 1 1 0 0,0 0-1 0 0,0 1 1 0 0,0 2 0 0 0,0 0-1 0 0,0 1 1 0 0,1 1-1 0 0,0 1 1 0 0,1 1 0 0 0,0 1-1 0 0,0 0 1 0 0,1 2-1 0 0,-28 21 1 0 0,43-30-447 0 0,-1 0-1 0 0,1 0 1 0 0,0 0-1 0 0,0 0 1 0 0,0 1 0 0 0,1-1-1 0 0,-1 1 1 0 0,1 0-1 0 0,0 0 1 0 0,0 0 0 0 0,0 0-1 0 0,0 0 1 0 0,-1 7-1 0 0,2-9 530 0 0,1 1-1 0 0,0 0 0 0 0,0 0 0 0 0,0 0 1 0 0,0-1-1 0 0,0 1 0 0 0,1 0 1 0 0,-1 0-1 0 0,2 3 0 0 0,0-2 764 0 0,0 1 1 0 0,0-1-1 0 0,0 1 0 0 0,1-1 1 0 0,5 8-1 0 0,29 36 3577 0 0,7 9-5317 0 0,-29-37-1841 0 0,-1 2-1 0 0,15 29 1 0 0,0 22-1856 0 0,-20-40 4302 0 0,-2 0 1 0 0,-1 0 0 0 0,2 40 0 0 0,-3-57-333 0 0,-5-16 734 0 0,1 1 0 0 0,-1 0-1 0 0,0-1 1 0 0,1 1 0 0 0,-1 0 0 0 0,0-1-1 0 0,0 1 1 0 0,1 0 0 0 0,-1 0 0 0 0,0-1 0 0 0,0 1-1 0 0,0 0 1 0 0,0 0 0 0 0,0 0 0 0 0,0-1-1 0 0,0 1 1 0 0,0 0 0 0 0,-1 1 0 0 0,-1 7-1030 0 0,1-8-961 0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9:14.8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0 2552 0 0,'-9'15'1726'0'0,"-16"15"8914"0"0,20-24-7655 0 0,2-2-2589 0 0,-6 2 6249 0 0,8-5-5439 0 0,13 1-2471 0 0,-3-1 26 0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9:16.0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237 1 1148 0 0,'0'0'1415'0'0,"-19"-1"4153"0"0,14 3 9 0 0,6 7-5125 0 0,2-1 0 0 0,-1 0 0 0 0,1 0 0 0 0,1 0 0 0 0,0 0 0 0 0,0 0 0 0 0,0-1 0 0 0,1 0 0 0 0,7 9 0 0 0,60 64 6289 0 0,-39-46-5496 0 0,-27-26-1245 0 0,20 15-2 0 0,-25-22 2 0 0,0 0 0 0 0,0 0 1 0 0,0 0-1 0 0,-1 0 0 0 0,1 0 0 0 0,0 0 0 0 0,0 0 0 0 0,0 0 0 0 0,-1 0 0 0 0,1 1 0 0 0,-1-1 0 0 0,1 0 0 0 0,-1 1 0 0 0,1-1 0 0 0,-1 0 0 0 0,0 1 0 0 0,0-1 0 0 0,0 0 0 0 0,0 1 0 0 0,0-1 0 0 0,0 0 0 0 0,0 1 0 0 0,0-1 0 0 0,0 1 0 0 0,0-1 0 0 0,-1 0 0 0 0,1 1 0 0 0,-1-1 0 0 0,1 0 0 0 0,-1 0 0 0 0,1 1 0 0 0,-1-1 0 0 0,0 0 0 0 0,0 0 0 0 0,1 0 0 0 0,-1 0 0 0 0,0 0 0 0 0,0 0 1 0 0,0 0-1 0 0,0 0 0 0 0,-2 1 0 0 0,3-2 0 0 0,-27 27-2922 0 0,-1-2 1 0 0,-42 29 0 0 0,-26 22-2654 0 0,60-45 5614 0 0,17-15-103 0 0,1 0-1 0 0,1 1 0 0 0,-21 26 1 0 0,37-42-131 0 0,0 0 0 0 0,1 0 0 0 0,-1 0 1 0 0,0-1-1 0 0,0 1 0 0 0,1 0 1 0 0,-1 0-1 0 0,0-1 0 0 0,0 1 0 0 0,0 0 1 0 0,0-1-1 0 0,0 1 0 0 0,0-1 0 0 0,0 1 1 0 0,0-1-1 0 0,0 0 0 0 0,0 1 0 0 0,0-1 1 0 0,-3 0-1 0 0,-4-1 2761 0 0,-3-4-3446 0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9:16.5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667 3 1737 0 0,'-1'-2'1106'0'0,"-1"5"1497"0"0,-8 16 5205 0 0,-7 14 2419 0 0,6-16-7494 0 0,3-9-2733 0 0,-1 0 0 0 0,1 0 0 0 0,-1-1 0 0 0,-1 0 0 0 0,1-1 0 0 0,-1 0 0 0 0,-1 0 0 0 0,1-1 0 0 0,-1 0 0 0 0,-17 4 0 0 0,13-3 0 0 0,14-6 0 0 0,0 1 0 0 0,0-1 0 0 0,0 0 0 0 0,0 1 0 0 0,0-1 0 0 0,0 0 0 0 0,0 0 0 0 0,0 0 0 0 0,0 0 0 0 0,0 0 0 0 0,0 0 0 0 0,0 0 0 0 0,0-1 0 0 0,0 1 0 0 0,0 0 0 0 0,0 0 0 0 0,0-1 0 0 0,0 1 0 0 0,0-1 0 0 0,-1 0 0 0 0,0 0-50 0 0,0 0 0 0 0,0 0 1 0 0,1-1-1 0 0,-1 1 0 0 0,0-1 0 0 0,0 1 1 0 0,1-1-1 0 0,-1 1 0 0 0,1-1 1 0 0,-1 0-1 0 0,1 0 0 0 0,0 0 1 0 0,0 0-1 0 0,0 0 0 0 0,0 0 1 0 0,0 0-1 0 0,-1-4 0 0 0,-10-40-1654 0 0,11 43 1565 0 0,1 1-319 0 0,0-10-1085 0 0,1 3-5314 0 0,-1 27 6689 0 0,-2 1 0 0 0,0-1 0 0 0,-1 0 0 0 0,-1 0 0 0 0,-11 30 0 0 0,2-5-289 0 0,5-17 558 0 0,-1 0 0 0 0,-2-1 0 0 0,0 0 0 0 0,-2 0 0 0 0,-29 42 0 0 0,-96 103 341 0 0,8-11-1766 0 0,105-122-4785 0 0,33-40 4129 0 0,5-1 3869 0 0,-1-4-2276 0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9:16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 2426 0 0,'4'0'14487'0'0,"5"0"-8456"0"0,8 0-3215 0 0,-12 0-2805 0 0,1 1 0 0 0,-1-1-1 0 0,1 0 1 0 0,-1 0 0 0 0,1-1-1 0 0,-1 0 1 0 0,1 1 0 0 0,-1-2 0 0 0,1 1-1 0 0,-1-1 1 0 0,0 0 0 0 0,0 0-1 0 0,6-3 1 0 0,-3-1 293 0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9:17.0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 1192 0 0,'6'0'-23'0'0,"1"3"2956"0"0,-5 4 3728 0 0,1 9 8751 0 0,11-27-20070 0 0,-17 3 7963 0 0,-3-2-4371 0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9:17.5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535 111 1010 0 0,'-2'0'273'0'0,"0"-1"0"0"0,0 1 0 0 0,0 0 1 0 0,0-1-1 0 0,0 1 0 0 0,0 0 0 0 0,-1 0 0 0 0,1 1 0 0 0,0-1 0 0 0,0 0 0 0 0,0 1 1 0 0,-8 1 10766 0 0,0-1-3402 0 0,-21-3-3780 0 0,7-8-4411 0 0,23 9 496 0 0,-2-1 57 0 0,-1 1 0 0 0,1-1 0 0 0,0 0 0 0 0,-1 0 0 0 0,1 0 0 0 0,0 0 0 0 0,0 0 0 0 0,0-1 0 0 0,0 0 0 0 0,0 1 0 0 0,1-1 0 0 0,-1 0 0 0 0,1 0 0 0 0,0-1 0 0 0,0 1 0 0 0,-2-6 0 0 0,3 8-108 0 0,1-1 1 0 0,-1 1-1 0 0,1-1 1 0 0,0 1-1 0 0,-1-1 1 0 0,1 1-1 0 0,0-1 1 0 0,0 1-1 0 0,0-1 1 0 0,0 1-1 0 0,0-1 1 0 0,1 0-1 0 0,-1 1 1 0 0,0-1-1 0 0,1 1 1 0 0,0-3-1 0 0,1 2-278 0 0,-1 1-1 0 0,0-1 0 0 0,0 0 1 0 0,1 1-1 0 0,-1-1 0 0 0,1 1 1 0 0,-1-1-1 0 0,1 1 1 0 0,0 0-1 0 0,0 0 0 0 0,-1 0 1 0 0,1 0-1 0 0,0 0 1 0 0,0 0-1 0 0,0 0 0 0 0,0 1 1 0 0,4-2-1 0 0,-3 2-193 0 0,1-1 0 0 0,-1 1 0 0 0,1-1 0 0 0,-1 1 0 0 0,1 0-1 0 0,-1 0 1 0 0,1 1 0 0 0,-1-1 0 0 0,1 1 0 0 0,-1 0 0 0 0,5 1 0 0 0,-6-1 427 0 0,0 0 1 0 0,0 0-1 0 0,-1 0 0 0 0,1 0 1 0 0,0 0-1 0 0,0 0 1 0 0,-1 0-1 0 0,1 1 0 0 0,-1-1 1 0 0,1 1-1 0 0,2 2 0 0 0,-1 2 178 0 0,0 0-1 0 0,-1 0 1 0 0,0 0-1 0 0,0 1 0 0 0,0-1 1 0 0,-1 0-1 0 0,1 1 1 0 0,-1-1-1 0 0,-1 1 1 0 0,0-1-1 0 0,0 1 0 0 0,0-1 1 0 0,0 1-1 0 0,-1-1 1 0 0,0 1-1 0 0,-1-1 0 0 0,1 1 1 0 0,-4 6-1 0 0,0 4 164 0 0,-2 0 1 0 0,0-1-1 0 0,-1 0 0 0 0,-1 0 0 0 0,-15 21 0 0 0,10-19-43 0 0,-2 0-1 0 0,0-1 0 0 0,-1-1 0 0 0,0 0 0 0 0,-2-1 1 0 0,-39 24-1 0 0,32-24-411 0 0,-1-1 0 0 0,0-1 0 0 0,-2-2 0 0 0,-53 16 0 0 0,78-26-14 0 0,0-1 0 0 0,1 1 0 0 0,-1-1-1 0 0,0 1 1 0 0,0-1 0 0 0,1-1 0 0 0,-1 1-1 0 0,0 0 1 0 0,0-1 0 0 0,1 0 0 0 0,-1 1-1 0 0,-6-4 1 0 0,8 3 179 0 0,0 0-1 0 0,0 0 0 0 0,0 0 1 0 0,0 0-1 0 0,0-1 0 0 0,0 1 1 0 0,1-1-1 0 0,-1 1 0 0 0,0-1 0 0 0,1 0 1 0 0,-1 0-1 0 0,1 0 0 0 0,0 1 1 0 0,0-1-1 0 0,0 0 0 0 0,0 0 1 0 0,0-1-1 0 0,0 1 0 0 0,0 0 1 0 0,1 0-1 0 0,-2-3 0 0 0,2-12 102 0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9:17.7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594 0 1308 0 0,'-49'40'9606'0'0,"-19"16"3788"0"0,24-15-11519 0 0,-22 17-3500 0 0,28-27-2762 0 0,-1-2 0 0 0,-86 48 0 0 0,30-34 1540 0 0,59-33 117 0 0,34-10 2577 0 0,1 1 1 0 0,0-1-1 0 0,-1 0 1 0 0,1 0-1 0 0,0 0 1 0 0,0 0-1 0 0,-1 0 1 0 0,1 0-1 0 0,0-1 1 0 0,-1 1-1 0 0,1 0 1 0 0,0 0-1 0 0,0-1 1 0 0,-1 1-1 0 0,1-1 1 0 0,0 0-1 0 0,0 1 1 0 0,0-1-1 0 0,0 0 1 0 0,0 1-1 0 0,0-1 1 0 0,0 0 0 0 0,-2-2-1 0 0,0-9-1871 0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9:18.0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0 2778 0 0,'-2'13'22932'0'0,"-4"11"-23247"0"0,-1-17 540 0 0,-1 2-1962 0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9:19.1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932 352 1120 0 0,'3'-7'2547'0'0,"-1"1"0"0"0,1-1 0 0 0,-1 0 0 0 0,-1 0 0 0 0,1 0 0 0 0,0-10 0 0 0,7-30 4296 0 0,0 22-6750 0 0,1 1 0 0 0,1-1-1 0 0,1 2 1 0 0,20-30-1 0 0,-26 45-99 0 0,0 0 0 0 0,0 0-1 0 0,1 1 1 0 0,0 0-1 0 0,0 1 1 0 0,1-1 0 0 0,0 1-1 0 0,0 1 1 0 0,0-1-1 0 0,1 1 1 0 0,0 1-1 0 0,0 0 1 0 0,0 0 0 0 0,0 1-1 0 0,12-3 1 0 0,-19 5 13 0 0,1 1 1 0 0,-1-1 0 0 0,1 1 0 0 0,0 0-1 0 0,-1 0 1 0 0,1 0 0 0 0,-1 0 0 0 0,1 1-1 0 0,0-1 1 0 0,-1 1 0 0 0,1-1 0 0 0,-1 1-1 0 0,1 0 1 0 0,-1 0 0 0 0,0 0-1 0 0,1 0 1 0 0,-1 0 0 0 0,0 1 0 0 0,0-1-1 0 0,0 1 1 0 0,0 0 0 0 0,0-1 0 0 0,0 1-1 0 0,0 0 1 0 0,0 0 0 0 0,-1 0-1 0 0,1 0 1 0 0,-1 0 0 0 0,1 1 0 0 0,-1-1-1 0 0,0 0 1 0 0,0 1 0 0 0,0-1 0 0 0,0 1-1 0 0,0 3 1 0 0,1-1-135 0 0,-1 1-1 0 0,0 0 1 0 0,0-1 0 0 0,0 1-1 0 0,-1 0 1 0 0,0 0 0 0 0,0 0-1 0 0,0-1 1 0 0,-1 1-1 0 0,0 0 1 0 0,0-1 0 0 0,0 1-1 0 0,-1 0 1 0 0,0-1 0 0 0,-3 6-1 0 0,-2 1-783 0 0,-1-1 0 0 0,-1 0-1 0 0,0-1 1 0 0,0 0-1 0 0,-1-1 1 0 0,0 0-1 0 0,-1 0 1 0 0,0-1 0 0 0,0 0-1 0 0,-1-1 1 0 0,-18 9-1 0 0,14-9-79 0 0,-1 0-1 0 0,1-1 1 0 0,-1-1-1 0 0,-27 5 1 0 0,32-8 1183 0 0,-1-1 0 0 0,0 0 0 0 0,-20-2 0 0 0,28 1-186 0 0,1 0 1 0 0,-1-1-1 0 0,0 0 0 0 0,0 0 1 0 0,1 0-1 0 0,-1 0 0 0 0,1-1 1 0 0,-1 0-1 0 0,1 0 0 0 0,0 0 1 0 0,-1 0-1 0 0,1-1 0 0 0,0 1 1 0 0,0-1-1 0 0,1 0 0 0 0,-1-1 1 0 0,1 1-1 0 0,-1-1 0 0 0,1 1 1 0 0,0-1-1 0 0,-2-4 0 0 0,1 0 94 0 0,0-1-1 0 0,1 1 0 0 0,0-1 1 0 0,0 0-1 0 0,1 0 0 0 0,0 0 1 0 0,1 0-1 0 0,0 0 1 0 0,0 0-1 0 0,1-10 0 0 0,3-20 711 0 0,-3 37-784 0 0,2-16-2322 0 0,-2 13 2587 0 0,-1 18 2278 0 0,-5 20 5969 0 0,-8-2-3578 0 0,9-21-4492 0 0,-1-2 0 0 0,0 1 0 0 0,0-1-1 0 0,-13 14 1 0 0,10-14-829 0 0,1-1 1 0 0,-1 1-1 0 0,-1-2 0 0 0,1 1 1 0 0,-1-1-1 0 0,0 0 0 0 0,-1-1 0 0 0,1-1 1 0 0,-22 7-1 0 0,30-10 339 0 0,0 0 0 0 0,0-1 0 0 0,0 0 0 0 0,0 1 0 0 0,0-1 0 0 0,0 0 0 0 0,0 0 0 0 0,0 0 0 0 0,0 0 0 0 0,0 0 0 0 0,0-1 0 0 0,0 1 0 0 0,0-1 0 0 0,0 1 0 0 0,1-1 0 0 0,-1 0-1 0 0,0 0 1 0 0,0 1 0 0 0,0-1 0 0 0,1-1 0 0 0,-4-1 0 0 0,3 0 16 0 0,-1 1 0 0 0,1-1 0 0 0,0 0 0 0 0,1 0 0 0 0,-1 0 0 0 0,1 0 1 0 0,-1 0-1 0 0,1 0 0 0 0,0 0 0 0 0,0 0 0 0 0,0 0 0 0 0,0-4 0 0 0,-3-48-2062 0 0,6 8-4374 0 0,-1 43 5205 0 0,2-27-2216 0 0,3-14 3259 0 0,-5 44 164 0 0,-8 25 16287 0 0,4-17-16271 0 0,-1-1 1 0 0,0 1 0 0 0,0-1 0 0 0,-1 0 0 0 0,1 0 0 0 0,-2 0 0 0 0,1-1 0 0 0,0 0-1 0 0,-1 0 1 0 0,-11 7 0 0 0,0 0-113 0 0,-2-1 0 0 0,-29 13-1 0 0,-105 32-3908 0 0,-4-18-4649 0 0,136-35 7685 0 0,0 0-1 0 0,-22-1 1 0 0,40-2 60 0 0,-6-4-435 0 0,3-2 3062 0 0,36-1-4821 0 0,-13 4 1382 0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9:19.3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1 2158 0 0,'-10'12'778'0'0,"8"-9"-136"0"0,1-1-1 0 0,-1-1 1 0 0,1 1-1 0 0,-1 0 1 0 0,0 0-1 0 0,0 0 1 0 0,0-1 0 0 0,0 1-1 0 0,0-1 1 0 0,0 0-1 0 0,0 1 1 0 0,-5 1 2628 0 0,2-12 5765 0 0,-1 0-7636 0 0,-4 3-3563 0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9:19.9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127 204 2070 0 0,'-4'-3'698'0'0,"0"0"0"0"0,1 0 1 0 0,-1-1-1 0 0,1 1 0 0 0,0-1 0 0 0,0 1 0 0 0,0-1 0 0 0,0 0 0 0 0,1 0 1 0 0,-1 0-1 0 0,1-1 0 0 0,-2-5 0 0 0,1 3 1164 0 0,1 0-1 0 0,0 0 1 0 0,1-1-1 0 0,-1 1 1 0 0,1 0-1 0 0,1-1 1 0 0,-1-10-1 0 0,1 15-1854 0 0,0 0-1 0 0,0 0 1 0 0,1 0-1 0 0,-1-1 1 0 0,1 1-1 0 0,-1 0 1 0 0,1 0-1 0 0,0 0 1 0 0,0 0-1 0 0,0 0 1 0 0,1 0 0 0 0,-1 0-1 0 0,1 0 1 0 0,0 1-1 0 0,-1-1 1 0 0,1 1-1 0 0,1-1 1 0 0,-1 1-1 0 0,0-1 1 0 0,0 1-1 0 0,1 0 1 0 0,-1 0-1 0 0,1 0 1 0 0,0 1-1 0 0,-1-1 1 0 0,1 1 0 0 0,0-1-1 0 0,0 1 1 0 0,0 0-1 0 0,5-1 1 0 0,4 0-25 0 0,-1 1 1 0 0,0 0 0 0 0,1 1-1 0 0,-1 0 1 0 0,1 1 0 0 0,14 3-1 0 0,-13-2-29 0 0,82 14-5123 0 0,142 45 0 0 0,-169-42 991 0 0,122 47 4260 0 0,-188-65-29 0 0,-3 6 4639 0 0,-6 5-3963 0 0,-2-6-714 0 0,0-1 0 0 0,-1 1-1 0 0,0-2 1 0 0,0 1 0 0 0,0-1-1 0 0,0-1 1 0 0,-21 4 0 0 0,0 2 836 0 0,-201 70 1914 0 0,6 12-6319 0 0,209-83 3164 0 0,1 0 0 0 0,-1 1 0 0 0,2 1 0 0 0,-1 0 0 0 0,1 1 0 0 0,1 1 0 0 0,0 0-1 0 0,1 1 1 0 0,0 0 0 0 0,-14 20 0 0 0,19-22 427 0 0,1 1 0 0 0,0 0 1 0 0,1 1-1 0 0,0-1 0 0 0,1 1 0 0 0,1 0 1 0 0,0 1-1 0 0,0-1 0 0 0,2 1 0 0 0,-1 0 1 0 0,2-1-1 0 0,0 1 0 0 0,0 0 0 0 0,3 18 1 0 0,-1-19 46 0 0,1 1 0 0 0,0-1 1 0 0,1 1-1 0 0,0-1 0 0 0,2 0 0 0 0,-1 0 1 0 0,1 0-1 0 0,1-1 0 0 0,1 0 1 0 0,-1 0-1 0 0,15 18 0 0 0,-11-18 186 0 0,1 0 0 0 0,0-1 0 0 0,1 0-1 0 0,1-1 1 0 0,0 0 0 0 0,0-1 0 0 0,1 0-1 0 0,0-1 1 0 0,24 10 0 0 0,-5-6-511 0 0,2-1 1 0 0,0-2-1 0 0,0-1 1 0 0,0-2-1 0 0,1-1 0 0 0,0-2 1 0 0,0-2-1 0 0,0-1 1 0 0,57-7-1 0 0,9-8-606 0 0,0-5-1 0 0,103-33 0 0 0,-118 28-2250 0 0,-2-4-1 0 0,106-50 1 0 0,-141 51 164 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9:21.1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498 583 1229 0 0,'0'0'1747'0'0,"-14"5"1755"0"0,4-1 3909 0 0,-20 19 2423 0 0,7 8-5988 0 0,20-25-4030 0 0,0-1-1 0 0,1 1 0 0 0,-1 0 1 0 0,1 0-1 0 0,-1 9 1 0 0,2-10-465 0 0,0 0 0 0 0,1 0 0 0 0,0 0 1 0 0,0 0-1 0 0,0 1 0 0 0,0-1 0 0 0,1 0 0 0 0,0 0 1 0 0,0 0-1 0 0,0 0 0 0 0,3 7 0 0 0,-3-10 222 0 0,0-1 0 0 0,-1 0 0 0 0,1 1 0 0 0,0-1-1 0 0,0 0 1 0 0,-1 1 0 0 0,1-1 0 0 0,0 0 0 0 0,0 0 0 0 0,1 0-1 0 0,-1 0 1 0 0,0 0 0 0 0,0 0 0 0 0,0 0 0 0 0,1-1 0 0 0,-1 1-1 0 0,0 0 1 0 0,1-1 0 0 0,1 2 0 0 0,-1-2 267 0 0,1 1 0 0 0,-1-1 0 0 0,1 0 0 0 0,-1 0 0 0 0,1 0 0 0 0,-1 0 0 0 0,1 0 0 0 0,-1 0 0 0 0,1-1 1 0 0,3-1-1 0 0,0 0 229 0 0,0 0 0 0 0,-1 0 0 0 0,1-1 0 0 0,-1 0 0 0 0,0 0-1 0 0,0 0 1 0 0,0-1 0 0 0,6-5 0 0 0,-5 3-62 0 0,-1-1 0 0 0,0 0 0 0 0,0 0 0 0 0,-1 0 0 0 0,0-1 0 0 0,0 1 0 0 0,-1-1 0 0 0,0 0 0 0 0,0 0 0 0 0,-1 0 0 0 0,3-15 0 0 0,-4 19-6 0 0,-1 0 0 0 0,1 0 0 0 0,-1-1 0 0 0,0 1 1 0 0,0 0-1 0 0,0 0 0 0 0,0 0 0 0 0,-1 0 0 0 0,0-1 0 0 0,0 1 0 0 0,0 0 0 0 0,0 0 1 0 0,0 0-1 0 0,-1 0 0 0 0,0 1 0 0 0,0-1 0 0 0,0 0 0 0 0,0 1 0 0 0,-1-1 0 0 0,1 1 1 0 0,-1 0-1 0 0,0 0 0 0 0,0 0 0 0 0,0 0 0 0 0,-5-3 0 0 0,6 5 338 0 0,-1 0 0 0 0,0 0 0 0 0,0 0 0 0 0,0 0 0 0 0,0 1 0 0 0,1-1 0 0 0,-1 1 0 0 0,0 0 0 0 0,0 0 0 0 0,0 0 0 0 0,0 0 0 0 0,0 1 0 0 0,0-1 0 0 0,0 1 0 0 0,1 0 0 0 0,-1 0 0 0 0,0 0 0 0 0,0 0 0 0 0,1 0 0 0 0,-1 0 0 0 0,1 1 0 0 0,-1-1-1 0 0,-2 3 1 0 0,-10 7 442 0 0,1-1-1 0 0,-20 21 1 0 0,27-25-1475 0 0,-5 6-886 0 0,-16 14-316 0 0,0-1 0 0 0,-35 22-1 0 0,55-41 1982 0 0,-1-1 0 0 0,1 0 0 0 0,-1 0-1 0 0,0-1 1 0 0,0-1 0 0 0,0 1 0 0 0,0-1 0 0 0,-1-1-1 0 0,1 0 1 0 0,-1 0 0 0 0,1-1 0 0 0,-1 0 0 0 0,-15-1-1 0 0,23 0-45 0 0,-1-1 0 0 0,1 1 0 0 0,0-1 0 0 0,-1 0 0 0 0,1 1 0 0 0,0-1 0 0 0,-1 0 0 0 0,1 0 0 0 0,0-1 0 0 0,0 1 0 0 0,0 0 0 0 0,0-1 0 0 0,0 1 0 0 0,0-1 0 0 0,0 0 0 0 0,1 1 0 0 0,-1-1 0 0 0,-1-3 0 0 0,0 0 5 0 0,0 0 1 0 0,0 0-1 0 0,1 0 0 0 0,0-1 1 0 0,0 1-1 0 0,0-1 0 0 0,-1-9 1 0 0,0-4-103 0 0,2-1 1 0 0,0 1 0 0 0,3-34-1 0 0,5-37 243 0 0,1 11 176 0 0,-5-137 0 0 0,-21 47-269 0 0,17 167-381 0 0,-3-10 1795 0 0,0 7-5139 0 0,-13 32 10670 0 0,3 2-6318 0 0,13-26-863 0 0,-10 21-338 0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9:21.4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453 0 1408 0 0,'0'0'1687'0'0,"-3"13"3728"0"0,-1-4-3277 0 0,-1-1 0 0 0,1 1 1 0 0,-1-1-1 0 0,-1 0 0 0 0,-12 13 0 0 0,-1 5 1472 0 0,-4 5-3122 0 0,-1-2 0 0 0,-43 44 0 0 0,43-52-1002 0 0,0-1 0 0 0,-1-1 0 0 0,-43 24 0 0 0,63-40 355 0 0,-35 18-3893 0 0,36-19 3081 0 0,0-1 0 0 0,-1 1 0 0 0,1-1 0 0 0,-1 0 0 0 0,1 0 0 0 0,-1 0-1 0 0,1 0 1 0 0,-1-1 0 0 0,0 0 0 0 0,1 0 0 0 0,-1 0 0 0 0,-6-1 0 0 0,10 1 833 0 0,0-1 0 0 0,0 1-1 0 0,0 0 1 0 0,0-1 0 0 0,1 1-1 0 0,-1-1 1 0 0,0 1 0 0 0,0-1-1 0 0,0 1 1 0 0,1-1 0 0 0,-1 0-1 0 0,0 1 1 0 0,1-1 0 0 0,-1 0 0 0 0,1 1-1 0 0,-2-3 1 0 0,-6-23 770 0 0,6 10-912 0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9:21.9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789 72 1168 0 0,'0'0'1489'0'0,"-15"3"1266"0"0,4-1 3073 0 0,-1 1-2968 0 0,-15 2 7459 0 0,6-5-8524 0 0,8 0-1795 0 0,5-2 0 0 0,-4-5 0 0 0,9 6 0 0 0,1 0 0 0 0,0 0 0 0 0,1 0 0 0 0,-1-1 0 0 0,0 1 0 0 0,0 0 0 0 0,0-1 0 0 0,1 1 0 0 0,-1-1 0 0 0,1 0 0 0 0,-1 0 0 0 0,1 1 0 0 0,0-1 0 0 0,-2-2 0 0 0,3 3 0 0 0,0 0 0 0 0,0 0 0 0 0,-1 0 0 0 0,1 0 0 0 0,0 0 0 0 0,0 0 0 0 0,0 0 0 0 0,0 0 0 0 0,0 0 0 0 0,0 0 0 0 0,0 0 0 0 0,1 0 0 0 0,-1 0 0 0 0,0 0 0 0 0,0 0 0 0 0,1 0 0 0 0,-1 1 0 0 0,1-1 0 0 0,-1 0 0 0 0,2-1 0 0 0,0-1 0 0 0,1 0-1 0 0,-1 0 1 0 0,1 1-1 0 0,0-1 1 0 0,0 1-1 0 0,0 0 1 0 0,0 0-1 0 0,7-3 1 0 0,-9 4 0 0 0,1 0 0 0 0,0 1 0 0 0,-1-1 0 0 0,1 0 0 0 0,0 1-1 0 0,0-1 1 0 0,0 1 0 0 0,0 0 0 0 0,-1 0 0 0 0,1 0 0 0 0,0 0 0 0 0,0 0 0 0 0,0 0 0 0 0,0 0 0 0 0,0 0 0 0 0,0 1-1 0 0,-1-1 1 0 0,1 1 0 0 0,0 0 0 0 0,0-1 0 0 0,-1 1 0 0 0,4 2 0 0 0,-3-1 0 0 0,1 0 0 0 0,0 0 0 0 0,-1 1 0 0 0,1 0 1 0 0,-1-1-1 0 0,0 1 0 0 0,0 0 0 0 0,0 0 0 0 0,-1 0 0 0 0,1 1 0 0 0,1 4 1 0 0,0 0-1 0 0,0-1 0 0 0,-1 1 1 0 0,-1 0-1 0 0,1 1 0 0 0,-1-1 1 0 0,0 0-1 0 0,-1 0 1 0 0,0 0-1 0 0,0 0 0 0 0,-3 11 1 0 0,0-8-254 0 0,-1 0-1 0 0,-1 0 1 0 0,0-1 0 0 0,0 1 0 0 0,-1-2 0 0 0,-1 1 0 0 0,1 0 0 0 0,-2-1 0 0 0,1-1 0 0 0,-1 1 0 0 0,0-1-1 0 0,-1 0 1 0 0,-14 9 0 0 0,-9 5-1276 0 0,-2-1-1 0 0,-59 28 1 0 0,31-21-2491 0 0,-85 27 0 0 0,111-44 2854 0 0,0-2-1 0 0,-1-2 1 0 0,0-1 0 0 0,-39 2 0 0 0,41-9-730 0 0,5-4-412 0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9:22.3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339 11 1162 0 0,'0'-10'8431'0'0,"7"26"1368"0"0,2-4-8179 0 0,8 4 1129 0 0,30 21-1 0 0,56 25-5079 0 0,-66-40 603 0 0,-32-20 762 0 0,0 1-1 0 0,0 0 1 0 0,0 1-1 0 0,-1-1 1 0 0,1 1-1 0 0,-1 0 1 0 0,0 0 0 0 0,0 1-1 0 0,0-1 1 0 0,-1 1-1 0 0,1 0 1 0 0,3 6-1 0 0,-7-9 890 0 0,1 0 1 0 0,-1 0-1 0 0,0 0 0 0 0,1-1 0 0 0,-1 1 1 0 0,0 0-1 0 0,0 0 0 0 0,0 0 0 0 0,-1-1 1 0 0,1 1-1 0 0,0 0 0 0 0,0 0 1 0 0,-1 0-1 0 0,0-1 0 0 0,1 1 0 0 0,-1 0 1 0 0,0-1-1 0 0,1 1 0 0 0,-1 0 0 0 0,-2 2 1 0 0,-24 29 1030 0 0,8-17-809 0 0,0 0-1 0 0,0-1 1 0 0,-2-1-1 0 0,0-1 0 0 0,0 0 1 0 0,-37 14-1 0 0,-144 45-870 0 0,199-71 712 0 0,-14 4-610 0 0,-1 0 1 0 0,1-1-1 0 0,-24 2 0 0 0,34-6 228 0 0,-1 0-1 0 0,1 0 0 0 0,0 0 1 0 0,-1-1-1 0 0,1 0 1 0 0,0 0-1 0 0,0 0 0 0 0,0-1 1 0 0,0 0-1 0 0,-11-6 0 0 0,1-4-703 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9:22.9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870 95 1648 0 0,'0'0'4042'0'0,"4"7"-173"0"0,2 5 9491 0 0,-4-4-12692 0 0,0-1 0 0 0,-1 0-1 0 0,0 1 1 0 0,0-1 0 0 0,0 13-1 0 0,-2-5-809 0 0,0 0 0 0 0,-1 0-1 0 0,0-1 1 0 0,-5 15 0 0 0,6-23 130 0 0,-1 0 0 0 0,-1 0 0 0 0,1-1 0 0 0,-1 1 0 0 0,0-1 0 0 0,0 0 0 0 0,0 0 0 0 0,-1 0 0 0 0,0 0 0 0 0,0-1 0 0 0,0 0 0 0 0,0 1 0 0 0,-1-2 0 0 0,0 1 0 0 0,-5 3 0 0 0,2-2-35 0 0,0-1 1 0 0,-1 0-1 0 0,1-1 1 0 0,0 0 0 0 0,-1-1-1 0 0,0 1 1 0 0,0-1 0 0 0,0-1-1 0 0,-13 1 1 0 0,7-2-36 0 0,1 0 0 0 0,0-1 0 0 0,-1 0 0 0 0,1-2 0 0 0,0 1 0 0 0,0-2 0 0 0,0 0 0 0 0,0 0 0 0 0,1-1 0 0 0,-1-1 0 0 0,1-1 0 0 0,-21-13 0 0 0,25 13-677 0 0,0-1 0 0 0,0 0-1 0 0,1-1 1 0 0,0 0-1 0 0,0 0 1 0 0,1-1 0 0 0,0 0-1 0 0,1 0 1 0 0,0-1-1 0 0,1 1 1 0 0,0-1-1 0 0,1-1 1 0 0,0 1 0 0 0,-4-18-1 0 0,6 17 696 0 0,0 0 0 0 0,0 0 0 0 0,2-1 0 0 0,-1 1 0 0 0,2 0 0 0 0,0-1 0 0 0,0 1 0 0 0,5-20 0 0 0,-6 31 63 0 0,1 0 75 0 0,-1 1 14 0 0,1 0 1 0 0,-1 0-1 0 0,0-1 0 0 0,1 1 0 0 0,-1 0 0 0 0,0 0 0 0 0,1-1 0 0 0,-1 1 1 0 0,0 0-1 0 0,1-1 0 0 0,-1 1 0 0 0,0-1 0 0 0,0 1 0 0 0,0 0 0 0 0,1-1 1 0 0,-1 1-1 0 0,0-1 0 0 0,0 1 0 0 0,0 0 0 0 0,0-1 0 0 0,0 1 0 0 0,0-1 0 0 0,1 1 1 0 0,-2-2-1 0 0,4-3 3809 0 0,2 13-989 0 0,-1-1-2438 0 0,-1 1 0 0 0,-1 0 0 0 0,1 0 0 0 0,-1 1 0 0 0,0-1 0 0 0,-1 0 0 0 0,0 1 0 0 0,0 10 0 0 0,-2-8-437 0 0,0 0 0 0 0,0 0 0 0 0,-1 0 0 0 0,0 0 0 0 0,-7 18 0 0 0,1-11-544 0 0,0 0 0 0 0,-1 0-1 0 0,-1-1 1 0 0,-1 0 0 0 0,-1-1-1 0 0,-21 25 1 0 0,-6-2-2576 0 0,-1-2 0 0 0,-63 44 0 0 0,-21 19 118 0 0,119-95 2590 0 0,0 0 1 0 0,0 0-1 0 0,1 1 0 0 0,0-1 0 0 0,-5 9 0 0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9:23.1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 2063 0 0,'0'0'6847'0'0,"8"17"6580"0"0,-3-13-9111 0 0,6 0-6132 0 0,-9-4 2831 0 0,-1 0-1522 0 0,24-2 850 0 0,-19 1-326 0 0,1-1 0 0 0,-1 0 0 0 0,1-1 0 0 0,-1 1-1 0 0,0-1 1 0 0,6-4 0 0 0,-1 0-1180 0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9:23.3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7 1398 0 0,'-17'5'12526'0'0,"22"-5"-5389"0"0,8-2-3760 0 0,-11 0-3428 0 0,-7-2 917 0 0,-3 0-2129 0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9:23.9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690 122 1179 0 0,'-24'4'5488'0'0,"-7"34"-1859"0"0,-11 27 7484 0 0,9-14-6308 0 0,17-27-4806 0 0,1 1 0 0 0,-21 44 0 0 0,31-58 1 0 0,1 0 0 0 0,1 0 0 0 0,-1 1-1 0 0,2-1 1 0 0,0 1 0 0 0,0 0 0 0 0,1-1-1 0 0,0 1 1 0 0,2 17 0 0 0,0-21-1 0 0,1 1-1 0 0,1-1 1 0 0,-1 0 0 0 0,1 0 0 0 0,1-1-1 0 0,7 14 1 0 0,30 43-10 0 0,-38-60 11 0 0,-2-3 0 0 0,0 1 0 0 0,0-1 0 0 0,0 1 1 0 0,-1-1-1 0 0,1 1 0 0 0,0-1 0 0 0,-1 1 0 0 0,1 0 0 0 0,-1-1 0 0 0,0 1 1 0 0,0-1-1 0 0,1 1 0 0 0,-1 0 0 0 0,0-1 0 0 0,0 1 0 0 0,0 0 1 0 0,-1 0-1 0 0,1-1 0 0 0,0 1 0 0 0,-1 2 0 0 0,-1-1 1 0 0,1 1 0 0 0,-1-1 0 0 0,0 0 0 0 0,0 0-1 0 0,0-1 1 0 0,0 1 0 0 0,0 0 0 0 0,-1-1 0 0 0,-3 4 0 0 0,-2 1 1 0 0,0-1 0 0 0,0-1 0 0 0,-1 0 0 0 0,0 0 0 0 0,-17 7 1 0 0,8-7-358 0 0,-1-1 0 0 0,1-1 0 0 0,-1 0 0 0 0,0-2 0 0 0,0 0 0 0 0,0-1 0 0 0,0-1 0 0 0,0 0 0 0 0,0-2 0 0 0,1 0 0 0 0,-1-1 0 0 0,1-1 0 0 0,0-1 0 0 0,-24-10 0 0 0,32 11-194 0 0,-1 0 0 0 0,1-1-1 0 0,0-1 1 0 0,1 0 0 0 0,-1 0 0 0 0,1 0-1 0 0,1-1 1 0 0,0-1 0 0 0,0 1 0 0 0,0-1-1 0 0,1-1 1 0 0,-9-14 0 0 0,12 15 524 0 0,0 0 1 0 0,0-1-1 0 0,0 1 1 0 0,2-1-1 0 0,-1 1 1 0 0,1-1-1 0 0,0 0 1 0 0,1 0-1 0 0,0 0 1 0 0,1 0-1 0 0,0 0 1 0 0,1 0-1 0 0,0 0 1 0 0,4-18-1 0 0,3 0-107 0 0,1 0 0 0 0,1 2 0 0 0,2-1 0 0 0,0 1 0 0 0,2 1-1 0 0,26-38 1 0 0,-6 17-1188 0 0,3 1 0 0 0,52-51 0 0 0,-19 29-5266 0 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9:24.5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532 260 1381 0 0,'-5'-23'6328'0'0,"2"14"-4249"0"0,2 0 0 0 0,-1-1 0 0 0,1 1 1 0 0,1-1-1 0 0,0 1 0 0 0,0 0 0 0 0,2-16 0 0 0,1 13-1739 0 0,-2 0-1 0 0,1 0 1 0 0,-2-1 0 0 0,0 1-1 0 0,-2-19 1 0 0,2 29-346 0 0,0-1 0 0 0,-1 1 0 0 0,1-1 0 0 0,-1 0 0 0 0,0 1 0 0 0,0 0 0 0 0,0-1 0 0 0,0 1 0 0 0,-1-1 0 0 0,1 1 0 0 0,0 0 0 0 0,-1 0 0 0 0,0 0 0 0 0,1 0 0 0 0,-1 0 0 0 0,0 0 0 0 0,0 0 0 0 0,0 1 0 0 0,0-1 0 0 0,-1 1 0 0 0,1-1 0 0 0,0 1 0 0 0,-1 0 0 0 0,1 0 0 0 0,0 0 0 0 0,-1 0 0 0 0,0 0 0 0 0,1 1 0 0 0,-1-1 0 0 0,1 1 0 0 0,-1 0 0 0 0,-3-1 0 0 0,-9 2-417 0 0,0-1 1 0 0,0 2-1 0 0,-1 0 1 0 0,1 1-1 0 0,1 0 1 0 0,-1 1-1 0 0,-19 9 1 0 0,-99 49-5182 0 0,117-54 5000 0 0,-17 8-1345 0 0,17-10 1423 0 0,0 2 0 0 0,1 0 0 0 0,1 0 0 0 0,-1 1 0 0 0,1 1 0 0 0,1 0 0 0 0,-14 14 0 0 0,26-23 547 0 0,-1 1 0 0 0,1 0 0 0 0,0 0 0 0 0,0-1 0 0 0,0 1-1 0 0,0 0 1 0 0,0 0 0 0 0,0 0 0 0 0,0 0 0 0 0,1 0 0 0 0,-1 0 0 0 0,1 1 0 0 0,-1-1-1 0 0,1 0 1 0 0,0 0 0 0 0,0 0 0 0 0,0 0 0 0 0,0 0 0 0 0,1 3 0 0 0,0-1 18 0 0,0 0 0 0 0,0-1 0 0 0,0 1 0 0 0,1-1 0 0 0,0 0 0 0 0,0 1 0 0 0,0-1 0 0 0,0 0 0 0 0,0 0 0 0 0,4 3 0 0 0,6 6 112 0 0,0-1 0 0 0,1 0 0 0 0,28 17 0 0 0,-38-26-138 0 0,93 53 189 0 0,13 7-76 0 0,-95-53-82 0 0,-1 1 1 0 0,0 1-1 0 0,-1 0 0 0 0,0 0 1 0 0,14 18-1 0 0,-23-25-38 0 0,0 1 0 0 0,0-1 0 0 0,0 1-1 0 0,-1 0 1 0 0,0-1 0 0 0,0 1 0 0 0,0 0 0 0 0,0 0 0 0 0,-1 0-1 0 0,0 1 1 0 0,0-1 0 0 0,0 0 0 0 0,-1 0 0 0 0,0 1 0 0 0,0-1-1 0 0,0 0 1 0 0,-1 6 0 0 0,-3 7-504 0 0,0-1 0 0 0,-2 0 0 0 0,-12 30-1 0 0,10-27-1806 0 0,-12 40 0 0 0,7 15-2074 0 0,8-57 2766 0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9:24.6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0 1148 0 0,'0'0'7680'0'0,"-13"16"8507"0"0,13 19-17336 0 0,2-24 3497 0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9:25.9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0 1320 0 0,'0'0'4873'0'0,"5"13"-972"0"0,-3-8-2930 0 0,1 0-1 0 0,0 0 1 0 0,0 0-1 0 0,1-1 1 0 0,-1 0-1 0 0,1 1 0 0 0,0-1 1 0 0,0-1-1 0 0,7 6 1 0 0,44 29 5252 0 0,-47-33-6031 0 0,31 17-192 0 0,69 29-1 0 0,-68-33-1 0 0,-38-17-5 0 0,6 5 17 0 0,-7-6-10 0 0,0 1 0 0 0,-1 0 0 0 0,1-1 0 0 0,0 1 0 0 0,-1 0 0 0 0,1 0 0 0 0,-1-1 0 0 0,0 1 0 0 0,1 0 0 0 0,-1 0 0 0 0,0 0 0 0 0,1 0 0 0 0,-1 0 0 0 0,0 0 0 0 0,0 0 0 0 0,0-1 0 0 0,1 1 0 0 0,-1 0 0 0 0,0 0 0 0 0,0 0 0 0 0,-1 0 0 0 0,1 0 0 0 0,0 0 0 0 0,0 0 0 0 0,0 0 0 0 0,-1 0 0 0 0,1 0 0 0 0,0-1 0 0 0,-1 1 0 0 0,1 0 0 0 0,-1 0 0 0 0,1 0 0 0 0,-1-1 0 0 0,0 2 0 0 0,0 0 0 0 0,-2 4 0 0 0,-1 0 1 0 0,1 0-1 0 0,-1 0 1 0 0,0 0-1 0 0,-1-1 1 0 0,1 1 0 0 0,-1-1-1 0 0,0-1 1 0 0,-9 8-1 0 0,-60 35-4 0 0,23-15-25 0 0,9-1-528 0 0,-50 46-6407 0 0,62-45 8051 0 0,16-18-2462 0 0,6-6 3544 0 0,7-6-2384 0 0,-3 2-1364 0 0,-9 8 6064 0 0,2-9-2243 0 0,0-2-3544 0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9:26.5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932 18 1678 0 0,'-9'-18'18241'0'0,"-2"27"-14939"0"0,0 6-2721 0 0,0 1 1 0 0,-13 27 0 0 0,-17 23 666 0 0,33-55-1248 0 0,0 0 0 0 0,-1-1 0 0 0,-1 0 0 0 0,0 0 0 0 0,0-1 0 0 0,-20 13 0 0 0,26-20 0 0 0,1 0 0 0 0,-1 0 0 0 0,1-1 0 0 0,-1 1 0 0 0,0-1 0 0 0,0 0 0 0 0,1 0 0 0 0,-1 0 0 0 0,0 0 0 0 0,0-1 0 0 0,0 0 0 0 0,0 1 0 0 0,0-1 0 0 0,0-1 0 0 0,0 1 0 0 0,0-1 0 0 0,0 1 0 0 0,0-1 0 0 0,1 0 0 0 0,-1-1 0 0 0,0 1 0 0 0,1-1 0 0 0,-1 1 0 0 0,0-1 0 0 0,1 0 0 0 0,0-1 0 0 0,-5-2 0 0 0,2 0 0 0 0,0 1-1 0 0,1 0 1 0 0,0 0 0 0 0,0 0 0 0 0,1 0 0 0 0,-1-1 0 0 0,1 1-1 0 0,0-1 1 0 0,0-1 0 0 0,0 1 0 0 0,1 0 0 0 0,0-1-1 0 0,0 0 1 0 0,0 1 0 0 0,1-1 0 0 0,0 0 0 0 0,0 0 0 0 0,1-1-1 0 0,-1 1 1 0 0,1 0 0 0 0,0-1 0 0 0,1-8 0 0 0,0 13-19 0 0,1 17 36 0 0,-2-2-245 0 0,0 0-1 0 0,-1 1 1 0 0,-1-1 0 0 0,0 0-1 0 0,0 0 1 0 0,-8 17 0 0 0,4-9-526 0 0,-6 14-774 0 0,-1-1-1 0 0,-2 0 1 0 0,-1-2 0 0 0,-2 0-1 0 0,-26 34 1 0 0,-125 140-947 0 0,157-192 2716 0 0,-38 43-944 0 0,4-6-2155 0 0,-43 62 1 0 0,60-73-1227 0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9:26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40 1821 0 0,'9'2'20746'0'0,"5"-2"-18021"0"0,-11-2-2656 0 0,1 1 0 0 0,-1-1 0 0 0,1 0 0 0 0,-1-1 0 0 0,0 1 0 0 0,0-1 0 0 0,4-3 0 0 0,6-5 301 0 0,2 2-370 0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9:26.9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6 1289 0 0,'0'0'4171'0'0,"-5"1"-2124"0"0,-16 0 9563 0 0,11-9-4513 0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9:27.5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502 168 1131 0 0,'0'0'3888'0'0,"-11"-4"22"0"0,-10-5 7973 0 0,4-1-6180 0 0,14 8-5722 0 0,0 0 1 0 0,1 0-1 0 0,-1 0 1 0 0,0-1 0 0 0,1 1-1 0 0,-1-1 1 0 0,1 0-1 0 0,0 1 1 0 0,0-1 0 0 0,0 0-1 0 0,0 0 1 0 0,1 0 0 0 0,-1-1-1 0 0,1 1 1 0 0,0 0-1 0 0,-2-6 1 0 0,3 5 17 0 0,0 1-1 0 0,0-1 1 0 0,0 1-1 0 0,0-1 1 0 0,1 1 0 0 0,-1-1-1 0 0,1 1 1 0 0,0-1 0 0 0,0 1-1 0 0,0 0 1 0 0,0-1 0 0 0,1 1-1 0 0,0 0 1 0 0,-1 0-1 0 0,1 0 1 0 0,0 0 0 0 0,0 0-1 0 0,1 0 1 0 0,-1 1 0 0 0,1-1-1 0 0,-1 1 1 0 0,1-1-1 0 0,0 1 1 0 0,0 0 0 0 0,0 0-1 0 0,0 1 1 0 0,0-1 0 0 0,0 0-1 0 0,0 1 1 0 0,1 0 0 0 0,-1 0-1 0 0,0 0 1 0 0,7-1-1 0 0,-8 1 4 0 0,1 1-1 0 0,-1-1 1 0 0,0 1-1 0 0,1 0 1 0 0,-1 0-1 0 0,1 0 1 0 0,-1 0-1 0 0,1 0 0 0 0,-1 1 1 0 0,1-1-1 0 0,-1 1 1 0 0,1-1-1 0 0,-1 1 1 0 0,0 0-1 0 0,0 0 1 0 0,1 0-1 0 0,-1 0 1 0 0,0 0-1 0 0,3 3 0 0 0,-2-1 3 0 0,-1-1 0 0 0,1 1 0 0 0,-1 0 0 0 0,1 0 0 0 0,-1 0 1 0 0,0 1-1 0 0,-1-1 0 0 0,1 0 0 0 0,0 1 0 0 0,-1-1 0 0 0,2 7 0 0 0,0 2-215 0 0,-1 0 0 0 0,-1 0 0 0 0,1 0 0 0 0,-2 1 0 0 0,0-1 0 0 0,0 0 0 0 0,-3 14 1 0 0,0-14-522 0 0,0 0 0 0 0,-1 0 0 0 0,0 0 0 0 0,-1-1 0 0 0,0 1 0 0 0,-1-1 0 0 0,0-1 0 0 0,-1 1 0 0 0,0-1 0 0 0,-1 0 0 0 0,0 0 0 0 0,0-1 0 0 0,-1 0 0 0 0,0-1 0 0 0,-20 15 0 0 0,3-5-1265 0 0,-46 26 0 0 0,-28 6 2512 0 0,86-44-779 0 0,-18 10-652 0 0,-43 13 0 0 0,66-26 371 0 0,0 0 1 0 0,0-1 0 0 0,0 0 0 0 0,-1 0 0 0 0,1-1 0 0 0,-1-1 0 0 0,1 0 0 0 0,0 0 0 0 0,-19-3 0 0 0,11-1-1269 0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9:27.7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731 0 1419 0 0,'0'0'522'0'0,"-18"10"6373"0"0,7 8-5127 0 0,-1 0-1 0 0,0-2 1 0 0,-1 1 0 0 0,-29 27-1 0 0,-26 16 5004 0 0,23-24-5002 0 0,-60 43-5793 0 0,-4-4 0 0 0,-138 70 1 0 0,201-126 3409 0 0,44-34-964 0 0,4-8 5281 0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9:28.0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 0 2861 0 0,'-42'19'3890'0'0,"13"-3"2340"0"0,-6 4 5657 0 0,34-19-10772 0 0,-18 14-1694 0 0,10-8 1168 0 0,3-1-477 0 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9:28.8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500 234 1053 0 0,'-27'1'1861'0'0,"12"0"2304"0"0,13-1-3056 0 0,-12-3 2352 0 0,5-1 5664 0 0,7 3-9020 0 0,1-1 0 0 0,-1 0 0 0 0,1 1 0 0 0,0-1 1 0 0,0 0-1 0 0,0 0 0 0 0,0 0 0 0 0,0 0 1 0 0,1 0-1 0 0,-1 0 0 0 0,0 0 0 0 0,1 0 0 0 0,0-1 1 0 0,-1 1-1 0 0,1 0 0 0 0,0 0 0 0 0,0 0 1 0 0,0 0-1 0 0,0-1 0 0 0,1 1 0 0 0,-1 0 0 0 0,1 0 1 0 0,-1 0-1 0 0,2-4 0 0 0,1-1 448 0 0,0 0 1 0 0,1 1-1 0 0,0-1 0 0 0,8-10 1 0 0,-10 14-511 0 0,8-9-43 0 0,0 1 0 0 0,0 1 0 0 0,1 0 0 0 0,0 0 0 0 0,1 1 0 0 0,0 1 0 0 0,0 0 0 0 0,1 0 0 0 0,0 1 0 0 0,1 1 0 0 0,-1 0 0 0 0,1 1 0 0 0,0 1 0 0 0,1 0 0 0 0,-1 1 0 0 0,0 0 0 0 0,1 1 0 0 0,0 1 0 0 0,25 1 0 0 0,-35 0-51 0 0,-1 1 0 0 0,1-1 1 0 0,-1 1-1 0 0,1 0 1 0 0,-1 1-1 0 0,1-1 1 0 0,-1 1-1 0 0,0 0 0 0 0,0 0 1 0 0,0 1-1 0 0,0-1 1 0 0,0 1-1 0 0,0 0 1 0 0,0-1-1 0 0,5 7 0 0 0,-8-6 6 0 0,1-1-1 0 0,-1 0 0 0 0,0 0 0 0 0,0 1 1 0 0,0-1-1 0 0,0 1 0 0 0,0-1 0 0 0,0 0 0 0 0,-1 1 1 0 0,1 0-1 0 0,-1-1 0 0 0,0 1 0 0 0,0-1 1 0 0,0 1-1 0 0,0-1 0 0 0,0 1 0 0 0,0 0 1 0 0,-1-1-1 0 0,1 1 0 0 0,-1-1 0 0 0,0 1 0 0 0,0-1 1 0 0,0 1-1 0 0,0-1 0 0 0,0 0 0 0 0,0 0 1 0 0,-1 1-1 0 0,1-1 0 0 0,-1 0 0 0 0,-1 2 1 0 0,-7 7 181 0 0,0 0 0 0 0,-1 0 0 0 0,0-1 1 0 0,-1-1-1 0 0,0 0 0 0 0,0 0 1 0 0,-1-1-1 0 0,0-1 0 0 0,0 0 0 0 0,-20 7 1 0 0,-21 5-2117 0 0,-73 17 0 0 0,118-34 1711 0 0,1 0-174 0 0,-170 37-6662 0 0,150-34 6560 0 0,0-2 0 0 0,0-1 1 0 0,0-2-1 0 0,-40-3 0 0 0,63 3 567 0 0,0-1 0 0 0,0 0 0 0 0,0 0 0 0 0,0-1 1 0 0,0 1-1 0 0,0-1 0 0 0,1 0 0 0 0,-1 0 0 0 0,1 0 0 0 0,-1-1 1 0 0,1 0-1 0 0,-7-6 0 0 0,8 6-8 0 0,0 0 1 0 0,1 0-1 0 0,0 0 0 0 0,-1 0 1 0 0,1-1-1 0 0,1 1 0 0 0,-1-1 1 0 0,0 0-1 0 0,1 1 1 0 0,0-1-1 0 0,0 0 0 0 0,0 0 1 0 0,0 0-1 0 0,0 0 0 0 0,1 0 1 0 0,0-4-1 0 0,1-18-528 0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9:29.1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15 1331 0 0,'-13'-15'23513'0'0,"10"28"-23335"0"0,1 1 0 0 0,0-1 1 0 0,1 0-1 0 0,0 1 0 0 0,1-1 0 0 0,3 27 1 0 0,-1 0-57 0 0,-21 274-9297 0 0,5-159 4509 0 0,13-150 3812 0 0,1 1 1 0 0,0 0 0 0 0,0-1-1 0 0,0 1 1 0 0,1 0-1 0 0,1 7 1 0 0,3-3-313 0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9:29.4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3 1490 0 0,'3'-3'14477'0'0,"-4"21"-2526"0"0,1-8-13863 0 0,0-9 1908 0 0,0 0 0 0 0,0-1 1 0 0,0 1-1 0 0,0 0 0 0 0,-1-1 1 0 0,1 1-1 0 0,0 0 0 0 0,-1-1 0 0 0,1 1 1 0 0,0 0-1 0 0,-1-1 0 0 0,1 1 0 0 0,-1-1 1 0 0,1 1-1 0 0,-1-1 0 0 0,1 1 1 0 0,-1-1-1 0 0,-1 2 0 0 0,1-1 75 0 0,-9 9 137 0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9:30.5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1549 496 538 0 0,'0'0'1052'0'0,"-3"-5"72"0"0,-11-16 15032 0 0,8 18-15489 0 0,0 1 1 0 0,-1 0 0 0 0,1 0-1 0 0,0 0 1 0 0,-1 0 0 0 0,1 1-1 0 0,-1 0 1 0 0,1 1-1 0 0,-1 0 1 0 0,-9 0 0 0 0,-44 6-2439 0 0,44-3 64 0 0,1 0 0 0 0,0 1-1 0 0,-26 10 1 0 0,34-11 1155 0 0,0 0 1 0 0,0 1 0 0 0,0 0-1 0 0,0 0 1 0 0,1 1 0 0 0,-1 0 0 0 0,1 0-1 0 0,1 0 1 0 0,-1 1 0 0 0,1-1-1 0 0,0 2 1 0 0,0-1 0 0 0,0 0-1 0 0,1 1 1 0 0,0 0 0 0 0,-5 11-1 0 0,-4 14 426 0 0,-13 32 1059 0 0,-22 82 1 0 0,47-145 680 0 0,-18-15-1075 0 0,17 5-504 0 0,0 1 0 0 0,1 0 0 0 0,0-1-1 0 0,0 1 1 0 0,1-1 0 0 0,0 1 0 0 0,0 0 0 0 0,4-16-1 0 0,-2-2 12 0 0,0-63 38 0 0,21-123 0 0 0,-15 162-131 0 0,4 0 0 0 0,1 1 1 0 0,37-90-1 0 0,-39 118 26 0 0,0 0-1 0 0,27-36 1 0 0,-38 57 24 0 0,1-1 1 0 0,0 0-1 0 0,-1 0 1 0 0,1 1-1 0 0,0-1 1 0 0,0 1-1 0 0,-1-1 1 0 0,1 1-1 0 0,0-1 1 0 0,0 1-1 0 0,0-1 1 0 0,0 1-1 0 0,0 0 1 0 0,0-1-1 0 0,0 1 1 0 0,0 0-1 0 0,0 0 1 0 0,0 0-1 0 0,0-1 1 0 0,0 1-1 0 0,0 0 1 0 0,0 1-1 0 0,0-1 1 0 0,0 0-1 0 0,-1 0 1 0 0,1 0-1 0 0,0 0 1 0 0,0 1-1 0 0,0-1 0 0 0,0 1 1 0 0,0-1-1 0 0,0 0 1 0 0,0 1-1 0 0,0 0 1 0 0,-1-1-1 0 0,1 1 1 0 0,1 0-1 0 0,1 2 48 0 0,0-1-1 0 0,0 1 1 0 0,0 0-1 0 0,-1-1 1 0 0,1 1-1 0 0,-1 0 1 0 0,4 6-1 0 0,0 3 314 0 0,-2-1-1 0 0,1 1 1 0 0,-1-1-1 0 0,-1 1 1 0 0,0 1-1 0 0,-1-1 1 0 0,0 0-1 0 0,-1 0 1 0 0,-1 1-1 0 0,0-1 1 0 0,-2 20-1 0 0,0-19-350 0 0,0 0 0 0 0,-1 0-1 0 0,0 0 1 0 0,-1 0 0 0 0,-1-1 0 0 0,0 1 0 0 0,0-1-1 0 0,-2-1 1 0 0,1 1 0 0 0,-1-1 0 0 0,-1 0-1 0 0,0 0 1 0 0,-1-1 0 0 0,0 0 0 0 0,0-1-1 0 0,-21 16 1 0 0,6-9-1557 0 0,-1 0 1 0 0,-43 18-1 0 0,41-23 1179 0 0,0-1 0 0 0,-51 11-1 0 0,59-17 416 0 0,-1 0 0 0 0,0-2-1 0 0,-1 0 1 0 0,1-2-1 0 0,0 0 1 0 0,0-1-1 0 0,0-1 1 0 0,0-1 0 0 0,0 0-1 0 0,0-2 1 0 0,-26-9-1 0 0,38 10 100 0 0,1 0-1 0 0,-1 0 0 0 0,1-1 1 0 0,0 0-1 0 0,-9-8 1 0 0,15 12 33 0 0,0 0 47 0 0,0 1 1 0 0,1 0-1 0 0,-1 0 0 0 0,0 0 0 0 0,0-1 0 0 0,1 1 0 0 0,-1 0 0 0 0,0-1 0 0 0,1 1 0 0 0,-1-1 0 0 0,1 1 0 0 0,-1 0 0 0 0,0-1 0 0 0,1 0 0 0 0,-1 1 0 0 0,1-1 0 0 0,-1 1 0 0 0,1-1 0 0 0,-1 0 0 0 0,-2-1 2464 0 0,3 14 1349 0 0,-1 5-3918 0 0,-1-1 1 0 0,0 0 0 0 0,-1 0-1 0 0,-1 0 1 0 0,-1-1-1 0 0,0 1 1 0 0,-9 19 0 0 0,2-11-1129 0 0,0 0 0 0 0,-2-1 0 0 0,-26 35 1 0 0,7-19-1167 0 0,-2-2 1 0 0,-1-1 0 0 0,-69 52 0 0 0,44-44-1536 0 0,-123 66 0 0 0,124-84 372 0 0,45-22 995 0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9:31.3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398 57 675 0 0,'0'0'1132'0'0,"-14"-5"1806"0"0,5 0 5179 0 0,5-1-6589 0 0,-13-21 9529 0 0,17 25-10301 0 0,-9-10-769 0 0,19 12 16 0 0,0 1-48 0 0,-5 25 98 0 0,-6-21-158 0 0,1-1 1 0 0,-1 0 0 0 0,0 1-1 0 0,0-1 1 0 0,0 0-1 0 0,0 0 1 0 0,-1 0-1 0 0,0 0 1 0 0,0 0-1 0 0,0 0 1 0 0,0 0-1 0 0,-5 6 1 0 0,-2 1-1154 0 0,0-1 1 0 0,-18 17-1 0 0,-9 3-2612 0 0,-1-1 1 0 0,-2-1-1 0 0,0-3 0 0 0,-65 31 0 0 0,58-34 2154 0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9:32.3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422 682 897 0 0,'-8'4'16847'0'0,"-2"2"-11919"0"0,5 2-4537 0 0,1 1 0 0 0,1-1 0 0 0,0 1 1 0 0,0-1-1 0 0,0 1 0 0 0,1 0 0 0 0,1 0 0 0 0,-1 0 0 0 0,1 15 0 0 0,1-19-454 0 0,0 0-1 0 0,1-1 1 0 0,0 1-1 0 0,0-1 1 0 0,0 1-1 0 0,0 0 1 0 0,1-1-1 0 0,0 0 0 0 0,0 1 1 0 0,0-1-1 0 0,0 0 1 0 0,1 0-1 0 0,0 0 1 0 0,-1 0-1 0 0,1-1 1 0 0,1 1-1 0 0,6 5 0 0 0,-8-8-192 0 0,-1 0 1 0 0,1 0-1 0 0,0 0 0 0 0,0 0 0 0 0,0-1 0 0 0,0 1 0 0 0,-1 0 0 0 0,1-1 0 0 0,0 0 0 0 0,0 1 0 0 0,0-1 0 0 0,0 0 0 0 0,0 0 0 0 0,0 0 0 0 0,0 0 0 0 0,0-1 0 0 0,0 1 1 0 0,0-1-1 0 0,0 1 0 0 0,0-1 0 0 0,0 1 0 0 0,0-1 0 0 0,0 0 0 0 0,0 0 0 0 0,-1 0 0 0 0,4-2 0 0 0,4-3-1586 0 0,0 0 1 0 0,-1-1-1 0 0,11-10 0 0 0,-16 14 1682 0 0,2-3-400 0 0,1 0-1 0 0,-1 0 0 0 0,0-1 1 0 0,0 0-1 0 0,0 0 0 0 0,-1 0 1 0 0,4-12-1 0 0,-3 8 556 0 0,-1 1 0 0 0,-1-2 0 0 0,0 1 0 0 0,-1 0 0 0 0,0-1 0 0 0,-1 1 0 0 0,0-1 0 0 0,-1 1 0 0 0,0-1 0 0 0,0 1 0 0 0,-2-1 0 0 0,1 1 0 0 0,-6-18 0 0 0,6 25 4 0 0,0 0-1 0 0,0 1 1 0 0,-1-1-1 0 0,1 1 0 0 0,-1-1 1 0 0,0 1-1 0 0,0 0 1 0 0,0 0-1 0 0,0 0 1 0 0,-1 0-1 0 0,1 0 0 0 0,-1 0 1 0 0,0 0-1 0 0,0 1 1 0 0,0 0-1 0 0,0-1 1 0 0,-4-1-1 0 0,5 3 5 0 0,-1 1 1 0 0,1-1-1 0 0,0 1 1 0 0,-1 0-1 0 0,1 0 1 0 0,-1 0-1 0 0,1 0 1 0 0,0 0-1 0 0,-1 0 1 0 0,1 1-1 0 0,0-1 1 0 0,-1 1-1 0 0,1 0 0 0 0,0-1 1 0 0,-1 1-1 0 0,1 0 1 0 0,0 0-1 0 0,0 1 1 0 0,0-1-1 0 0,0 0 1 0 0,0 1-1 0 0,0-1 1 0 0,1 1-1 0 0,-1 0 1 0 0,0-1-1 0 0,-2 5 1 0 0,-19 21 236 0 0,2 1 1 0 0,-25 42 0 0 0,29-43 343 0 0,0 0 0 0 0,-2-1 1 0 0,-35 37-1 0 0,49-58-388 0 0,0 0 0 0 0,-1-1 0 0 0,1 1 0 0 0,-1-1 0 0 0,0 0 0 0 0,0-1-1 0 0,0 1 1 0 0,-11 4 0 0 0,14-7 48 0 0,0-1 0 0 0,-1 1-1 0 0,1-1 1 0 0,0 0 0 0 0,0 0 0 0 0,0 0-1 0 0,0 0 1 0 0,0-1 0 0 0,-1 1 0 0 0,1-1-1 0 0,0 1 1 0 0,0-1 0 0 0,0 0-1 0 0,0-1 1 0 0,1 1 0 0 0,-1 0 0 0 0,0-1-1 0 0,0 1 1 0 0,1-1 0 0 0,-1 0 0 0 0,1 0-1 0 0,-5-4 1 0 0,-6-7 397 0 0,0 0-1 0 0,0 0 1 0 0,-19-30 0 0 0,22 29-1428 0 0,2-1 1 0 0,0 0 0 0 0,1-1-1 0 0,1 1 1 0 0,0-1 0 0 0,1-1-1 0 0,0 1 1 0 0,-2-20 0 0 0,5 16 1063 0 0,0-37 0 0 0,40-395 68 0 0,-35 426-244 0 0,6-11-70 0 0,-4 24-1525 0 0,-4 22 699 0 0,-4 19 11503 0 0,-7 17-8156 0 0,1-15-4375 0 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9:32.7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503 1 1505 0 0,'-5'3'11144'0'0,"-9"7"-6950"0"0,-3 7-1905 0 0,1 1-1 0 0,-18 25 1 0 0,-3 4 216 0 0,-40 35-7370 0 0,-3-4 1 0 0,-122 92 0 0 0,200-169 4365 0 0,-16 4 5338 0 0,17-13-4493 0 0,3-3-1416 0 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9:33.1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761 223 1009 0 0,'-2'2'428'0'0,"-1"-1"0"0"0,0 1 0 0 0,1-1 0 0 0,-1 0 0 0 0,0 1 0 0 0,0-1 0 0 0,0-1 1 0 0,-5 2-1 0 0,4-1 466 0 0,1-1 0 0 0,0 0 0 0 0,0 0 0 0 0,-1 0 0 0 0,1-1 0 0 0,0 1 0 0 0,0-1 0 0 0,-1 0 0 0 0,1 0 0 0 0,0 0 0 0 0,0 0 0 0 0,0 0 1 0 0,0 0-1 0 0,0-1 0 0 0,0 0 0 0 0,1 0 0 0 0,-1 0 0 0 0,0 0 0 0 0,1 0 0 0 0,-5-5 0 0 0,-8-18 1683 0 0,13 21-2806 0 0,1-1 1 0 0,0 1-1 0 0,0-1 1 0 0,0 0-1 0 0,0 0 0 0 0,1 1 1 0 0,-1-10-1 0 0,2 8-403 0 0,0 1-1 0 0,0-1 0 0 0,0 1 0 0 0,0 0 0 0 0,1 0 0 0 0,0-1 0 0 0,0 1 0 0 0,0 0 0 0 0,1 1 1 0 0,3-7-1 0 0,-1 4-362 0 0,0 1 0 0 0,1-1 1 0 0,-1 1-1 0 0,1 1 0 0 0,0-1 0 0 0,10-6 1 0 0,23-9-837 0 0,-38 20 2014 0 0,1 0 0 0 0,-1 1 0 0 0,1-1 0 0 0,-1 1 0 0 0,1-1 0 0 0,-1 1-1 0 0,1 0 1 0 0,0 0 0 0 0,-1-1 0 0 0,1 1 0 0 0,0 0 0 0 0,-1 0 0 0 0,1 1 0 0 0,0-1 0 0 0,-1 0 0 0 0,1 0 0 0 0,-1 1 0 0 0,1-1 0 0 0,0 1 0 0 0,-1 0-1 0 0,1-1 1 0 0,-1 1 0 0 0,0 0 0 0 0,1 0 0 0 0,-1 0 0 0 0,1 0 0 0 0,-1 0 0 0 0,0 0 0 0 0,0 0 0 0 0,0 0 0 0 0,0 1 0 0 0,0-1 0 0 0,0 0-1 0 0,0 1 1 0 0,0-1 0 0 0,0 1 0 0 0,-1-1 0 0 0,2 3 0 0 0,0 1 407 0 0,-1 0 0 0 0,1 0 0 0 0,-1 0 0 0 0,0 1-1 0 0,0-1 1 0 0,0 1 0 0 0,-1-1 0 0 0,0 0 0 0 0,-1 9 0 0 0,-2 1-670 0 0,-1-1 1 0 0,0 0-1 0 0,-1 0 1 0 0,0-1 0 0 0,-2 1-1 0 0,1-1 1 0 0,-2 0 0 0 0,1-1-1 0 0,-16 19 1 0 0,-6 4-2368 0 0,-60 55 1 0 0,53-59 609 0 0,-2-2-1 0 0,0-1 1 0 0,-54 29-1 0 0,-136 51-891 0 0,205-99 1884 0 0,0-1 1 0 0,-1-2 0 0 0,0 0 0 0 0,-40 4-1 0 0,33-9-825 0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9:33.6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305 1 1138 0 0,'-3'28'3750'0'0,"5"-24"-3062"0"0,1 1-1 0 0,-1 0 1 0 0,1-1-1 0 0,0 1 1 0 0,0-1-1 0 0,1 0 1 0 0,-1 0-1 0 0,1 0 1 0 0,0-1-1 0 0,0 0 1 0 0,0 1 0 0 0,0-1-1 0 0,1 0 1 0 0,-1-1-1 0 0,9 4 1 0 0,43 14 7248 0 0,-18-10-5575 0 0,-34-9-2333 0 0,43 9-27 0 0,54 4 0 0 0,-17-4-22 0 0,-82-9 20 0 0,-18 21 21 0 0,-2-11-339 0 0,0 0 1 0 0,-1 0 0 0 0,-36 13 0 0 0,17-7-212 0 0,-46 22-2971 0 0,-128 58-6967 0 0,71-43 8481 0 0,136-52 1793 0 0,0-1 0 0 0,0 1 0 0 0,0-1 0 0 0,0 0 0 0 0,0 0 0 0 0,0-1 0 0 0,0 0 0 0 0,0 0 0 0 0,-8 0 0 0 0,11-1 131 0 0,0 1 1 0 0,0-1-1 0 0,1 0 0 0 0,-1 1 0 0 0,0-1 1 0 0,0 0-1 0 0,0 0 0 0 0,1 0 0 0 0,-1-1 0 0 0,0 1 1 0 0,1 0-1 0 0,-1-1 0 0 0,1 1 0 0 0,0-1 0 0 0,-1 1 1 0 0,1-1-1 0 0,0 1 0 0 0,0-1 0 0 0,0 0 1 0 0,0 0-1 0 0,0 0 0 0 0,0 0 0 0 0,1 1 0 0 0,-1-4 1 0 0,-3-5-659 0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9:34.3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629 0 1440 0 0,'0'3'6447'0'0,"2"13"9657"0"0,-1-10-13881 0 0,5 19-2223 0 0,-1-1 0 0 0,-2 1 0 0 0,0 0 0 0 0,-2-1 0 0 0,-1 1 0 0 0,-3 27 0 0 0,2-45-230 0 0,-1 1 1 0 0,0-1 0 0 0,0 0 0 0 0,-1 0-1 0 0,0-1 1 0 0,-1 1 0 0 0,-6 10 0 0 0,5-9-470 0 0,-1 0 1 0 0,-1-1 0 0 0,1 0-1 0 0,-1 0 1 0 0,-1 0 0 0 0,1-1-1 0 0,-1 0 1 0 0,0-1 0 0 0,-14 8-1 0 0,17-10 263 0 0,0 0-1 0 0,-1-1 1 0 0,0 0 0 0 0,1 0-1 0 0,-1-1 1 0 0,0 1 0 0 0,0-1-1 0 0,1-1 1 0 0,-1 1-1 0 0,0-1 1 0 0,0 0 0 0 0,0 0-1 0 0,0 0 1 0 0,0-1-1 0 0,-10-3 1 0 0,11 3 295 0 0,0-1 0 0 0,1-1 0 0 0,-1 1 0 0 0,1 0 1 0 0,-1-1-1 0 0,1 0 0 0 0,0 0 0 0 0,0-1 0 0 0,0 1 0 0 0,1-1 0 0 0,-1 0 0 0 0,-5-7 0 0 0,-3-8 153 0 0,0-1 0 0 0,1 0-1 0 0,1-1 1 0 0,1-1 0 0 0,-6-21 0 0 0,-25-113 57 0 0,39 133 40 0 0,1 23 104 0 0,1 0 0 0 0,-1 0 0 0 0,0 0-1 0 0,0-1 1 0 0,0 1 0 0 0,1 0 0 0 0,-1 0 0 0 0,0 0 0 0 0,0 0-1 0 0,1 0 1 0 0,-1 0 0 0 0,0 0 0 0 0,0-1 0 0 0,0 1 0 0 0,1 0 0 0 0,-1 0-1 0 0,0 0 1 0 0,0 0 0 0 0,1 0 0 0 0,-1 0 0 0 0,0 0 0 0 0,1 0-1 0 0,-1 0 1 0 0,0 0 0 0 0,0 0 0 0 0,0 1 0 0 0,1-1 0 0 0,-1 0-1 0 0,0 0 1 0 0,0 0 0 0 0,1 0 0 0 0,-1 0 0 0 0,0 0 0 0 0,0 1 0 0 0,0-1-1 0 0,1 0 1 0 0,-1 0 0 0 0,0 0 0 0 0,0 0 0 0 0,1 1 0 0 0,13 17 9434 0 0,-7-3-10647 0 0,-5-7 960 0 0,0 0 0 0 0,0 1 0 0 0,-1-1 0 0 0,0 1-1 0 0,-1-1 1 0 0,0 1 0 0 0,0-1 0 0 0,-1 0 0 0 0,0 1 0 0 0,-1-1-1 0 0,0 1 1 0 0,0-1 0 0 0,0 0 0 0 0,-1 0 0 0 0,0 0 0 0 0,-1-1-1 0 0,0 1 1 0 0,0-1 0 0 0,-1 1 0 0 0,1-1 0 0 0,-7 6 0 0 0,-12 11-1880 0 0,0 0 1 0 0,-2-2-1 0 0,0-1 1 0 0,-33 21-1 0 0,-11 10-6303 0 0,66-50 7939 0 0,1 1-1 0 0,-1-1 1 0 0,1 1-1 0 0,-1-1 1 0 0,1 1-1 0 0,0 0 1 0 0,0 0-1 0 0,0 0 1 0 0,1 0-1 0 0,-1 0 1 0 0,1 0-1 0 0,-1 1 1 0 0,1-1 0 0 0,0 0-1 0 0,0 1 1 0 0,0-1-1 0 0,1 1 1 0 0,0-1-1 0 0,-1 7 1 0 0,1 5 420 0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9:34.6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15 1166 0 0,'-3'-4'10752'0'0,"-4"-6"-3205"0"0,24 24-2247 0 0,8-5-3625 0 0,-19-9-1755 0 0,1 0 1 0 0,-1 0 0 0 0,0-1 0 0 0,0 0-1 0 0,0 0 1 0 0,8-2 0 0 0,-4 0-892 0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9:34.8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1 1163 0 0,'0'0'2903'0'0,"-4"11"5644"0"0,-2 12 5054 0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9:35.9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895 1 601 0 0,'0'0'3385'0'0,"-8"4"723"0"0,-10 5 11374 0 0,14-7-12844 0 0,-49 30-2638 0 0,1 2 0 0 0,2 2 0 0 0,-67 63 0 0 0,115-97-1 0 0,0 0 1 0 0,0-1 0 0 0,0 1-1 0 0,0 0 1 0 0,0 1 0 0 0,0-1 0 0 0,0 0-1 0 0,1 0 1 0 0,-1 1 0 0 0,1-1-1 0 0,0 1 1 0 0,0 0 0 0 0,0-1 0 0 0,0 1-1 0 0,0 0 1 0 0,0-1 0 0 0,1 1 0 0 0,-1 0-1 0 0,1 0 1 0 0,0 0 0 0 0,0 0-1 0 0,0-1 1 0 0,0 1 0 0 0,0 0 0 0 0,1 0-1 0 0,-1 0 1 0 0,1-1 0 0 0,0 1-1 0 0,0 0 1 0 0,0-1 0 0 0,0 1 0 0 0,0 0-1 0 0,1-1 1 0 0,-1 0 0 0 0,1 1-1 0 0,-1-1 1 0 0,1 0 0 0 0,0 0 0 0 0,2 3-1 0 0,4 3 0 0 0,2 3-33 0 0,0 0 0 0 0,-1 1 0 0 0,0 0 0 0 0,11 21 0 0 0,-18-29 13 0 0,0-1-1 0 0,-1 1 1 0 0,0 0-1 0 0,1 0 1 0 0,-1-1 0 0 0,-1 1-1 0 0,1 0 1 0 0,-1 0 0 0 0,1 0-1 0 0,-1 0 1 0 0,0 0 0 0 0,0 0-1 0 0,-1 0 1 0 0,1 0 0 0 0,-1 0-1 0 0,0 0 1 0 0,0-1 0 0 0,0 1-1 0 0,-1 0 1 0 0,1 0 0 0 0,-1-1-1 0 0,-4 7 1 0 0,-3 2-816 0 0,0-1 0 0 0,-1-1 0 0 0,-1 1 1 0 0,1-2-1 0 0,-2 1 0 0 0,1-1 0 0 0,-1-1 0 0 0,-1 0 0 0 0,0-1 1 0 0,0-1-1 0 0,0 0 0 0 0,0 0 0 0 0,-24 6 0 0 0,7-4-724 0 0,-58 9 0 0 0,-24-9 2725 0 0,106-8-1143 0 0,-27 0 94 0 0,-36-4 1 0 0,60 3-91 0 0,1 0 0 0 0,-1-1 1 0 0,1 0-1 0 0,0 0 0 0 0,0-1 1 0 0,0 0-1 0 0,0-1 0 0 0,0 1 1 0 0,-12-9-1 0 0,18 10-25 0 0,-1 0 1 0 0,1-1-1 0 0,0 1 0 0 0,0 0 0 0 0,0-1 0 0 0,0 1 1 0 0,0-1-1 0 0,0 0 0 0 0,0 1 0 0 0,1-1 1 0 0,0 0-1 0 0,-1 0 0 0 0,1 0 0 0 0,0 0 1 0 0,1 0-1 0 0,-2-5 0 0 0,2 1 68 0 0,-1 1 0 0 0,1 0 1 0 0,1-1-1 0 0,-1 1 0 0 0,1 0 0 0 0,0-1 1 0 0,4-11-1 0 0,4-4-101 0 0,0 1 1 0 0,1-1 0 0 0,19-28-1 0 0,-26 45-112 0 0,106-160-2413 0 0,-33 57-2615 0 0,-65 93 3922 0 0,-6 7-393 0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9:36.7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313 266 865 0 0,'14'-24'6411'0'0,"0"-42"7744"0"0,-12 54-13129 0 0,-2 1-1 0 0,1 0 1 0 0,-1 0-1 0 0,-2-13 0 0 0,1 19-1195 0 0,0-1 0 0 0,0 1 0 0 0,-1-1 0 0 0,1 1 0 0 0,-1 0 0 0 0,0-1 0 0 0,-1 1 0 0 0,0 0 0 0 0,-3-6 0 0 0,3 8-316 0 0,0-1-1 0 0,0 1 0 0 0,-1 0 1 0 0,1 0-1 0 0,-1 0 0 0 0,1 0 1 0 0,-1 0-1 0 0,0 1 0 0 0,0 0 1 0 0,0 0-1 0 0,0 0 0 0 0,-8-3 1 0 0,2 3-1007 0 0,0-1-1 0 0,0 2 1 0 0,1-1 0 0 0,-1 1-1 0 0,-10 1 1 0 0,8 0 1082 0 0,1 1 1 0 0,-1 0-1 0 0,1 1 0 0 0,-16 4 0 0 0,19-4 529 0 0,1 1-1 0 0,0-1 1 0 0,-1 2 0 0 0,1-1-1 0 0,0 1 1 0 0,0 0-1 0 0,1 0 1 0 0,-1 0 0 0 0,1 1-1 0 0,0 0 1 0 0,0 1-1 0 0,1-1 1 0 0,0 1 0 0 0,0 0-1 0 0,0 0 1 0 0,-4 8-1 0 0,7-9-56 0 0,0 0 0 0 0,0-1-1 0 0,1 1 1 0 0,0 0-1 0 0,0 0 1 0 0,0 0-1 0 0,0 0 1 0 0,1 0 0 0 0,0 0-1 0 0,0 0 1 0 0,0 1-1 0 0,1-1 1 0 0,0 0-1 0 0,0 0 1 0 0,0 0 0 0 0,0-1-1 0 0,4 9 1 0 0,4 7 2027 0 0,1 1 1 0 0,21 32-1 0 0,-13-24 2007 0 0,12 20-4459 0 0,21 22-6243 0 0,-5-8 1524 0 0,-18-20 5743 0 0,-26-39-682 0 0,0-1 0 0 0,-1 1 0 0 0,1-1 0 0 0,-1 1 0 0 0,0-1 0 0 0,0 1 1 0 0,0 0-1 0 0,1 6 0 0 0,-2-5 567 0 0,0 0 0 0 0,-1-1 1 0 0,1 1-1 0 0,-1 0 0 0 0,0 0 1 0 0,0-1-1 0 0,0 1 0 0 0,-1-1 1 0 0,1 1-1 0 0,-4 5 0 0 0,-5 6 1891 0 0,0 0 0 0 0,-1-1-1 0 0,-24 25 1 0 0,14-15-3666 0 0,3-2-3800 0 0,12-14 1809 0 0,0 0 1 0 0,0 0-1 0 0,1 1 0 0 0,-7 18 1 0 0,8-13 471 0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9:36.9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0 1889 0 0,'0'0'598'0'0,"-22"4"3189"0"0,16-2 2196 0 0,2 6-6296 0 0,-6 13 12574 0 0,8-13-10307 0 0,1-6-2255 0 0,8 8 371 0 0,-7-9-145 0 0,0-1-1 0 0,0 0 1 0 0,1 1 0 0 0,-1-1-1 0 0,0 0 1 0 0,0 1-1 0 0,0-1 1 0 0,0 0-1 0 0,1 1 1 0 0,-1-1-1 0 0,0 0 1 0 0,0 0-1 0 0,1 1 1 0 0,-1-1 0 0 0,0 0-1 0 0,1 0 1 0 0,-1 1-1 0 0,0-1 1 0 0,1 0-1 0 0,-1 0 1 0 0,0 0-1 0 0,1 0 1 0 0,-1 0-1 0 0,0 0 1 0 0,1 1 0 0 0,-1-1-1 0 0,0 0 1 0 0,1 0-1 0 0,-1 0 1 0 0,1 0-1 0 0,-1 0 1 0 0,0 0-1 0 0,1 0 1 0 0,-1-1-1 0 0,0 1 1 0 0,1 0 0 0 0,-1 0-1 0 0,0 0 1 0 0,1 0-1 0 0,-1 0 1 0 0,0 0-1 0 0,1-1 1 0 0,-1 1-1 0 0,0 0 1 0 0,1 0 0 0 0,-1-1-1 0 0,0 1 1 0 0,0 0-1 0 0,1 0 1 0 0,-1-1-1 0 0,0 1 1 0 0,1-1-1 0 0,11-5 4361 0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0:05.8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155 1 1040 0 0,'-8'5'21628'0'0,"8"-4"-21444"0"0,0 0 1 0 0,0-1 0 0 0,-1 1-1 0 0,1 0 1 0 0,0 0 0 0 0,0 0-1 0 0,0-1 1 0 0,0 1 0 0 0,0 0-1 0 0,0 0 1 0 0,0 0 0 0 0,0 0 0 0 0,0-1-1 0 0,0 1 1 0 0,0 0 0 0 0,1 0-1 0 0,-1-1 1 0 0,0 1 0 0 0,1 0-1 0 0,-1 0 1 0 0,0-1 0 0 0,1 1-1 0 0,0 0 1 0 0,6 12-1071 0 0,0 15 681 0 0,-2 1 1 0 0,-1 0 0 0 0,-1-1-1 0 0,-2 41 1 0 0,3 25-442 0 0,3 130-10832 0 0,-11-74 8557 0 0,2-43 5578 0 0,-11 121-2009 0 0,17-194 4284 0 0,-1-18 1629 0 0,-3-14-5309 0 0,13-37-1235 0 0,41-113-7422 0 0,-39 100 3209 0 0,30-64 0 0 0,-45 110 4199 0 0,5-19 137 0 0,-11 34 10026 0 0,-3 7-4710 0 0,-4 13-5425 0 0,-49 142-64 0 0,49-129-1188 0 0,8-18-3287 0 0,5-25 3856 0 0,-3 6-4972 0 0,-3-1 4516 0 0,-21-27 10242 0 0,4-8-4929 0 0,-16-41-4478 0 0,1 2-1368 0 0,23 47-376 0 0,-18-22-9382 0 0,31 40 11392 0 0,-11-9 5293 0 0,22 14-3073 0 0,0 0 0 0 0,0 0 0 0 0,17 3 0 0 0,36 3-158 0 0,61-6-9143 0 0,-105-4 5488 0 0,-4 0-2049 0 0,6 0 2307 0 0,5 1-242 0 0,-22-1 1306 0 0,-2 0 474 0 0,6 6 557 0 0,4-4 9278 0 0,-19 5-13160 0 0,4-3 3498 0 0,-18 13 5904 0 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9:10.8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316 595 991 0 0,'-1'1'13639'0'0,"-5"9"-5511"0"0,4-7-7669 0 0,1 0 0 0 0,-1 0 0 0 0,1 0 0 0 0,0 0 0 0 0,0 0 0 0 0,0 0 0 0 0,0 1 0 0 0,0 5 0 0 0,2 28-1098 0 0,0-36 603 0 0,-1 3 36 0 0,0 1 0 0 0,0-1 0 0 0,1 0 0 0 0,0 0 0 0 0,0 1 0 0 0,0-1 0 0 0,1 0 0 0 0,-1 0 0 0 0,1 0 0 0 0,0 0 0 0 0,0-1 0 0 0,0 1 0 0 0,0-1 0 0 0,1 1 0 0 0,0-1 0 0 0,-1 0 0 0 0,1 1 0 0 0,0-1 0 0 0,1-1 0 0 0,-1 1 0 0 0,7 4 0 0 0,-9-6 0 0 0,1-1 0 0 0,-1 1 0 0 0,1 0 0 0 0,-1 0 0 0 0,1-1 0 0 0,0 1 0 0 0,-1-1 0 0 0,1 1 0 0 0,0-1 0 0 0,-1 0 0 0 0,1 0 0 0 0,0 1 0 0 0,-1-1 0 0 0,1 0 0 0 0,0-1 0 0 0,0 1 0 0 0,-1 0 0 0 0,1 0 0 0 0,0-1 0 0 0,-1 1 0 0 0,4-2 0 0 0,-2 1 0 0 0,1 0-154 0 0,-1 0 1 0 0,1 0-1 0 0,-1-1 1 0 0,0 1-1 0 0,1-1 1 0 0,-1 1-1 0 0,0-1 1 0 0,0 0-1 0 0,0-1 1 0 0,0 1-1 0 0,4-5 1 0 0,-4 4-260 0 0,-1 0 1 0 0,0 0-1 0 0,-1 0 0 0 0,1 0 1 0 0,-1-1-1 0 0,1 1 1 0 0,-1 0-1 0 0,0-1 0 0 0,0 1 1 0 0,0-1-1 0 0,-1 1 1 0 0,1-1-1 0 0,-1 0 1 0 0,0 1-1 0 0,0-1 0 0 0,0-4 1 0 0,-1-1-758 0 0,-1-1 0 0 0,0 1 1 0 0,0 0-1 0 0,-1 0 0 0 0,-6-14 0 0 0,-11-16-679 0 0,14 29 1853 0 0,0 1 0 0 0,0 0 0 0 0,-1 0 0 0 0,0 1 1 0 0,0 0-1 0 0,-1 0 0 0 0,0 1 0 0 0,-1 0 0 0 0,-9-7 0 0 0,16 13-26 0 0,-26 2 229 0 0,15 9-47 0 0,1 0 0 0 0,0 1-1 0 0,1 0 1 0 0,0 1 0 0 0,1 1 0 0 0,1-1-1 0 0,-9 16 1 0 0,6-10 315 0 0,-1 0 0 0 0,0-1 1 0 0,-23 21-1 0 0,15-24 212 0 0,18-14-229 0 0,1 1-1 0 0,-1 0 1 0 0,1 0 0 0 0,-1-1-1 0 0,1 0 1 0 0,-1 1-1 0 0,1-1 1 0 0,-1 0-1 0 0,1 0 1 0 0,-1 0-1 0 0,1-1 1 0 0,-1 1-1 0 0,1-1 1 0 0,-1 1 0 0 0,1-1-1 0 0,-1 0 1 0 0,1 0-1 0 0,0 0 1 0 0,-5-2-1 0 0,-11-12-1228 0 0,16 12 156 0 0,-1 0 1 0 0,1 0 0 0 0,0 0 0 0 0,0-1 0 0 0,0 1 0 0 0,0-1 0 0 0,0 1 0 0 0,-1-7-1 0 0,-6-38-379 0 0,8 20 1260 0 0,4-37 0 0 0,-3 64-309 0 0,20-189 186 0 0,2-36 256 0 0,-22 172 1177 0 0,-2 33-2647 0 0,1 18-1522 0 0,0 7-1978 0 0,-2 4 3765 0 0,1 0-1 0 0,-1 0 0 0 0,-1 0 1 0 0,1-1-1 0 0,-1 0 0 0 0,-8 12 1 0 0,11-18 748 0 0,-15 24-3042 0 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9:11.1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448 0 1650 0 0,'1'0'287'0'0,"-1"1"1"0"0,0-1-1 0 0,0 0 0 0 0,0 0 0 0 0,1 1 0 0 0,-1-1 1 0 0,0 0-1 0 0,0 1 0 0 0,0-1 0 0 0,0 0 1 0 0,0 0-1 0 0,0 1 0 0 0,0-1 0 0 0,1 0 1 0 0,-1 1-1 0 0,0-1 0 0 0,0 0 0 0 0,0 1 0 0 0,0-1 1 0 0,0 0-1 0 0,0 1 0 0 0,-1-1 0 0 0,1 0 1 0 0,0 1-1 0 0,0-1 0 0 0,0 0 0 0 0,0 1 1 0 0,0-1-1 0 0,0 0 0 0 0,-1 0 0 0 0,1 1 0 0 0,0-1 1 0 0,0 0-1 0 0,0 0 0 0 0,0 1 0 0 0,-1-1 1 0 0,1 0-1 0 0,0 0 0 0 0,0 1 0 0 0,-1-1 1 0 0,1 0-1 0 0,-1 0 0 0 0,-19 30 6699 0 0,-28 33-1986 0 0,6-15-4955 0 0,-3-1 0 0 0,-1-3 1 0 0,-2-1-1 0 0,-55 36 1 0 0,89-69-387 0 0,-1-1 0 0 0,-25 12 0 0 0,39-20-709 0 0,-5-4-689 0 0,-9-7 4369 0 0,13-3-3955 0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9:11.6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815 105 1252 0 0,'0'0'557'0'0,"-10"22"3823"0"0,-5-17 634 0 0,-33 11 5645 0 0,-3-5-5758 0 0,46-11-5045 0 0,0 0 1 0 0,0 0-1 0 0,-1 0 1 0 0,1 0-1 0 0,0-1 1 0 0,0 0 0 0 0,-7-2-1 0 0,8 2-432 0 0,1-1 0 0 0,0 1 1 0 0,0-1-1 0 0,1 1 0 0 0,-1-1 0 0 0,0 0 0 0 0,0 0 0 0 0,1 0 0 0 0,-1 0 0 0 0,1-1 1 0 0,0 1-1 0 0,-4-5 0 0 0,5 5 562 0 0,0 0 1 0 0,0 0-1 0 0,1 0 0 0 0,-1 1 0 0 0,0-1 1 0 0,1 0-1 0 0,-1 0 0 0 0,1 0 1 0 0,0 0-1 0 0,0 0 0 0 0,-1 0 1 0 0,1 0-1 0 0,0 0 0 0 0,1 0 1 0 0,-1 0-1 0 0,0 0 0 0 0,1 0 0 0 0,-1 0 1 0 0,1 0-1 0 0,-1 0 0 0 0,1 0 1 0 0,0 1-1 0 0,0-1 0 0 0,0 0 1 0 0,0 0-1 0 0,0 1 0 0 0,0-1 1 0 0,3-2-1 0 0,1-2-650 0 0,0 1-1 0 0,0 0 1 0 0,0 0 0 0 0,1 1-1 0 0,0-1 1 0 0,11-6 0 0 0,-7 7 325 0 0,0-1 0 0 0,0 2 0 0 0,0-1 0 0 0,0 1 0 0 0,0 1 0 0 0,1 0 0 0 0,-1 0 1 0 0,1 1-1 0 0,20 1 0 0 0,-27 0 359 0 0,0 0 0 0 0,1 0 0 0 0,-1 1-1 0 0,0 0 1 0 0,1-1 0 0 0,-1 1 0 0 0,0 1 0 0 0,0-1 0 0 0,0 1 0 0 0,0-1 0 0 0,0 1 0 0 0,0 1 0 0 0,-1-1 0 0 0,1 0 0 0 0,0 1-1 0 0,-1 0 1 0 0,0-1 0 0 0,0 1 0 0 0,0 1 0 0 0,0-1 0 0 0,0 0 0 0 0,-1 1 0 0 0,1-1 0 0 0,-1 1 0 0 0,0 0 0 0 0,0 0 0 0 0,2 5-1 0 0,-3-3 53 0 0,0 1-1 0 0,0-1 0 0 0,-1 1 0 0 0,0-1 0 0 0,0 1 0 0 0,0-1 0 0 0,-1 1 0 0 0,0-1 0 0 0,0 1 0 0 0,-1-1 1 0 0,1 0-1 0 0,-1 1 0 0 0,-1-1 0 0 0,1 0 0 0 0,-7 10 0 0 0,0 0-1 0 0,-1 0 0 0 0,-1-1 0 0 0,-1 0 0 0 0,-16 17 0 0 0,-17 8 80 0 0,-1-2 0 0 0,-1-1 0 0 0,-3-3 0 0 0,-94 49 0 0 0,80-49-858 0 0,-78 29 0 0 0,114-52-599 0 0,0-2 0 0 0,0-1 1 0 0,-1-2-1 0 0,-1 0 0 0 0,-47 2 1 0 0,43-9-1918 0 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9:12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330 1 1648 0 0,'-21'0'3686'0'0,"31"7"4133"0"0,19 4 1680 0 0,-13-6-6132 0 0,-14-4-3172 0 0,289 100-195 0 0,-276-98 0 0 0,-14-2 0 0 0,0-1 0 0 0,1 0 0 0 0,-1 1 0 0 0,0-1 0 0 0,1 1 0 0 0,-1-1 0 0 0,0 1 0 0 0,1 0 0 0 0,-1-1 0 0 0,0 1 0 0 0,0 0 0 0 0,0 0 0 0 0,0 0 0 0 0,0 0 0 0 0,0 0 0 0 0,0 0 0 0 0,1 2 0 0 0,-2-2 0 0 0,0 1 0 0 0,0-1 0 0 0,0 0 0 0 0,0 1 0 0 0,-1-1 0 0 0,1 0 0 0 0,-1 0 0 0 0,1 1 0 0 0,-1-1 0 0 0,1 0 0 0 0,-1 0 0 0 0,1 0 0 0 0,-1 1 0 0 0,0-1 0 0 0,0 0 0 0 0,0 0 0 0 0,1 0 0 0 0,-1 0 0 0 0,0-1 0 0 0,0 1 0 0 0,0 0 0 0 0,-2 1 0 0 0,-27 18 0 0 0,23-17 0 0 0,-77 46-3615 0 0,-3-4 0 0 0,-1-4 0 0 0,-182 58 1 0 0,259-96 3173 0 0,0-1 0 0 0,0 0 1 0 0,-1 0-1 0 0,-19-1 1 0 0,29-1 342 0 0,1 0 0 0 0,-1-1 0 0 0,1 1 0 0 0,-1-1 1 0 0,1 1-1 0 0,-1-1 0 0 0,1 1 0 0 0,0-1 0 0 0,-1 0 1 0 0,1 0-1 0 0,0 0 0 0 0,0 0 0 0 0,0 0 0 0 0,0 0 0 0 0,0 0 1 0 0,0 0-1 0 0,0 0 0 0 0,0 0 0 0 0,0-1 0 0 0,0 1 1 0 0,0 0-1 0 0,1-1 0 0 0,-1 1 0 0 0,0 0 0 0 0,1-1 0 0 0,0 1 1 0 0,-1-1-1 0 0,1 1 0 0 0,-1-4 0 0 0,0 0 823 0 0,-4-6-2343 0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9:12.9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770 15 1218 0 0,'0'0'4251'0'0,"5"8"-418"0"0,0 0-2743 0 0,0-1-1 0 0,0 1 1 0 0,-1-1-1 0 0,0 1 1 0 0,-1 1 0 0 0,0-1-1 0 0,0 0 1 0 0,0 1 0 0 0,0 9-1 0 0,0 4 915 0 0,-1-1 0 0 0,-1 25-1 0 0,-1-44-1998 0 0,-1 2-5 0 0,1 0 0 0 0,-1 0 0 0 0,0 0 0 0 0,-1 1 0 0 0,1-1 0 0 0,-1 0 0 0 0,0 0 0 0 0,0 0 0 0 0,0-1 0 0 0,0 1 0 0 0,0-1 0 0 0,-1 1 0 0 0,0-1 0 0 0,0 0 0 0 0,0 1 0 0 0,0-1 0 0 0,0-1 0 0 0,-1 1 0 0 0,1-1 0 0 0,-1 1 0 0 0,0-1 0 0 0,-4 2 0 0 0,-3 2 0 0 0,-1 0 0 0 0,0-1 0 0 0,0-1 0 0 0,0 0 0 0 0,-1 0 0 0 0,-16 2 0 0 0,17-4-176 0 0,1-1 0 0 0,0-1 1 0 0,-1 1-1 0 0,1-2 1 0 0,-1 1-1 0 0,1-2 1 0 0,0 0-1 0 0,-1 0 1 0 0,1-1-1 0 0,0 0 1 0 0,1-1-1 0 0,-1 0 0 0 0,1-1 1 0 0,-1 0-1 0 0,1 0 1 0 0,1-1-1 0 0,-1-1 1 0 0,1 1-1 0 0,0-2 1 0 0,0 1-1 0 0,1-1 0 0 0,0-1 1 0 0,1 1-1 0 0,0-1 1 0 0,0 0-1 0 0,1-1 1 0 0,0 0-1 0 0,-6-13 1 0 0,5 6-1094 0 0,0-1 0 0 0,1 0-1 0 0,1 0 1 0 0,-2-20 0 0 0,-1-9 5356 0 0,6 37-3935 0 0,1 10 1079 0 0,0 24 2742 0 0,1 20-657 0 0,1-24-4753 0 0,1 7 1501 0 0,1 0-2843 0 0,-2-1 0 0 0,-2 44 0 0 0,-1-60 1943 0 0,1 0 0 0 0,-2 0 1 0 0,1 0-1 0 0,-1-1 0 0 0,-6 12 1 0 0,5-12 786 0 0,0-1 0 0 0,-1 0 0 0 0,-9 12 0 0 0,1-5-5 0 0,1-1 0 0 0,-2-1 0 0 0,0 0 0 0 0,-1-1 1 0 0,-30 20-1 0 0,-87 37-3419 0 0,121-65 2904 0 0,-14 11-980 0 0,18-9 3384 0 0,5-5-3045 0 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9:13.2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58 1552 0 0,'0'0'9131'0'0,"9"-5"-6527"0"0,3-1 9565 0 0,3 4-12163 0 0,1 0 0 0 0,-1-2 0 0 0,-1 1 0 0 0,1-2 1 0 0,0 0-1 0 0,25-14 0 0 0,-26 12 709 0 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9:13.3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 1377 0 0,'0'0'8417'0'0,"2"-4"-9474"0"0,4-10 14352 0 0,-13 4-15514 0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19:14.0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857 9 1322 0 0,'0'0'908'0'0,"14"-9"9807"0"0,-132 125-2442 0 0,-12 14-3277 0 0,127-127-4996 0 0,1 0 0 0 0,0 0 0 0 0,-1 0 0 0 0,2 0 0 0 0,-1 0 0 0 0,0 0 0 0 0,0 0 0 0 0,1 1 0 0 0,0-1 0 0 0,0 1 0 0 0,0-1 0 0 0,0 1 0 0 0,0-1 0 0 0,1 1 0 0 0,-1 0 0 0 0,1-1 0 0 0,0 1 0 0 0,0 0 0 0 0,1-1 0 0 0,0 7 0 0 0,3 0 0 0 0,0 0 0 0 0,0 0 0 0 0,1 0 0 0 0,0 0 0 0 0,10 13 0 0 0,-12-18 0 0 0,0 0-3 0 0,0 0 0 0 0,0 0 1 0 0,0 0-1 0 0,-1 1 0 0 0,0-1 1 0 0,0 1-1 0 0,0-1 0 0 0,-1 1 1 0 0,1 0-1 0 0,-1-1 0 0 0,-1 1 1 0 0,1 9-1 0 0,-2-11-8 0 0,0 1 0 0 0,0 0 0 0 0,0 0 0 0 0,0-1 0 0 0,-1 1 0 0 0,0 0 0 0 0,0-1 0 0 0,0 0 0 0 0,-1 1 0 0 0,1-1 0 0 0,-1 0-1 0 0,0 0 1 0 0,0-1 0 0 0,0 1 0 0 0,-6 5 0 0 0,-4 1-726 0 0,0 0-1 0 0,0 0 1 0 0,-1-1-1 0 0,0-1 0 0 0,-1 0 1 0 0,0-2-1 0 0,0 1 1 0 0,0-1-1 0 0,-21 4 0 0 0,1-2-1036 0 0,0-1 0 0 0,-1-2-1 0 0,-42 1 1 0 0,57-5 1861 0 0,-1-1 0 0 0,1-1 0 0 0,0-1-1 0 0,-1-1 1 0 0,1-1 0 0 0,-37-11 0 0 0,52 12-47 0 0,-1 0 1 0 0,1 0-1 0 0,0 0 0 0 0,0 0 1 0 0,0-1-1 0 0,1 0 1 0 0,-1 0-1 0 0,1-1 0 0 0,0 0 1 0 0,-8-9-1 0 0,10 10 53 0 0,0-1 0 0 0,1 0 0 0 0,-1 0 0 0 0,1 0 0 0 0,0 0 0 0 0,0 0 1 0 0,1 0-1 0 0,-1 0 0 0 0,1 0 0 0 0,0-1 0 0 0,1 1 0 0 0,-1 0 0 0 0,1-1 0 0 0,0 1 0 0 0,1-9 0 0 0,2-3 440 0 0,1-1 1 0 0,0 1-1 0 0,1 1 1 0 0,1-1-1 0 0,1 1 1 0 0,0 0-1 0 0,1 0 0 0 0,0 1 1 0 0,2 0-1 0 0,15-20 1 0 0,49-50-127 0 0,3 8-3491 0 0,-64 65 2120 0 0,62-55-4498 0 0,-40 36 176 0 0,-45 29-243 0 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0:19.4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1 639 0 0,'-6'8'21582'0'0,"0"3"-17614"0"0,6-3-3960 0 0,0-5-8 0 0,0 0 0 0 0,0 0 0 0 0,0 0-1 0 0,-1 0 1 0 0,1 0 0 0 0,-1 0 0 0 0,0 0 0 0 0,0 0-1 0 0,-2 5 1 0 0,2-6-89 0 0,-6 21 30 0 0,2-14-439 0 0,1 0 1163 0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1:05.03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311 41 442 0 0,'-7'-7'22480'0'0,"-10"-7"-19162"0"0,-9 9-3566 0 0,15 4 466 0 0,-27-3-243 0 0,-48 0 1 0 0,-21-2-21 0 0,92 12 90 0 0,12-2-14 0 0,11-4-13 0 0,17-3-167 0 0,1 2-1 0 0,29 1 0 0 0,52 8-4516 0 0,-82-5 3043 0 0,-23-3 1976 0 0,5 4-1443 0 0,3 4 7147 0 0,-14 1-4949 0 0,-1 4-794 0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1:12.411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856 62 918 0 0,'-3'-3'1774'0'0,"-2"1"431"0"0,2 8 3403 0 0,-1 7 6843 0 0,1 3-8490 0 0,0 4-4664 0 0,3 2 703 0 0,1-18 0 0 0,2 12 0 0 0,0-2 0 0 0,-3-13 0 0 0,0 0 0 0 0,1 1 0 0 0,-1-1 0 0 0,0 0 0 0 0,1 0 0 0 0,-1 0 0 0 0,1 0 0 0 0,-1 0 0 0 0,1 0 0 0 0,0 0 0 0 0,-1 0 0 0 0,1 0 0 0 0,0 0 0 0 0,0 0 0 0 0,0 0 0 0 0,-1 0 0 0 0,1-1 0 0 0,0 1 0 0 0,0 0 0 0 0,0-1 0 0 0,2 2 0 0 0,0-3-302 0 0,0 1 1 0 0,-1 0 0 0 0,1-1-1 0 0,0 0 1 0 0,-1 1 0 0 0,1-1 0 0 0,-1 0-1 0 0,1-1 1 0 0,-1 1 0 0 0,0 0 0 0 0,1-1-1 0 0,-1 1 1 0 0,0-1 0 0 0,0 0-1 0 0,0 1 1 0 0,0-1 0 0 0,0 0 0 0 0,2-3-1 0 0,31-43-7642 0 0,-32 43 7437 0 0,-1 0 382 0 0,-1 0-1 0 0,0 1 0 0 0,1-1 0 0 0,-2 0 0 0 0,1 0 0 0 0,0 0 0 0 0,-1 1 0 0 0,0-1 0 0 0,0 0 0 0 0,-1 0 0 0 0,0-5 0 0 0,0-5 588 0 0,0 7-134 0 0,-9-9 6982 0 0,8 14-6596 0 0,-6-2 5525 0 0,-1 9-4950 0 0,-4 7-2384 0 0,12-10 1533 0 0,-16 19-3551 0 0,-27 39 0 0 0,-4 6-5076 0 0,10-29 6815 0 0,34-33 1394 0 0,-1 1 0 0 0,1-1 0 0 0,-1-1-1 0 0,1 1 1 0 0,-1 0 0 0 0,0-1 0 0 0,0 0 0 0 0,0 0 0 0 0,0-1 0 0 0,0 1 0 0 0,0-1 0 0 0,-1 0 0 0 0,1 0 0 0 0,0-1 0 0 0,-1 0 0 0 0,1 0-1 0 0,0 0 1 0 0,-1 0 0 0 0,1-1 0 0 0,0 0 0 0 0,0 0 0 0 0,-1-1 0 0 0,1 1 0 0 0,0-1 0 0 0,0 0 0 0 0,0 0 0 0 0,1-1 0 0 0,-1 1-1 0 0,0-1 1 0 0,-4-4 0 0 0,8 6 71 0 0,-12-28 1141 0 0,13 26 4 0 0,0 0 0 0 0,-1-1 0 0 0,1 1 0 0 0,1 0 0 0 0,-1-1 0 0 0,0 1 0 0 0,1 0 0 0 0,0-1 0 0 0,1-3 0 0 0,5-7 252 0 0,-7 13-1495 0 0,20 15 16 0 0,-18-1-10 0 0,-1 1-1 0 0,0-1 0 0 0,0 0 0 0 0,-2 1 0 0 0,1-1 0 0 0,-2 1 0 0 0,0-1 1 0 0,0 0-1 0 0,-2 0 0 0 0,1 0 0 0 0,-2 0 0 0 0,-7 16 0 0 0,9-20-7 0 0,-20 34-1099 0 0,14-30-870 0 0,0 0 0 0 0,-1-1 1 0 0,-1-1-1 0 0,0 1 0 0 0,-20 15 0 0 0,20-21 1993 0 0,1 0-1 0 0,-1 0 1 0 0,0-1-1 0 0,0 0 1 0 0,-1-1-1 0 0,1 0 1 0 0,-1-1-1 0 0,0 0 1 0 0,0-1-1 0 0,0 0 1 0 0,0-1-1 0 0,-1 0 1 0 0,-18-2-1 0 0,0-2 6 0 0,0 0-1 0 0,1-3 1 0 0,0 0-1 0 0,-34-12 1 0 0,55 15 13 0 0,1-1 0 0 0,-1 1 0 0 0,1-1 0 0 0,0-1 0 0 0,0 1 0 0 0,0-1 0 0 0,1-1 1 0 0,0 0-1 0 0,-9-9 0 0 0,13 13-6 0 0,0-1 0 0 0,1 0 1 0 0,0 0-1 0 0,0 0 1 0 0,0 0-1 0 0,0 0 1 0 0,0-1-1 0 0,0 1 0 0 0,1-1 1 0 0,0 1-1 0 0,0-1 1 0 0,0 1-1 0 0,0-1 0 0 0,0 0 1 0 0,1 1-1 0 0,-1-1 1 0 0,1 0-1 0 0,0 1 1 0 0,0-1-1 0 0,1 0 0 0 0,-1 0 1 0 0,1 1-1 0 0,0-1 1 0 0,0 0-1 0 0,2-4 0 0 0,2-3-302 0 0,0 1-1 0 0,1-1 0 0 0,0 1 1 0 0,1 0-1 0 0,1 0 0 0 0,-1 1 1 0 0,1 0-1 0 0,12-11 0 0 0,11-5-1780 0 0,40-26 0 0 0,-20 15-2038 0 0,-41 28 2545 0 0,0-1 359 0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1:12.90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30 0 1477 0 0,'0'0'5225'0'0,"-15"18"13351"0"0,14-15-17220 0 0,-3 7-1789 0 0,3-8 374 0 0,-2 5-8966 0 0,2-5 9620 0 0,-3 7 7907 0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1:16.881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198 1 452 0 0,'0'0'5263'0'0,"2"5"-2976"0"0,6 7 12579 0 0,23 5-11333 0 0,24 2-3160 0 0,-17-7-933 0 0,29 22 556 0 0,-66-33-6 0 0,0 0 11 0 0,0 0-1 0 0,0 0 1 0 0,0 0 0 0 0,0 0-1 0 0,0 0 1 0 0,-1 0-1 0 0,1 0 1 0 0,0 0 0 0 0,-1 0-1 0 0,1 1 1 0 0,-1-1-1 0 0,1 0 1 0 0,-1 0-1 0 0,0 1 1 0 0,0-1 0 0 0,1 0-1 0 0,-1 1 1 0 0,0-1-1 0 0,0 0 1 0 0,-1 2-1 0 0,2-1 2 0 0,-2-1-2 0 0,1 1 0 0 0,0 0 0 0 0,0-1 0 0 0,-1 1 0 0 0,1 0 0 0 0,-1-1 0 0 0,0 1 0 0 0,1-1 0 0 0,-1 1 0 0 0,0-1 0 0 0,0 0 0 0 0,0 1 0 0 0,0-1 0 0 0,0 0 0 0 0,0 1 0 0 0,0-1 0 0 0,-1 0 0 0 0,1 0 0 0 0,0 0 0 0 0,-1 0 0 0 0,1 0 0 0 0,-1-1 0 0 0,1 1 0 0 0,-1 0 0 0 0,1 0 0 0 0,-1-1 0 0 0,-2 1 0 0 0,-1 1 0 0 0,-81 32-2612 0 0,-47 6-5815 0 0,25-9 4543 0 0,66-19 3015 0 0,40-12 638 0 0,1-8 6851 0 0,0 0-2657 0 0,0 4-4700 0 0,1 2-1552 0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1:17.60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721 17 1435 0 0,'-4'-7'11887'0'0,"-3"-3"-6725"0"0,0 44 3324 0 0,5-26-9244 0 0,-1-2 758 0 0,0 0 1 0 0,-1 0-1 0 0,0-1 0 0 0,-1 0 0 0 0,1 1 0 0 0,-1-1 0 0 0,0-1 0 0 0,0 1 0 0 0,-1-1 1 0 0,1 0-1 0 0,-1 0 0 0 0,0 0 0 0 0,-8 3 0 0 0,-7 3-9 0 0,-1-1 0 0 0,-32 8 0 0 0,51-16 10 0 0,0-1 1 0 0,0 0-1 0 0,0 0 0 0 0,1 0 0 0 0,-1 0 1 0 0,0-1-1 0 0,0 1 0 0 0,0-1 0 0 0,1 0 1 0 0,-1 0-1 0 0,0 0 0 0 0,1 0 0 0 0,-1 0 0 0 0,1 0 1 0 0,-4-3-1 0 0,4 2-1 0 0,0 0 1 0 0,1 0-1 0 0,-1 0 0 0 0,1 0 1 0 0,0 0-1 0 0,-1 0 0 0 0,1-1 1 0 0,0 1-1 0 0,0 0 0 0 0,1-1 1 0 0,-1 1-1 0 0,0 0 0 0 0,1-1 1 0 0,-1-3-1 0 0,-3-42-2 0 0,4 46-7 0 0,-2 5 11 0 0,-1 0-1 0 0,1 0 1 0 0,0 0-1 0 0,0 0 1 0 0,1 1-1 0 0,-1-1 1 0 0,-2 7 0 0 0,4-10-2 0 0,-7 17-520 0 0,-1 0 1 0 0,-1-1-1 0 0,-1 0 1 0 0,0-1-1 0 0,-21 24 1 0 0,-69 65-4041 0 0,80-84 4091 0 0,-68 60-5459 0 0,-33 35 7227 0 0,96-97 4435 0 0,13-10-4187 0 0,10-7-2378 0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1:17.99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0 1427 0 0,'0'0'8168'0'0,"8"16"-7052"0"0,-2-4 11629 0 0,5-5-15614 0 0,-9-7 3090 0 0,-1 0 1 0 0,1 0-1 0 0,-1 0 1 0 0,0 0-1 0 0,1 0 0 0 0,-1-1 1 0 0,1 1-1 0 0,-1 0 1 0 0,0-1-1 0 0,1 1 0 0 0,-1-1 1 0 0,0 1-1 0 0,1-1 0 0 0,-1 0 1 0 0,0 1-1 0 0,0-1 1 0 0,0 0-1 0 0,0 0 0 0 0,2-1 1 0 0,6-5 977 0 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1:18.227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0 829 0 0,'1'2'14331'0'0,"2"6"-6576"0"0,2 8-4200 0 0,-4 0-3817 0 0,0-15 239 0 0,-1 0 3 0 0,0 0 1 0 0,1-1-1 0 0,-1 1 0 0 0,0-1 1 0 0,1 0-1 0 0,-1 1 1 0 0,1-1-1 0 0,-1 1 0 0 0,1-1 1 0 0,-1 0-1 0 0,0 1 0 0 0,1-1 1 0 0,0 0-1 0 0,-1 1 1 0 0,1-1-1 0 0,-1 0 0 0 0,1 0 1 0 0,-1 1-1 0 0,1-1 0 0 0,-1 0 1 0 0,1 0-1 0 0,0 0 1 0 0,-1 0-1 0 0,1 0 0 0 0,-1 0 1 0 0,2 0-1 0 0,15 2-1595 0 0,-3-4 1831 0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1:18.99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431 135 727 0 0,'-2'6'-252'0'0,"-9"8"10416"0"0,6-9-8973 0 0,4-4-715 0 0,-7-1 7498 0 0,-11-1-4176 0 0,19 1-3797 0 0,-47-9 1411 0 0,44 8-1351 0 0,-1 0-1 0 0,1 0 0 0 0,0 0 0 0 0,-1 0 0 0 0,1-1 1 0 0,0 0-1 0 0,0 1 0 0 0,0-1 0 0 0,0 0 0 0 0,0 0 0 0 0,-3-4 1 0 0,5 5-70 0 0,0-1-1 0 0,0 1 1 0 0,0 0 0 0 0,0-1 0 0 0,0 1 0 0 0,1-1 0 0 0,-1 1 0 0 0,1-1 0 0 0,-1 1 0 0 0,1-1 0 0 0,-1 1 0 0 0,1-1 0 0 0,0 0 0 0 0,0 1 0 0 0,0-1 0 0 0,0 1 0 0 0,0-1 0 0 0,0 0 0 0 0,0 1 0 0 0,1-1-1 0 0,-1 1 1 0 0,0-1 0 0 0,1 1 0 0 0,0-1 0 0 0,-1 1 0 0 0,2-3 0 0 0,1-1-125 0 0,1 0-1 0 0,0 0 1 0 0,-1 0-1 0 0,2 1 1 0 0,5-6-1 0 0,1-2-495 0 0,-8 9-200 0 0,0 0-1 0 0,1 0 1 0 0,-1 0 0 0 0,1 0 0 0 0,-1 1-1 0 0,5-3 1 0 0,4-3-3511 0 0,-10 7 4088 0 0,5-2-3897 0 0,10-2 2192 0 0,-15 5 1943 0 0,0 1 0 0 0,1-1 0 0 0,-1 1 0 0 0,0-1 0 0 0,0 1 0 0 0,0 0 0 0 0,1 0 0 0 0,-1 0 0 0 0,0 0 1 0 0,0 1-1 0 0,2 1 0 0 0,-2-2 418 0 0,-1 1 1 0 0,0 0 0 0 0,1-1-1 0 0,-1 1 1 0 0,0 0-1 0 0,0 0 1 0 0,0 0 0 0 0,0-1-1 0 0,0 1 1 0 0,-1 0-1 0 0,1 0 1 0 0,-1 0 0 0 0,1 0-1 0 0,-1 0 1 0 0,0 0-1 0 0,1 1 1 0 0,-1-1 0 0 0,0 0-1 0 0,0 0 1 0 0,-1 0-1 0 0,1 0 1 0 0,-1 4 0 0 0,-1 3 78 0 0,-1 1 1 0 0,0-1-1 0 0,0 0 0 0 0,-1 0 1 0 0,-6 12-1 0 0,2-9-1179 0 0,0 0 0 0 0,0 0 0 0 0,-2-1 0 0 0,1 0 0 0 0,-17 14-1 0 0,2-5-2513 0 0,-41 26 0 0 0,5-8 2125 0 0,58-37 1139 0 0,-12 7-398 0 0,0 0 1 0 0,-1-1-1 0 0,1-1 0 0 0,-1 0 0 0 0,0-1 1 0 0,-1 0-1 0 0,1-2 0 0 0,-20 3 0 0 0,32-6 119 0 0,1 0 0 0 0,0 0 0 0 0,-1-1 0 0 0,1 1-1 0 0,0-1 1 0 0,0 1 0 0 0,-1-1 0 0 0,1 0 0 0 0,0 0 0 0 0,0 0-1 0 0,0 0 1 0 0,0 0 0 0 0,0-1 0 0 0,-2-1 0 0 0,-3-3 291 0 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1:19.30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575 0 1061 0 0,'0'0'2735'0'0,"-9"9"-1470"0"0,4-4 2239 0 0,-40 29 13148 0 0,36-26-15655 0 0,-48 34-1084 0 0,-103 58 1 0 0,-73 19-442 0 0,185-97 263 0 0,46-21-768 0 0,-5-8-2602 0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1:19.831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28 18 1381 0 0,'0'0'4762'0'0,"-22"4"15305"0"0,17-23-20089 0 0,4 17-54 0 0,7 16 265 0 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1:28.99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21 285 640 0 0,'0'0'995'0'0,"-17"7"14069"0"0,14-41-5549 0 0,3 29-9515 0 0,1 0 0 0 0,0 0 0 0 0,0-1 0 0 0,0 1 0 0 0,0 0 0 0 0,1 0 0 0 0,0 1 0 0 0,0-1 0 0 0,0 0 0 0 0,1 0 0 0 0,3-5 0 0 0,2-2 0 0 0,0-3-1 0 0,2 1 1 0 0,0 0-1 0 0,1 0 1 0 0,0 1 0 0 0,1 0-1 0 0,1 1 1 0 0,0 0 0 0 0,0 1-1 0 0,1 1 1 0 0,15-10-1 0 0,1-1 5 0 0,-29 20-4 0 0,15-4 0 0 0,-14 4-4 0 0,2 0 5 0 0,0 0-1 0 0,0 0 1 0 0,0 1-1 0 0,0-1 1 0 0,0 1 0 0 0,8 0-1 0 0,-7 0-186 0 0,1 1 1 0 0,0-1-1 0 0,-1 1 0 0 0,1 1 0 0 0,-1-1 0 0 0,1 1 0 0 0,9 5 0 0 0,25 8 1515 0 0,-36-14-1791 0 0,0 1 0 0 0,0 0 0 0 0,-1 0-1 0 0,1 0 1 0 0,-1 0 0 0 0,1 0 0 0 0,3 4 0 0 0,32 39-13068 0 0,-12-13 9792 0 0,-16-21 3567 0 0,0 0 0 0 0,1 0 1 0 0,15 9-1 0 0,-21-16 205 0 0,0-1 1 0 0,1 0-1 0 0,-1 0 1 0 0,1 0 0 0 0,0-1-1 0 0,0 0 1 0 0,0 0 0 0 0,0-1-1 0 0,11 1 1 0 0,33 2 5830 0 0,-16-2-5445 0 0,65-4 0 0 0,-41-7 4266 0 0,-29 1 3499 0 0,0-2-6722 0 0,4-2-5235 0 0,41-24-11260 0 0,-49 23 12905 0 0,-25 12 1864 0 0,12-6-529 0 0,-1-2 3885 0 0,-3-1 4251 0 0,-2-3 4615 0 0,-7 12-11969 0 0,2-3-9 0 0,0 0 17 0 0,-1 0-1 0 0,1 0 1 0 0,-1 0 0 0 0,0 0-1 0 0,-1-1 1 0 0,2-5 0 0 0,-2 9 1 0 0,0-1 28 0 0,0 2-48 0 0,1 0 21 0 0,-1 0 0 0 0,0-1 0 0 0,1 1 0 0 0,-1 0-1 0 0,0 0 1 0 0,1 0 0 0 0,-1-1 0 0 0,0 1 0 0 0,1 0 0 0 0,-1-1 0 0 0,0 1 0 0 0,0 0 0 0 0,1-1 0 0 0,-1 1 0 0 0,0 0 0 0 0,0-1 0 0 0,0 1 0 0 0,0 0 0 0 0,1-1 0 0 0,-1 1 0 0 0,0-1 0 0 0,0 1 0 0 0,0 0 0 0 0,0-1-1 0 0,0 1 1 0 0,0-1 0 0 0,0 1 0 0 0,2-6 20 0 0,4 11 7 0 0,0 5 51 0 0,0 0 0 0 0,0 1-1 0 0,5 14 1 0 0,-9-19-839 0 0,1 1 1 0 0,0-1-1 0 0,0 0 1 0 0,7 10 0 0 0,-9-15 890 0 0,2 0-215 0 0,-1 1 1 0 0,0-1 0 0 0,1 1 0 0 0,-1-1-1 0 0,0 1 1 0 0,0 0 0 0 0,0 0 0 0 0,3 3-1 0 0,8 6 1384 0 0,-9-7-2829 0 0,8 5 1180 0 0,3-2 4997 0 0,-13-6-4615 0 0,20 7-77 0 0,-20-7 52 0 0,20 6 12 0 0,6-1-138 0 0,11-1-1696 0 0,125 1-14835 0 0,-150-6 16362 0 0,-12 0 247 0 0,24-1 124 0 0,93-3 94 0 0,126-21-1 0 0,-208 20 626 0 0,-1 1-1 0 0,60 3 1 0 0,-94 1-724 0 0,0 0 1023 0 0,59-1 5104 0 0,34-3-12036 0 0,5-1 189 0 0,-67 4 7674 0 0,-1 1 3340 0 0,39-2 6301 0 0,2-3-10562 0 0,-37 5-1112 0 0,127-2 7 0 0,-41 2-25 0 0,-86 5 37 0 0,-24-3-22 0 0,28 7-39 0 0,-38-8 73 0 0,25 13-39 0 0,10 13-4 0 0,-36-26 44 0 0,7 5-12 0 0,-1-2-18 0 0,-6-3-14 0 0,0-1 14 0 0,0 0 0 0 0,0 0-1 0 0,0 1 1 0 0,0-1 0 0 0,-1 0 0 0 0,1 1-1 0 0,0-1 1 0 0,0 1 0 0 0,0-1-1 0 0,0 1 1 0 0,-1-1 0 0 0,1 1 0 0 0,0-1-1 0 0,-1 1 1 0 0,1 0 0 0 0,0 1 0 0 0,16 11-3 0 0,-16-12-1 0 0,4 1 3 0 0,-1 0 0 0 0,0 1 0 0 0,0-1 1 0 0,0 1-1 0 0,0 0 0 0 0,0 0 0 0 0,-1 0 1 0 0,1 1-1 0 0,-1-1 0 0 0,0 1 0 0 0,4 5 0 0 0,-3-4-2 0 0,-3-4-5 0 0,1 2-5 0 0,0 0 11 0 0,0 0 0 0 0,-1 0 1 0 0,1 0-1 0 0,-1 0 0 0 0,1 1 1 0 0,-1-1-1 0 0,0 0 0 0 0,0 7 1 0 0,-1-10 0 0 0,6 19 24 0 0,-5-17-30 0 0,1 5 310 0 0,1 2-2754 0 0,-9-16 3777 0 0,-1-4-834 0 0,-6 4-2203 0 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1:45.19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498 49 1099 0 0,'-1'1'15624'0'0,"-6"4"-8962"0"0,7-5-6558 0 0,-1 0 0 0 0,1 1 0 0 0,-1-1 0 0 0,1 0 0 0 0,-1 0 0 0 0,1 1 0 0 0,0-1 0 0 0,-1 0 0 0 0,1 0 0 0 0,-1 1 0 0 0,1-1 0 0 0,0 0 0 0 0,-1 1 0 0 0,1-1 0 0 0,0 1 0 0 0,-1-1 0 0 0,1 0 0 0 0,0 1 0 0 0,0-1 0 0 0,-1 1 0 0 0,1-1 0 0 0,0 1 0 0 0,0-1 0 0 0,0 1 0 0 0,0-1 0 0 0,-1 1 0 0 0,1-1 0 0 0,0 1 0 0 0,0-1 0 0 0,0 1 0 0 0,0-1 0 0 0,1 2 0 0 0,-1 15-707 0 0,-8 81 602 0 0,8-96 0 0 0,-3 11 3 0 0,2 6-2 0 0,-4-2 0 0 0,-2 2-1 0 0,6-17 0 0 0,-12 16-4 0 0,5-15-1246 0 0,-1 1-1 0 0,0-2 1 0 0,0 1-1 0 0,0-1 1 0 0,0-1-1 0 0,0 1 1 0 0,0-2-1 0 0,0 1 1 0 0,0-1 0 0 0,-1 0-1 0 0,1-1 1 0 0,-15-3-1 0 0,21 3 1206 0 0,1-1-1 0 0,0 1 0 0 0,0 0 1 0 0,-1 0-1 0 0,1-1 0 0 0,0 1 1 0 0,1-1-1 0 0,-1 0 0 0 0,0 1 1 0 0,0-1-1 0 0,1 0 0 0 0,-1 0 1 0 0,1 0-1 0 0,-1 0 0 0 0,1-1 1 0 0,0 1-1 0 0,-1-3 0 0 0,-14-41-500 0 0,16 43 530 0 0,-4-16-121 0 0,1-1 0 0 0,1 0 1 0 0,1 0-1 0 0,1-22 0 0 0,0 21 118 0 0,0 18-43 0 0,2-23 224 0 0,-3 21-1356 0 0,-1-4 2404 0 0,1 7-547 0 0,1 1 0 0 0,-1 0 0 0 0,1 0 1 0 0,-1 0-1 0 0,0 0 0 0 0,0-1 0 0 0,0 1 0 0 0,1 0 1 0 0,-1 0-1 0 0,0 1 0 0 0,0-1 0 0 0,0 0 1 0 0,-1 0-1 0 0,1 0 0 0 0,-1 0 0 0 0,0 0-489 0 0,0 1-194 0 0,-43 16 5993 0 0,29-9-7588 0 0,0 2 1 0 0,-19 13-1 0 0,-25 26-7940 0 0,25-15 7154 0 0,17-10 2773 0 0,11-13 3999 0 0,7-9-3316 0 0,8 6-4666 0 0,4 0 3470 0 0,1-8 225 0 0,-1 0-1 0 0,0 0 0 0 0,0-1 1 0 0,0 0-1 0 0,15-6 0 0 0,14-2-1792 0 0,2 5-5032 0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1:45.87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42 9 851 0 0,'2'-8'7992'0'0,"-1"30"5684"0"0,-4-19-13299 0 0,0 1 0 0 0,0-1 0 0 0,-1 0 1 0 0,1 0-1 0 0,-1-1 0 0 0,-7 5 1 0 0,-2 1 676 0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1:51.62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107 37 395 0 0,'0'-3'10584'0'0,"-2"-3"-4426"0"0,-5-14 2189 0 0,3 14-7619 0 0,4 5-732 0 0,4 6 5 0 0,2 1-1 0 0,-1-1 1 0 0,0 0-1 0 0,1-1 1 0 0,0 1-1 0 0,0-1 0 0 0,0 0 1 0 0,1-1-1 0 0,-1 1 1 0 0,9 2-1 0 0,-4 0 1 0 0,91 58-23 0 0,-100-63 4 0 0,-4 1 21 0 0,0 1 0 0 0,1-1 0 0 0,-1 0 0 0 0,0 0 0 0 0,-1 0 0 0 0,1 0 0 0 0,0 0 0 0 0,0-1 0 0 0,-1 1 0 0 0,1-1 0 0 0,-1 1 0 0 0,-3 0 0 0 0,3 0-2 0 0,-61 36-3010 0 0,-78 64-10343 0 0,111-81 25578 0 0,23-17-9883 0 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1:52.22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85 86 1286 0 0,'-5'-24'4483'0'0,"4"17"-1567"0"0,-2-18 8750 0 0,1 11-7721 0 0,2 12-3579 0 0,-4-8 992 0 0,4 10-1354 0 0,0 0 0 0 0,0 0 0 0 0,0-1 0 0 0,0 1 0 0 0,0 0 0 0 0,0 0 0 0 0,0 0-1 0 0,0 0 1 0 0,0-1 0 0 0,0 1 0 0 0,-1 0 0 0 0,1 0 0 0 0,0 0 0 0 0,0 0 0 0 0,0 0 0 0 0,0-1 0 0 0,0 1 0 0 0,0 0 0 0 0,0 0 0 0 0,-1 0 0 0 0,1 0 0 0 0,0 0 0 0 0,0 0-1 0 0,0 0 1 0 0,0 0 0 0 0,-1-1 0 0 0,1 1 0 0 0,0 0 0 0 0,0 0 0 0 0,0 0 0 0 0,0 0 0 0 0,-1 0 0 0 0,1 0 0 0 0,0 0 0 0 0,0 0 0 0 0,0 0 0 0 0,-1 0 0 0 0,1 0 0 0 0,0 0 0 0 0,0 0-1 0 0,0 0 1 0 0,0 0 0 0 0,-1 0 0 0 0,1 1 0 0 0,0-1 0 0 0,-8 8 23 0 0,-2 11-42 0 0,2 15 15 0 0,0 1 0 0 0,3 0 0 0 0,1 0 0 0 0,0 60 1 0 0,2-29-1 0 0,8 101-253 0 0,-6-165 223 0 0,-1 1 1 0 0,1 0-1 0 0,-1 0 0 0 0,0-1 0 0 0,0 1 0 0 0,0-1 1 0 0,0 1-1 0 0,0-1 0 0 0,0 1 0 0 0,0-1 1 0 0,-1 1-1 0 0,0-1 0 0 0,1 0 0 0 0,-4 3 1 0 0,4-4-1361 0 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1:54.09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1578 599 1342 0 0,'-6'-5'13809'0'0,"-6"-1"-5451"0"0,6 43-5653 0 0,5-17-2705 0 0,0-19 0 0 0,-3 15 0 0 0,4-12 0 0 0,-1 0-1 0 0,0 0 1 0 0,0 0 0 0 0,-1 0 0 0 0,1 0 0 0 0,-1 0 0 0 0,0-1 0 0 0,0 1 0 0 0,0 0 0 0 0,-1-1 0 0 0,1 0 0 0 0,-1 1 0 0 0,1-1 0 0 0,-1 0 0 0 0,0 0 0 0 0,-1-1 0 0 0,1 1 0 0 0,0-1-1 0 0,-5 3 1 0 0,2-3 0 0 0,0 0 0 0 0,0 0 0 0 0,0-1 0 0 0,0 1 0 0 0,0-2-1 0 0,-1 1 1 0 0,1-1 0 0 0,-9 0 0 0 0,9 0 0 0 0,3 0-2 0 0,1 0 1 0 0,-1 0 0 0 0,1-1-1 0 0,0 1 1 0 0,-1 0-1 0 0,1-1 1 0 0,0 0 0 0 0,-1 1-1 0 0,1-1 1 0 0,0 0-1 0 0,0 0 1 0 0,0-1-1 0 0,-3-1 1 0 0,2 0-1 0 0,0 1 0 0 0,0-2 0 0 0,0 1 0 0 0,0 0 0 0 0,1 0 0 0 0,0-1 0 0 0,-1 1 0 0 0,1-1 0 0 0,-2-7 0 0 0,-6-26 10 0 0,10 34 9 0 0,1-11-29 0 0,0 2-104 0 0,-6 19 129 0 0,1 1-247 0 0,-1 1 1 0 0,-1-1-1 0 0,1 0 1 0 0,-1 0-1 0 0,0-1 0 0 0,-1 0 1 0 0,0 0-1 0 0,0 0 1 0 0,-15 9-1 0 0,-12 2-4431 0 0,-2-8-3487 0 0,34-10 8100 0 0,-1 0 1 0 0,1 0-1 0 0,-1 0 1 0 0,1 0 0 0 0,0 0-1 0 0,-1 0 1 0 0,1-1-1 0 0,0 1 1 0 0,-1-1-1 0 0,1 0 1 0 0,0 0 0 0 0,0 1-1 0 0,-1-1 1 0 0,1-1-1 0 0,0 1 1 0 0,0 0-1 0 0,0-1 1 0 0,0 1-1 0 0,1-1 1 0 0,-1 1 0 0 0,0-1-1 0 0,1 0 1 0 0,-1 0-1 0 0,-2-3 1 0 0,1 0 63 0 0,0 0 1 0 0,0 0-1 0 0,1-1 0 0 0,0 1 1 0 0,0 0-1 0 0,0-1 0 0 0,0 1 1 0 0,-1-9-1 0 0,3 12 4 0 0,-2-16 5868 0 0,2 12-1019 0 0,-3 16-1022 0 0,1-3-3975 0 0,0 0 0 0 0,-1 0 0 0 0,0-1 0 0 0,0 1 0 0 0,-1-1 0 0 0,1 0 0 0 0,-1 0-1 0 0,0 0 1 0 0,-1-1 0 0 0,0 1 0 0 0,0-1 0 0 0,0 0 0 0 0,0 0 0 0 0,-1-1 0 0 0,1 0 0 0 0,-12 7-1 0 0,15-10-424 0 0,-25 5 3956 0 0,24-6-4120 0 0,-1-1-1 0 0,1 1 1 0 0,0-1-1 0 0,0 0 1 0 0,-1 0 0 0 0,1 0-1 0 0,0-1 1 0 0,0 1-1 0 0,0-1 1 0 0,1 1 0 0 0,-1-1-1 0 0,0 0 1 0 0,0 0-1 0 0,1-1 1 0 0,-1 1 0 0 0,-2-4-1 0 0,-10-21-141 0 0,6-5 7143 0 0,6 3 1370 0 0,2 18-7201 0 0,1 9-459 0 0,-1-17-80 0 0,-4 41 314 0 0,-4 23-2738 0 0,7-41 1490 0 0,0 1-1 0 0,0-1 1 0 0,0 0-1 0 0,-1 0 1 0 0,1 0 0 0 0,-1 0-1 0 0,-4 5 1 0 0,3-6 363 0 0,1 0 0 0 0,-1 0 1 0 0,1 0-1 0 0,-1-1 0 0 0,0 1 1 0 0,-8 3-1 0 0,5-3 464 0 0,-1-1 0 0 0,1 0 1 0 0,-1 0-1 0 0,1 0 0 0 0,-1-1 0 0 0,0 0 1 0 0,0-1-1 0 0,0 0 0 0 0,-10-1 0 0 0,1-1 331 0 0,-1-1-1 0 0,1-1 0 0 0,0 0 0 0 0,0-1 0 0 0,0-1 0 0 0,1-1 0 0 0,0 0 0 0 0,-21-14 0 0 0,25 12-109 0 0,1 0 0 0 0,0-1 0 0 0,0 0-1 0 0,1-1 1 0 0,-15-20 0 0 0,-14-16 417 0 0,37 46 15 0 0,-8-14 9929 0 0,63 77-5349 0 0,35 25-7777 0 0,-85-84 2577 0 0,0 1-1032 0 0,-1 0 0 0 0,0 0 0 0 0,1 0-1 0 0,-2 0 1 0 0,1 0 0 0 0,0 1 0 0 0,1 5 0 0 0,-1-1-731 0 0,-2-8 2068 0 0,1 0 1 0 0,-1 1-1 0 0,0-1 0 0 0,0 0 0 0 0,-1 1 0 0 0,1-1 0 0 0,0 0 1 0 0,0 1-1 0 0,-1-1 0 0 0,1 0 0 0 0,-1 0 0 0 0,1 1 0 0 0,-1-1 1 0 0,1 0-1 0 0,-1 0 0 0 0,0 0 0 0 0,1 0 0 0 0,-1 0 0 0 0,0 0 1 0 0,0 0-1 0 0,0 0 0 0 0,-1 1 0 0 0,-22 18 1457 0 0,12-13-1296 0 0,-1 0 0 0 0,-23 10 1 0 0,14-10-1522 0 0,-1 0 1 0 0,-40 7 0 0 0,33-9-464 0 0,-52-1 1 0 0,13-7 3105 0 0,61 2-1350 0 0,-1 0 0 0 0,0-1 0 0 0,1 0 0 0 0,-1 0 0 0 0,1-1 0 0 0,-16-7 0 0 0,21 8 15 0 0,-1 0 0 0 0,1 0 0 0 0,-1-1 0 0 0,1 0 0 0 0,0 1 0 0 0,0-1 0 0 0,0 0 0 0 0,0-1 0 0 0,1 1 0 0 0,0 0 0 0 0,-1-1 0 0 0,1 1-1 0 0,0-1 1 0 0,0 0 0 0 0,1 0 0 0 0,-2-6 0 0 0,-1-5 1514 0 0,0-1-1 0 0,2 1 0 0 0,0-1 0 0 0,0-19 0 0 0,5-65 1928 0 0,0 69-3513 0 0,-2-1-1 0 0,-2 1 0 0 0,-3-34 1 0 0,-23-81-1453 0 0,15 94-2401 0 0,-2 0-1 0 0,-24-57 1 0 0,32 97 4247 0 0,-7-20-845 0 0,5 13 3139 0 0,7 17-2275 0 0,7 6 3228 0 0,0 4 721 0 0,8 19-2864 0 0,-10-12-3619 0 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1:54.99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22 13 737 0 0,'-1'-13'16979'0'0,"-5"16"-10138"0"0,-1-2-5201 0 0,3 40-1626 0 0,5-23-15 0 0,-1-8 3 0 0,0-28 0 0 0,-4-7-18 0 0,3 23-111 0 0,2-12-3909 0 0,-1 0 5979 0 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1:55.89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18 931 0 0,'1'2'13902'0'0,"2"5"-5916"0"0,-3-7-7867 0 0,7 13 3233 0 0,10 16-3431 0 0,-16-27 71 0 0,26 8-470 0 0,-21-11 453 0 0,0 0 0 0 0,0 0 0 0 0,0-1 0 0 0,0 0 0 0 0,-1 0 0 0 0,1 0 0 0 0,-1-1 0 0 0,6-3 1 0 0,22-14-4251 0 0,-26 14-780 0 0,3-4 2042 0 0,-1 2 28 0 0,-4 4-1742 0 0,-3 2 3523 0 0,14-9 16059 0 0,8 29-9012 0 0,-4-3-3811 0 0,23 16-4857 0 0,-41-30 2177 0 0,-15-4-2057 0 0,2 1 8125 0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1:56.222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37 41 865 0 0,'2'0'13470'0'0,"7"1"-5132"0"0,-3 3-4797 0 0,-13 1-2656 0 0,-8 2-1770 0 0,4-6 864 0 0,11-1 0 0 0,-1 0-1 0 0,0 1 1 0 0,1-1 0 0 0,-1-1-1 0 0,0 1 1 0 0,1 0 0 0 0,-1 0-1 0 0,0 0 1 0 0,0 0-1 0 0,1 0 1 0 0,-1-1 0 0 0,1 1-1 0 0,-1 0 1 0 0,0 0 0 0 0,1-1-1 0 0,-1 1 1 0 0,1-1 0 0 0,-1 1-1 0 0,1 0 1 0 0,-1-1 0 0 0,1 1-1 0 0,-1-1 1 0 0,1 1-1 0 0,-1-1 1 0 0,1 0 0 0 0,-1 1-1 0 0,1-1 1 0 0,0 1 0 0 0,0-1-1 0 0,-1 0 1 0 0,1 1 0 0 0,0-1-1 0 0,0 0 1 0 0,-1 0-1 0 0,-1-26-373 0 0,1 21 77 0 0,1-7 1800 0 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1:56.54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615 1 1276 0 0,'-2'3'788'0'0,"-1"0"-1"0"0,0 0 1 0 0,1 0-1 0 0,-1 0 0 0 0,-1 0 1 0 0,1 0-1 0 0,0-1 1 0 0,-1 0-1 0 0,-3 2 1 0 0,-18 14 3469 0 0,-42 46 4442 0 0,1 4-4903 0 0,-89 84-5327 0 0,109-112-725 0 0,-152 142-13104 0 0,196-180 14968 0 0,-16 18-475 0 0,15-15-3471 0 0,3-16 3183 0 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1:56.73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476 1 1189 0 0,'-1'0'201'0'0,"-1"0"-1"0"0,0 0 1 0 0,1 1 0 0 0,-1-1 0 0 0,0 1-1 0 0,1-1 1 0 0,-1 1 0 0 0,1-1-1 0 0,-1 1 1 0 0,1 0 0 0 0,-1 0-1 0 0,1 0 1 0 0,0 0 0 0 0,-1 0 0 0 0,1 0-1 0 0,0 0 1 0 0,0 1 0 0 0,-2 1-1 0 0,-30 29 3398 0 0,-95 94 4832 0 0,39-40-1174 0 0,32-27-5328 0 0,-56 49-1928 0 0,87-85 0 0 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1:57.557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69 12 938 0 0,'-4'-4'15126'0'0,"-2"-3"-7998"0"0,55 52-4033 0 0,17 10-3368 0 0,-32-27 467 0 0,-32-27-194 0 0,0 1 0 0 0,-1-1 0 0 0,1 1-1 0 0,0-1 1 0 0,-1 1 0 0 0,0 0 0 0 0,1 0-1 0 0,-1-1 1 0 0,0 1 0 0 0,0 0 0 0 0,0 0 0 0 0,0 0-1 0 0,0 0 1 0 0,0 0 0 0 0,0 4 0 0 0,-1-5 0 0 0,0 0 0 0 0,0 1 0 0 0,0-1 0 0 0,0 0 0 0 0,0 1 0 0 0,0-1 0 0 0,-1 0 1 0 0,1 1-1 0 0,-1-1 0 0 0,1 0 0 0 0,-1 0 0 0 0,1 1 0 0 0,-1-1 0 0 0,0 0 0 0 0,1 0 1 0 0,-1 0-1 0 0,0 0 0 0 0,-1 1 0 0 0,-2 2 1 0 0,0-1 0 0 0,-1 1-1 0 0,1-1 1 0 0,-1 0 0 0 0,0-1 0 0 0,0 1 0 0 0,-8 2 0 0 0,5-2-596 0 0,1-1 1 0 0,-1 0 0 0 0,0 0 0 0 0,0-1 0 0 0,0 0 0 0 0,0 0 0 0 0,0-1-1 0 0,0 0 1 0 0,-13-2 0 0 0,16 1 197 0 0,0 0 0 0 0,0 0 0 0 0,1 0 0 0 0,-1-1 0 0 0,0 0 0 0 0,1 0 0 0 0,-1 0 0 0 0,1 0 0 0 0,0 0 0 0 0,0-1 0 0 0,0 0 0 0 0,0 0 0 0 0,0 0 0 0 0,1-1 0 0 0,-1 1 0 0 0,-4-7 0 0 0,7 9 381 0 0,1-1-1 0 0,-1 0 0 0 0,0 0 1 0 0,0 0-1 0 0,1 0 1 0 0,-1 1-1 0 0,1-1 1 0 0,0 0-1 0 0,-1 0 0 0 0,1 0 1 0 0,0 0-1 0 0,0 0 1 0 0,0 0-1 0 0,0 0 0 0 0,1 0 1 0 0,-1 0-1 0 0,1 0 1 0 0,-1 0-1 0 0,1 0 1 0 0,-1 0-1 0 0,1 1 0 0 0,0-1 1 0 0,0 0-1 0 0,2-2 1 0 0,27-34 73 0 0,-21 30-415 0 0,1-1-1 0 0,0 1 1 0 0,0 1-1 0 0,0 0 1 0 0,19-9-1 0 0,-21 12-560 0 0,1 0 0 0 0,-1 1 0 0 0,1 0 0 0 0,0 1 0 0 0,0-1 0 0 0,0 2-1 0 0,0-1 1 0 0,10 1 0 0 0,-6 1-1816 0 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1:41.162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8 0 1755 0 0,'-7'9'24459'0'0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1:37.27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98 47 767 0 0,'-1'-9'15795'0'0,"-1"-10"-8546"0"0,-5 3-4850 0 0,7 14-2406 0 0,3 3-145 0 0,0 0 169 0 0,1 1 1 0 0,-1 0-1 0 0,-1 0 1 0 0,1-1-1 0 0,0 2 1 0 0,5 3-1 0 0,4 3 24 0 0,22 10-2445 0 0,62 24 1 0 0,-43-20 100 0 0,-51-23 1374 0 0,13 11 1296 0 0,-39 4 6805 0 0,-23 4-6503 0 0,2-2-1881 0 0,10 0 592 0 0,-59 34-10439 0 0,55-30 8796 0 0,19-10 3118 0 0,18-10-599 0 0,1 3-5319 0 0,0-2 4752 0 0,0-1-1 0 0,0 0 0 0 0,0 0 1 0 0,0 1-1 0 0,0-1 1 0 0,0 0-1 0 0,0 0 0 0 0,0 0 1 0 0,0 0-1 0 0,-2 0 1 0 0,-6 3-3535 0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1:38.03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67 9 1265 0 0,'-1'-1'13173'0'0,"-2"-6"-4911"0"0,-1 25-3870 0 0,2 12-5270 0 0,2 20 870 0 0,-3 1 0 0 0,-2-1 1 0 0,-20 88-1 0 0,3-18 0 0 0,21-111-296 0 0,0 0 0 0 0,1 0 0 0 0,0 0 1 0 0,0 0-1 0 0,1 0 0 0 0,0 0 0 0 0,1-1 0 0 0,0 1 1 0 0,4 12-1 0 0,-5-20-670 0 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1:39.925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1215 96 1146 0 0,'-3'-3'12087'0'0,"-6"-5"-1799"0"0,3 49-7615 0 0,6-39-2662 0 0,0 0-16 0 0,-8 34-2 0 0,5-32-163 0 0,1-1 0 0 0,-1 0 0 0 0,1 1 1 0 0,-1-1-1 0 0,0-1 0 0 0,0 1 0 0 0,0 0 0 0 0,0-1 1 0 0,-1 1-1 0 0,1-1 0 0 0,-1 0 0 0 0,-6 3 0 0 0,0-2-613 0 0,1 1-1 0 0,-1-1 1 0 0,-17 3-1 0 0,25-6 159 0 0,-1 0-210 0 0,0 0 280 0 0,0 0 0 0 0,0 0 0 0 0,0 0 0 0 0,0-1 0 0 0,0 0 1 0 0,0 1-1 0 0,1-1 0 0 0,-1 0 0 0 0,0 0 0 0 0,0 0 0 0 0,1-1 0 0 0,-1 1 0 0 0,-4-4 0 0 0,6 4 616 0 0,-1-1-1 0 0,1 1 0 0 0,0-1 1 0 0,-1 0-1 0 0,1 0 0 0 0,0 0 0 0 0,0 0 1 0 0,0 1-1 0 0,0-1 0 0 0,1 0 1 0 0,-1 0-1 0 0,1-1 0 0 0,-1 1 0 0 0,0-4 1 0 0,1-6 254 0 0,-1 0 0 0 0,2 0 1 0 0,0 0-1 0 0,0 0 1 0 0,1 0-1 0 0,1 0 1 0 0,5-17-1 0 0,-8 27-322 0 0,5-12 5079 0 0,-3 9-5116 0 0,-2 16-1730 0 0,0-5 600 0 0,0 0-1 0 0,-1 0 1 0 0,0 0 0 0 0,0 0-1 0 0,-4 9 1 0 0,2-7 1727 0 0,0 0 1 0 0,-1 0 0 0 0,0-1-1 0 0,-1 1 1 0 0,1-1 0 0 0,-8 8 0 0 0,4-6 77 0 0,0-1 0 0 0,-1 0 0 0 0,1 0 0 0 0,-12 6 0 0 0,-17 8-8958 0 0,35-21 8307 0 0,0-1 0 0 0,0 1 0 0 0,0 0 0 0 0,0 0 0 0 0,0-1 0 0 0,0 1 0 0 0,0-1 0 0 0,0 0 0 0 0,-1 1 0 0 0,1-1 0 0 0,0 0 0 0 0,0 0 0 0 0,0-1-1 0 0,0 1 1 0 0,0 0 0 0 0,0-1 0 0 0,-1 1 0 0 0,1-1 0 0 0,0 0 0 0 0,-3-1 0 0 0,2 0 138 0 0,0 0-1 0 0,1 0 1 0 0,0 0 0 0 0,-1-1-1 0 0,1 1 1 0 0,0-1-1 0 0,0 1 1 0 0,0-1 0 0 0,0 0-1 0 0,1 1 1 0 0,-1-1 0 0 0,-1-5-1 0 0,0 1 801 0 0,1-1 0 0 0,0 1 0 0 0,0-1 0 0 0,-1-13-1 0 0,3 15 835 0 0,-1-1 0 0 0,1 1-1 0 0,0 0 1 0 0,3-12-1 0 0,-3 16-1697 0 0,4-17 1601 0 0,-10 30-1951 0 0,0 0 1 0 0,0 0 0 0 0,-12 14-1 0 0,10-16-1310 0 0,0-1 1 0 0,0 0-1 0 0,0 0 0 0 0,-1-1 0 0 0,0 0 0 0 0,0-1 0 0 0,-13 6 0 0 0,-10 0-561 0 0,29-11 2262 0 0,1-1 0 0 0,-1 0 1 0 0,1 0-1 0 0,-1 0 1 0 0,1 0-1 0 0,-1 0 1 0 0,1 0-1 0 0,-1-1 1 0 0,1 1-1 0 0,-1-1 1 0 0,1 0-1 0 0,-1 0 0 0 0,1 0 1 0 0,-3-1-1 0 0,2 0-39 0 0,1 0 1 0 0,-1-1-1 0 0,0 1 0 0 0,1-1 0 0 0,0 1 0 0 0,0-1 0 0 0,0 0 0 0 0,0 1 0 0 0,0-1 1 0 0,0 0-1 0 0,1 0 0 0 0,-1-1 0 0 0,1 1 0 0 0,0 0 0 0 0,0 0 0 0 0,0-1 0 0 0,0 1 0 0 0,1-1 1 0 0,-1-4-1 0 0,-1-24-958 0 0,2 1 0 0 0,4-42 0 0 0,-3 71 887 0 0,-4 14 12312 0 0,1 3-9099 0 0,0-5-3798 0 0,0-3 627 0 0,0 0-1 0 0,-1 0 0 0 0,0-1 1 0 0,0 0-1 0 0,0 1 1 0 0,-1-1-1 0 0,0-1 1 0 0,0 1-1 0 0,0 0 0 0 0,-1-1 1 0 0,0 0-1 0 0,0 0 1 0 0,0 0-1 0 0,0-1 1 0 0,-1 0-1 0 0,0 0 0 0 0,0 0 1 0 0,0 0-1 0 0,0-1 1 0 0,-1 0-1 0 0,1-1 0 0 0,-14 4 1 0 0,5-2-86 0 0,1-1 0 0 0,-1 0 0 0 0,0-1 0 0 0,-30-1 0 0 0,-18-7-3191 0 0,11-8-2094 0 0,47 11 5240 0 0,0 1 0 0 0,0-1 0 0 0,0 0 0 0 0,0 0 0 0 0,0 0 0 0 0,1-1 0 0 0,-1 1 0 0 0,1-1 0 0 0,0 0 0 0 0,1-1 0 0 0,-7-6 0 0 0,9 9-555 0 0,-4-36 5235 0 0,9 23 1464 0 0,9-7-5081 0 0,-8 15-895 0 0,-4 5-79 0 0,25-9 101 0 0,-18 10-81 0 0,-5 0-4 0 0,-1 1 0 0 0,1-1 0 0 0,0 1 0 0 0,0-1 0 0 0,0 1 0 0 0,0 0 0 0 0,0 0 0 0 0,0 0 0 0 0,0 0 0 0 0,0 1 0 0 0,-1-1 0 0 0,1 1 0 0 0,0 0 0 0 0,0 0 0 0 0,0 0 0 0 0,-1 0 0 0 0,1 0 0 0 0,-1 1 0 0 0,1-1 0 0 0,-1 1 0 0 0,1 0 0 0 0,-1-1 0 0 0,0 1 0 0 0,0 0 0 0 0,0 0 0 0 0,2 3 0 0 0,-1-2-2 0 0,-1 1 0 0 0,1-1 0 0 0,-1 0-1 0 0,0 1 1 0 0,-1-1 0 0 0,1 1 0 0 0,-1 0 0 0 0,1-1 0 0 0,-1 1 0 0 0,1 8 0 0 0,-12 24 22 0 0,7-32-327 0 0,-1 0 0 0 0,1 0 0 0 0,-1-1 1 0 0,1 1-1 0 0,-1-1 0 0 0,0 0 0 0 0,0 0 1 0 0,0-1-1 0 0,-1 1 0 0 0,1-1 0 0 0,0 0 1 0 0,-1 0-1 0 0,0 0 0 0 0,-6 1 1 0 0,-12 3-3010 0 0,-37 5 0 0 0,56-10 3123 0 0,-40 3-4154 0 0,23-2 4433 0 0,0-2 1 0 0,1-1 0 0 0,-22-3 0 0 0,40 4 593 0 0,-13 30 14041 0 0,9-2-16465 0 0,0 0 1 0 0,2 0 0 0 0,2 0 0 0 0,0 0-1 0 0,4 49 1 0 0,12 45-1341 0 0,16 62 3358 0 0,-12-83-1153 0 0,-17-92 141 0 0,0 1-1 0 0,-1-1 1 0 0,0 1 0 0 0,0-1 0 0 0,-1 1-1 0 0,-1-1 1 0 0,1 1 0 0 0,-2-1 0 0 0,1 0-1 0 0,-1 0 1 0 0,0 0 0 0 0,-9 16 0 0 0,5-16-1746 0 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1:40.651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40 7 1355 0 0,'-3'-4'2710'0'0,"-6"1"7131"0"0,8 4-9353 0 0,0-1 0 0 0,0 0-1 0 0,1 0 1 0 0,-1 0 0 0 0,1 1-1 0 0,-1-1 1 0 0,0 0 0 0 0,1 1-1 0 0,-1-1 1 0 0,1 1 0 0 0,-1-1-1 0 0,0 0 1 0 0,1 1 0 0 0,-1-1-1 0 0,1 1 1 0 0,0 0 0 0 0,-1-1-1 0 0,1 1 1 0 0,-1 0 0 0 0,-6 16 2066 0 0,-1 26-2570 0 0,8-42-48 0 0,9 9-4996 0 0,-8-10 5274 0 0,1 0 1 0 0,-1 1 0 0 0,1-1 0 0 0,-1 0-1 0 0,1 0 1 0 0,0 0 0 0 0,-1 0 0 0 0,1 0-1 0 0,-1-1 1 0 0,1 1 0 0 0,-1 0 0 0 0,1-1 0 0 0,-1 1-1 0 0,1-1 1 0 0,-1 1 0 0 0,0-1 0 0 0,1 0-1 0 0,1-1 1 0 0,6-3 845 0 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1:40.91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5 822 0 0,'4'-3'1713'0'0,"-1"1"-959"0"0,-3 8 3581 0 0,1 1 1501 0 0,-1 2 3637 0 0,0-5-9115 0 0,1 0-1 0 0,0 0 1 0 0,-1 0-1 0 0,1 0 1 0 0,1-1 0 0 0,-1 1-1 0 0,0-1 1 0 0,1 1-1 0 0,2 4 1 0 0,-4-8-376 0 0,0 0 0 0 0,0 1 0 0 0,0-1 0 0 0,1 1 0 0 0,-1-1 0 0 0,0 0 0 0 0,0 1 0 0 0,0-1 0 0 0,0 1 0 0 0,1-1 1 0 0,-1 0-1 0 0,0 1 0 0 0,0-1 0 0 0,1 0 0 0 0,-1 1 0 0 0,0-1 0 0 0,1 0 0 0 0,-1 0 0 0 0,0 1 0 0 0,1-1 0 0 0,-1 0 0 0 0,1 0 0 0 0,-1 1 1 0 0,0-1-1 0 0,1 0 0 0 0,-1 0 0 0 0,1 0 0 0 0,-1 0 0 0 0,0 0 0 0 0,1 0 0 0 0,-1 0 0 0 0,1 0 0 0 0,-1 0 0 0 0,1 0 0 0 0,-1 0 0 0 0,0 0 0 0 0,1 0 1 0 0,-1 0-1 0 0,1 0 0 0 0,-1 0 0 0 0,1 0 0 0 0,-1 0 0 0 0,0-1 0 0 0,1 1 0 0 0,-1 0 0 0 0,0 0 0 0 0,1 0 0 0 0,-1-1 0 0 0,1 1 0 0 0,0-1 152 0 0,2-9-1194 0 0,-7 1-733 0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1:41.775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7 0 1203 0 0,'-1'2'15962'0'0,"-1"6"-9611"0"0,-1 0-3654 0 0,3-6-2697 0 0,7 11 88 0 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1:42.13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0 1123 0 0,'16'3'1735'0'0,"4"7"21207"0"0,15-13-23251 0 0,-15-2-4011 0 0,-10 2 1655 0 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1:59.41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44 7 442 0 0,'12'-1'21075'0'0,"-19"-3"-16381"0"0,6 3-4696 0 0,0 1-64 0 0,0 0 67 0 0,0 1 0 0 0,0-1 0 0 0,1 1 1 0 0,-1-1-1 0 0,0 0 0 0 0,0 1 1 0 0,1-1-1 0 0,-1 1 0 0 0,0 0 1 0 0,1-1-1 0 0,-1 1 0 0 0,0 0 0 0 0,1-1 1 0 0,-1 1-1 0 0,1 0 0 0 0,-1-1 1 0 0,1 1-1 0 0,-1 0 0 0 0,1 0 0 0 0,0 0 1 0 0,-1 1-1 0 0,-5 7 28 0 0,5-9-29 0 0,1 0 1 0 0,0 0-1 0 0,0 1 0 0 0,-1-1 1 0 0,1 0-1 0 0,0 0 1 0 0,-1 0-1 0 0,1-1 0 0 0,0 1 1 0 0,-1 0-1 0 0,1 0 1 0 0,0 0-1 0 0,-1 0 0 0 0,1 0 1 0 0,0 0-1 0 0,0 0 1 0 0,-1 0-1 0 0,1-1 0 0 0,0 1 1 0 0,-1 0-1 0 0,1 0 0 0 0,0 0 1 0 0,0-1-1 0 0,0 1 1 0 0,-1 0-1 0 0,1 0 0 0 0,0-1 1 0 0,0 1-1 0 0,0 0 1 0 0,-1 0-1 0 0,1-1 0 0 0,0 1 1 0 0,0 0-1 0 0,0-1 1 0 0,-1 0-344 0 0,-6-6-4164 0 0,-3 7 3159 0 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2:01.24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816 61 925 0 0,'-9'-3'15109'0'0,"8"3"-14792"0"0,-3 9 7592 0 0,0 3-5955 0 0,-8 26-1954 0 0,10-30-307 0 0,1-1 1 0 0,-1 0-1 0 0,1 0 1 0 0,0 1-1 0 0,1-1 1 0 0,-1 1 0 0 0,1-1-1 0 0,1 0 1 0 0,0 1-1 0 0,2 10 1 0 0,16-23-15637 0 0,-12 1 15386 0 0,4-35 1623 0 0,-5 9 3380 0 0,3-36 0 0 0,-6 33-4200 0 0,-3 27-539 0 0,0 4 1430 0 0,1-2-1191 0 0,-4-2 1339 0 0,2-6 4847 0 0,1 10-4700 0 0,-23 22-1528 0 0,-88 66-3110 0 0,-42 33-5275 0 0,56-35 5762 0 0,97-84 2771 0 0,-1 0-1 0 0,1 0 1 0 0,0 0 0 0 0,0 0-1 0 0,-1 0 1 0 0,1 1-1 0 0,0-1 1 0 0,0 0 0 0 0,0 0-1 0 0,-1 0 1 0 0,1 1 0 0 0,0-1-1 0 0,0 0 1 0 0,0 0-1 0 0,0 1 1 0 0,-1-1 0 0 0,1 0-1 0 0,0 0 1 0 0,0 1 0 0 0,0-1-1 0 0,0 0 1 0 0,0 0 0 0 0,0 1-1 0 0,0-1 1 0 0,0 0-1 0 0,0 1 1 0 0,0-1 0 0 0,0 0-1 0 0,0 0 1 0 0,0 1 0 0 0,0-1-1 0 0,0 0 1 0 0,0 1 0 0 0,0-1-1 0 0,0 0 1 0 0,1 0-1 0 0,-1 1 1 0 0,0-1 0 0 0,0 0-1 0 0,0 0 1 0 0,0 1 0 0 0,0-1-1 0 0,1 0 1 0 0,15 6 4942 0 0,21-2 2270 0 0,-9-5-7264 0 0,12 1-1 0 0,47 6 0 0 0,-86-6 1 0 0,0 0 0 0 0,0 0 0 0 0,0 0 0 0 0,1 0 0 0 0,-1 0 0 0 0,0 1 0 0 0,0-1 0 0 0,0 0 0 0 0,0 1 0 0 0,0-1 0 0 0,1 1 0 0 0,-1-1 1 0 0,0 1-1 0 0,0-1 0 0 0,0 1 0 0 0,0 0 0 0 0,0-1 0 0 0,-1 1 0 0 0,1 0 0 0 0,0 0 0 0 0,0 0 0 0 0,0 0 0 0 0,-1 0 0 0 0,1 0 0 0 0,0 0 0 0 0,-1 0 0 0 0,1 0 0 0 0,-1 0 0 0 0,1 0 0 0 0,-1 0 0 0 0,0 0 0 0 0,1 1 0 0 0,-1-1 1 0 0,0 2-1 0 0,-1 1-19 0 0,0-1-1 0 0,0 1 1 0 0,-1 0 0 0 0,1-1 0 0 0,-1 0 0 0 0,0 1 0 0 0,0-1 0 0 0,0 0 0 0 0,0 0 0 0 0,-1 0 0 0 0,1 0 0 0 0,-1 0 0 0 0,0-1-1 0 0,-4 4 1 0 0,-49 33-437 0 0,50-36 419 0 0,-64 38 351 0 0,-44 14-5671 0 0,79-41 2601 0 0,-50 12 0 0 0,6-11 2791 0 0,67-14-60 0 0,0-2-1 0 0,0 1 0 0 0,0-2 1 0 0,0 1-1 0 0,0-2 1 0 0,0 1-1 0 0,1-2 0 0 0,-1 1 1 0 0,1-2-1 0 0,0 1 1 0 0,0-2-1 0 0,0 1 0 0 0,-11-9 1 0 0,19 11 102 0 0,0 1 0 0 0,1-1 0 0 0,-1 0 1 0 0,0 0-1 0 0,1 0 0 0 0,0 0 0 0 0,0 0 0 0 0,0 0 0 0 0,0-1 0 0 0,0 1 1 0 0,1-1-1 0 0,-1 1 0 0 0,1-1 0 0 0,0 0 0 0 0,0 1 0 0 0,0-1 1 0 0,1 0-1 0 0,-1 0 0 0 0,1 0 0 0 0,0 1 0 0 0,0-1 0 0 0,0 0 1 0 0,1-4-1 0 0,1-4-165 0 0,0 0 0 0 0,0 0 0 0 0,2 0 1 0 0,-1 0-1 0 0,10-20 0 0 0,-4 14 251 0 0,1 1 1 0 0,1 0-1 0 0,0 0 0 0 0,1 1 0 0 0,25-26 1 0 0,20-10-2980 0 0,4 4-6116 0 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2:01.62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619 0 938 0 0,'0'0'4516'0'0,"-3"2"-1409"0"0,-14 8 12408 0 0,13-7-13377 0 0,-26 30-2138 0 0,-2-1 0 0 0,-2-2 0 0 0,-1-1 0 0 0,-1-2 0 0 0,-71 41 0 0 0,90-59-28 0 0,-115 61-1389 0 0,109-59 1041 0 0,0-2 0 0 0,-1-1 0 0 0,-46 10-1 0 0,68-18 574 0 0,0 0 0 0 0,0 0 0 0 0,0 0 0 0 0,0 0 0 0 0,0-1 0 0 0,0 1 0 0 0,0 0 0 0 0,0-1 0 0 0,0 0 0 0 0,-3-1 0 0 0,1 0-905 0 0,2 2-1045 0 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2:03.15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1248 170 1089 0 0,'-8'2'15477'0'0,"-8"2"-9497"0"0,-17-8-2312 0 0,26 4-3669 0 0,1 0 0 0 0,0 0 0 0 0,-1-1-1 0 0,1 0 1 0 0,0-1 0 0 0,-1 0 0 0 0,1 0 0 0 0,0 0 0 0 0,-6-3 0 0 0,7 2-8 0 0,3 3-68 0 0,-11-27 174 0 0,12 24-97 0 0,0 1 0 0 0,1-1 0 0 0,0 0 0 0 0,-1 1 0 0 0,1-1 0 0 0,0 0 0 0 0,0 1 0 0 0,1-1 0 0 0,-1 1 0 0 0,0-1 0 0 0,1 0 0 0 0,0 1 0 0 0,0-1 0 0 0,-1 1 0 0 0,1 0 0 0 0,1-1 0 0 0,-1 1 0 0 0,0 0 0 0 0,2-3 0 0 0,1-2 0 0 0,-2 3-2 0 0,1-1 1 0 0,0 0 0 0 0,0 1 0 0 0,0 0 0 0 0,0-1-1 0 0,1 1 1 0 0,0 1 0 0 0,0-1 0 0 0,0 0 0 0 0,0 1-1 0 0,0 0 1 0 0,1 0 0 0 0,-1 0 0 0 0,1 1 0 0 0,0-1 0 0 0,0 1-1 0 0,0 0 1 0 0,6-1 0 0 0,-8 3 1 0 0,-1 0 0 0 0,1 0 1 0 0,-1 0-1 0 0,1 0 0 0 0,-1 1 0 0 0,1-1 0 0 0,-1 1 1 0 0,1 0-1 0 0,-1 0 0 0 0,0 0 0 0 0,0 0 0 0 0,1 0 1 0 0,-1 0-1 0 0,0 0 0 0 0,0 1 0 0 0,0-1 0 0 0,2 3 1 0 0,-3-4-7 0 0,1 3-106 0 0,0-1 0 0 0,0 1-1 0 0,0 0 1 0 0,0-1 0 0 0,0 1-1 0 0,-1 0 1 0 0,1 0 0 0 0,-1 0-1 0 0,0 0 1 0 0,0 1 0 0 0,0-1-1 0 0,0 0 1 0 0,0 0-1 0 0,0 4 1 0 0,0 29-7142 0 0,-9 9 167 0 0,-8-7 5580 0 0,12-33 1532 0 0,1 0 0 0 0,-1 1 0 0 0,-1-2 0 0 0,1 1 1 0 0,-1-1-1 0 0,0 1 0 0 0,0-1 0 0 0,0 0 0 0 0,-1-1 0 0 0,1 0 0 0 0,-12 6 0 0 0,7-5-12 0 0,-1 0 0 0 0,0 0 0 0 0,0-1 0 0 0,0 0-1 0 0,0-1 1 0 0,0 0 0 0 0,-1-1 0 0 0,1 0-1 0 0,0-1 1 0 0,-1 0 0 0 0,-20-3 0 0 0,27 2-12 0 0,1 0 0 0 0,-1 0 1 0 0,0-1-1 0 0,1 1 0 0 0,-1-1 1 0 0,1 0-1 0 0,0 0 0 0 0,0 0 1 0 0,0-1-1 0 0,0 0 0 0 0,0 1 1 0 0,0-1-1 0 0,1 0 0 0 0,-1-1 1 0 0,1 1-1 0 0,0-1 0 0 0,0 0 1 0 0,0 1-1 0 0,1-1 0 0 0,-1 0 1 0 0,1-1-1 0 0,0 1 0 0 0,0 0 1 0 0,0-1-1 0 0,1 1 0 0 0,-1-1 1 0 0,1 1-1 0 0,0-1 0 0 0,1 0 1 0 0,-1-6-1 0 0,3-59-22 0 0,-2 68 52 0 0,2-1 61 0 0,-1-7 4764 0 0,0 4 1964 0 0,0 18-2829 0 0,-1-4-3824 0 0,-1 1 0 0 0,1-1-1 0 0,-2 0 1 0 0,1 0 0 0 0,-1 0 0 0 0,0 1 0 0 0,-1-2 0 0 0,1 1 0 0 0,-2 0 0 0 0,-5 11-1 0 0,4-11-809 0 0,-1-1-1 0 0,1 0 0 0 0,-1-1 1 0 0,0 1-1 0 0,-1-1 0 0 0,1 0 1 0 0,-1-1-1 0 0,-1 1 0 0 0,1-1 1 0 0,-1-1-1 0 0,1 1 0 0 0,-1-1 0 0 0,-17 5 1 0 0,12-5-390 0 0,-1 0 1 0 0,-1-1-1 0 0,1 0 1 0 0,0-1-1 0 0,-1-1 0 0 0,1 0 1 0 0,-1-1-1 0 0,-14-2 1 0 0,16 0 1254 0 0,1 0 1 0 0,0 0-1 0 0,0-1 1 0 0,0-1-1 0 0,-14-6 1 0 0,19 6-80 0 0,-1 0 1 0 0,1-1-1 0 0,0 0 1 0 0,0 0-1 0 0,0-1 1 0 0,0 0-1 0 0,1 0 1 0 0,0 0 0 0 0,1-1-1 0 0,0 0 1 0 0,0 0-1 0 0,-5-9 1 0 0,5 8 1362 0 0,1 0 0 0 0,1-1 0 0 0,0 1 1 0 0,0-1-1 0 0,0 1 0 0 0,-2-15 0 0 0,7 8 2091 0 0,7-5-3278 0 0,-7 14-226 0 0,-1 4-122 0 0,19-12 33 0 0,-13 14-102 0 0,0 0 0 0 0,0 0 0 0 0,0 1 0 0 0,0 0 0 0 0,0 0 0 0 0,0 0 0 0 0,-1 1 0 0 0,1 0 0 0 0,-1 1 0 0 0,8 3 0 0 0,10 8-3315 0 0,-1 5-3475 0 0,-22-18 6589 0 0,0 1 1 0 0,1-1-1 0 0,-1 0 0 0 0,0 1 1 0 0,0-1-1 0 0,0 1 0 0 0,0-1 1 0 0,-1 1-1 0 0,1-1 1 0 0,0 1-1 0 0,-1 0 0 0 0,1-1 1 0 0,0 4-1 0 0,-1-3 221 0 0,0 0 0 0 0,0 1-1 0 0,0-1 1 0 0,0 1 0 0 0,-1-1 0 0 0,1 0 0 0 0,-1 1-1 0 0,1-1 1 0 0,-1 0 0 0 0,0 1 0 0 0,0-1-1 0 0,0 0 1 0 0,0 0 0 0 0,-2 2 0 0 0,-1 2 170 0 0,-1 0 0 0 0,1 0 0 0 0,-2 0-1 0 0,1-1 1 0 0,0 0 0 0 0,-10 7 0 0 0,-3 0-61 0 0,0-2 0 0 0,-1 0 0 0 0,0-1 0 0 0,0-1 0 0 0,-1-1 0 0 0,0-1 0 0 0,0 0-1 0 0,-24 3 1 0 0,1-3 481 0 0,1-2 0 0 0,-85-3 1 0 0,125-1-400 0 0,-26 2 185 0 0,24 2-206 0 0,1 0 1 0 0,0 0-1 0 0,0 0 0 0 0,0 1 0 0 0,1 0 1 0 0,0-1-1 0 0,-1 1 0 0 0,2 0 0 0 0,-1 0 1 0 0,-2 9-1 0 0,-7 62 903 0 0,6-35-1256 0 0,-24 227-156 0 0,14-130 600 0 0,-5 26-2177 0 0,10-99-797 0 0,0 0-3503 0 0,7-49 3779 0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2:03.947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92 0 1007 0 0,'-28'15'7605'0'0,"26"-14"-5847"0"0,-8 0 1297 0 0,-2 3 9724 0 0,-1 35-12785 0 0,13-37-14 0 0,-9 20 49 0 0,-7-28-23 0 0,15 5-7 0 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2:04.59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0 653 0 0,'0'2'16371'0'0,"2"7"-9920"0"0,0 0-3713 0 0,-2-7-2741 0 0,19 8-2039 0 0,-6-4-2935 0 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2:04.927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8 756 0 0,'4'-3'-1468'0'0,"-4"3"1695"0"0,0 0 0 0 0,0 0 0 0 0,0-1-1 0 0,0 1 1 0 0,0 0 0 0 0,1 0 0 0 0,-1-1 0 0 0,0 1-1 0 0,0 0 1 0 0,0 0 0 0 0,1-1 0 0 0,-1 1 0 0 0,0 0 0 0 0,0 0 0 0 0,0 0 0 0 0,1 0 0 0 0,-1-1 0 0 0,0 1 0 0 0,0 0 0 0 0,1 0 0 0 0,-1 0 0 0 0,0 0-1 0 0,1 0 1 0 0,-1 0 0 0 0,0 0 0 0 0,0 0 0 0 0,1 0 0 0 0,-1 0 0 0 0,0 0 0 0 0,1 0 0 0 0,-1 0 0 0 0,0 0 0 0 0,0 0 0 0 0,1 0 0 0 0,-1 0 0 0 0,0 0 0 0 0,1 0-1 0 0,-1 0 1 0 0,0 0 0 0 0,0 0 0 0 0,1 1 0 0 0,-1-1 0 0 0,0 0 0 0 0,0 0 0 0 0,1 0 0 0 0,-1 0 0 0 0,0 1 0 0 0,0-1 0 0 0,0 0 0 0 0,1 0 0 0 0,-1 1-1 0 0,0-1 1 0 0,0 0 0 0 0,0 0 0 0 0,0 1 0 0 0,0-1 0 0 0,1 0 0 0 0,-1 0 0 0 0,0 1 0 0 0,0-1 0 0 0,0 0 0 0 0,0 1 0 0 0,0-1 0 0 0,4 10 9163 0 0,3-5-5653 0 0,13-1-6244 0 0,-17-4 3431 0 0,3 1-740 0 0,-4-1-348 0 0,1 0-1 0 0,0 0 1 0 0,-1 0-1 0 0,1 0 1 0 0,-1 1-1 0 0,1 0 1 0 0,0-1-1 0 0,-1 1 1 0 0,1 0-1 0 0,2 2 1 0 0,-1 2 2648 0 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3T19:22:05.775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16 1 24713,'-16'12'0,"22"7"0,14-19 0,-13-19 0,-24 7 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3T19:22:31.771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0 22479,'0'39'0,"5"-39"0,-5-39 0,-5 39 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3T19:22:49.812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64 18437,'2427'-64'0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3:57.281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470 62 792 0 0,'-12'-8'2843'0'0,"-9"-13"12548"0"0,19 19-14826 0 0,1 1-390 0 0,-8-6 5220 0 0,6 4-5358 0 0,1 1 0 0 0,-1 0 0 0 0,0 0 0 0 0,-1 0 0 0 0,1 0 0 0 0,0 1 0 0 0,0-1-1 0 0,-1 1 1 0 0,1 0 0 0 0,-1 0 0 0 0,1 0 0 0 0,-1 0 0 0 0,1 1 0 0 0,-1-1 0 0 0,0 1 0 0 0,1 0 0 0 0,-1 0 0 0 0,0 0 0 0 0,1 1 0 0 0,-1-1 0 0 0,1 1 0 0 0,-1 0 0 0 0,1 0 0 0 0,-1 0 0 0 0,-5 3 0 0 0,5-3 31 0 0,-13 6-1384 0 0,0 1 1 0 0,1 0-1 0 0,0 1 1 0 0,0 0-1 0 0,1 2 1 0 0,0-1 0 0 0,1 2-1 0 0,1 0 1 0 0,0 1-1 0 0,0 0 1 0 0,1 1 0 0 0,-17 25-1 0 0,14-15-135 0 0,1 0 0 0 0,-18 45-1 0 0,-11 60 3815 0 0,41-121-2301 0 0,-2 9 59 0 0,0 0 0 0 0,-3 23 1 0 0,7-33-82 0 0,0-1 1 0 0,0 0-1 0 0,1 1 1 0 0,-1-1-1 0 0,2 0 1 0 0,-1 1-1 0 0,0-1 1 0 0,1 0-1 0 0,5 11 1 0 0,-4-10 311 0 0,-1 0 1 0 0,1-1-1 0 0,0 0 1 0 0,1 1-1 0 0,0-1 0 0 0,0-1 1 0 0,0 1-1 0 0,0 0 1 0 0,1-1-1 0 0,0 0 1 0 0,0 0-1 0 0,1-1 1 0 0,-1 1-1 0 0,1-1 1 0 0,0 0-1 0 0,10 5 0 0 0,29 5 931 0 0,-24-11-2996 0 0,0-1-1 0 0,1 0 0 0 0,25-2 0 0 0,-30-1 1425 0 0,0-1 0 0 0,0 0 0 0 0,0-2-1 0 0,18-5 1 0 0,-25 6 176 0 0,-1 0 1 0 0,1-1-1 0 0,-1 0 0 0 0,0-1 1 0 0,0 0-1 0 0,0 0 0 0 0,-1-1 1 0 0,9-7-1 0 0,-10 6 847 0 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3:57.94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1 321 1236 0 0,'1'-2'7836'0'0,"4"-11"7231"0"0,-3 9-12992 0 0,8-11-2075 0 0,0 1 0 0 0,1 1 0 0 0,19-19 0 0 0,15-20 0 0 0,-24 23 0 0 0,77-116-1 0 0,-97 143 0 0 0,-7 29-1 0 0,5-21-2 0 0,-102 528-12070 0 0,101-514 12946 0 0,-6 54 7487 0 0,8-72-8519 0 0,1 0 50 0 0,0-1 328 0 0,0 1 0 0 0,-1 0 0 0 0,1 0 1 0 0,-1 0-1 0 0,0 0 0 0 0,1 0 0 0 0,-1 0 1 0 0,0 0-1 0 0,0 0 0 0 0,0 3 1 0 0,-1-1-184 0 0,0-1 0 0 0,0 1 0 0 0,-1-1 0 0 0,1 1 1 0 0,-1-1-1 0 0,1 0 0 0 0,-1 0 0 0 0,0 0 0 0 0,0 0 1 0 0,0 0-1 0 0,-1 0 0 0 0,1-1 0 0 0,-1 1 0 0 0,-4 3 1 0 0,-11 7 156 0 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3T19:23:58.741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6 12331,'1061'-5'0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2:18.98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132 5 859 0 0,'-2'0'14468'0'0,"-6"-2"-6828"0"0,0 0-4396 0 0,6 1-3253 0 0,18 20 21 0 0,-6-11-89 0 0,1 0 1 0 0,0 0-1 0 0,0-2 1 0 0,1 1-1 0 0,25 9 1 0 0,-12-5-146 0 0,23 10-3059 0 0,64 33-10546 0 0,-111-54 14775 0 0,-17 24-428 0 0,2-15-424 0 0,0 0 0 0 0,0-1 1 0 0,-27 10-1 0 0,1 1-35 0 0,-219 88 11646 0 0,252-115-9084 0 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2:19.87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655 96 1281 0 0,'0'-2'663'0'0,"-10"-17"5201"0"0,4 33 9290 0 0,4 25-11240 0 0,8 37-4690 0 0,-5-41 890 0 0,-1-34-114 0 0,0 0 0 0 0,0 0 0 0 0,-1 0 0 0 0,1 0 0 0 0,-1 1 0 0 0,1-1 0 0 0,-1 0 0 0 0,1 0 0 0 0,-1 0 0 0 0,0 0 0 0 0,1 0 0 0 0,-1 0 0 0 0,0 0 0 0 0,0-1 0 0 0,0 1 0 0 0,0 0 0 0 0,1 0 0 0 0,-1 0 0 0 0,-1-1 0 0 0,1 1 0 0 0,0-1 0 0 0,0 1 0 0 0,0-1 0 0 0,0 1 0 0 0,0-1 0 0 0,0 0 0 0 0,-1 1 0 0 0,1-1 0 0 0,-2 0 0 0 0,-1 1 0 0 0,-8 3-382 0 0,0-1 0 0 0,0 0 1 0 0,0-1-1 0 0,-18 0 1 0 0,16-1-657 0 0,1-2 0 0 0,0 0 0 0 0,-1 0 0 0 0,1-1 1 0 0,0-1-1 0 0,-22-7 0 0 0,20 4-172 0 0,0-1-1 0 0,1 0 1 0 0,-1 0 0 0 0,1-2-1 0 0,-15-11 1 0 0,15 8 575 0 0,0 0 1 0 0,-16-18-1 0 0,-1-6 2340 0 0,-51-77 8457 0 0,85 117-5805 0 0,7 13-2392 0 0,-8-13-1818 0 0,15 19-147 0 0,1-1 0 0 0,0-1 0 0 0,28 24 0 0 0,19 24 3 0 0,-27-19-50 0 0,-37-49 50 0 0,-5 26 1 0 0,2-23-300 0 0,0 1 0 0 0,0-1 0 0 0,-1 1 0 0 0,0-1 0 0 0,0 0 0 0 0,0 0 0 0 0,0-1 0 0 0,-1 1 0 0 0,1 0 0 0 0,-8 4 0 0 0,-43 28-3253 0 0,-18 3-4743 0 0,-38 16 7878 0 0,46-24-1869 0 0,43-34 16415 0 0,20 2-12589 0 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2:20.282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1 1585 0 0,'0'0'5199'0'0,"17"12"12171"0"0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2:20.54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4 1 979 0 0,'0'0'2331'0'0,"0"16"2993"0"0,-1-6 6362 0 0,1-8-11352 0 0,-1-1 0 0 0,1 1 0 0 0,0-1 1 0 0,-1 1-1 0 0,1-1 0 0 0,0 1 1 0 0,0-1-1 0 0,0 1 0 0 0,0-1 0 0 0,0 1 1 0 0,0-1-1 0 0,0 1 0 0 0,1-1 0 0 0,-1 1 1 0 0,1 2-1 0 0,0-4-326 0 0,-1 1 0 0 0,0-1 0 0 0,1 1 0 0 0,-1-1 0 0 0,1 1 0 0 0,0-1 0 0 0,-1 1 0 0 0,1-1 0 0 0,-1 1 0 0 0,1-1 0 0 0,-1 0 0 0 0,1 1 0 0 0,0-1 0 0 0,-1 0 0 0 0,1 0 0 0 0,0 1 0 0 0,0-1 0 0 0,-1 0 0 0 0,1 0 0 0 0,0 0 0 0 0,1 0 0 0 0,2 0-34 0 0,-1-1 0 0 0,1 1-1 0 0,0-1 1 0 0,0 0 0 0 0,-1 0 0 0 0,1 0-1 0 0,4-3 1 0 0,-6 4-926 0 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2:22.801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172 76 483 0 0,'6'7'4331'0'0,"-13"-8"4453"0"0,-8-6 1217 0 0,9 3-7386 0 0,5 4-2618 0 0,-1-1 1 0 0,1 0 0 0 0,0 0 0 0 0,0 0 0 0 0,0 0 0 0 0,0-1 0 0 0,0 1-1 0 0,0 0 1 0 0,0 0 0 0 0,0 0 0 0 0,0-1 0 0 0,0 1 0 0 0,1-1-1 0 0,-1 1 1 0 0,1 0 0 0 0,-1-1 0 0 0,1 1 0 0 0,-1-1 0 0 0,1 1 0 0 0,0-1-1 0 0,0 1 1 0 0,0-1 0 0 0,0 0 0 0 0,0 1 0 0 0,0-1 0 0 0,0 1-1 0 0,0-1 1 0 0,0 1 0 0 0,1-1 0 0 0,-1 1 0 0 0,1-1 0 0 0,0-1 0 0 0,2 0-45 0 0,-2 1 49 0 0,1 0 1 0 0,0 1 0 0 0,0-1 0 0 0,-1 0 0 0 0,1 1 0 0 0,0-1-1 0 0,0 1 1 0 0,0 0 0 0 0,1 0 0 0 0,-1 0 0 0 0,0 0 0 0 0,0 0-1 0 0,1 0 1 0 0,-1 0 0 0 0,0 1 0 0 0,1-1 0 0 0,-1 1 0 0 0,1 0-1 0 0,-1 0 1 0 0,0 0 0 0 0,4 0 0 0 0,31 4-2007 0 0,-2 0 3881 0 0,-33-4-1721 0 0,27 13-1497 0 0,-19-4-8700 0 0,-6-1 3524 0 0,-6 0 3685 0 0,-4 1 3842 0 0,5-8-947 0 0,-20 7-77 0 0,-2 2 135 0 0,11-8-561 0 0,-22 3 6135 0 0,32-5-5593 0 0,-11 1 8672 0 0,-12-1-5834 0 0,14-2-945 0 0,9 2-1515 0 0,-28 0-472 0 0,24 1-35 0 0,-30 7 71 0 0,34-8-52 0 0,1 0-39 0 0,0 0 48 0 0,0 0 0 0 0,0 1 0 0 0,0-1 0 0 0,0 0 0 0 0,-1 0 0 0 0,1 0 0 0 0,0 1 0 0 0,0-1 0 0 0,0 1 0 0 0,1-1 0 0 0,-1 0 0 0 0,0 1 0 0 0,0 0 0 0 0,0-1 0 0 0,0 1 0 0 0,0 0 0 0 0,0-1 0 0 0,1 1 0 0 0,-1 0 0 0 0,-1 1 0 0 0,-21 33 91 0 0,17-22-192 0 0,1 0 1 0 0,0 1 0 0 0,1 0 0 0 0,0-1-1 0 0,-3 24 1 0 0,4 6-7852 0 0,3 1 3755 0 0,23 158 3909 0 0,-22-195 35 0 0,9 44 413 0 0,-5-28-105 0 0,-2-1-1 0 0,3 39 1 0 0,-8 11-395 0 0,1-37 1048 0 0,0-2 3467 0 0,1-31-4201 0 0,-1 9 253 0 0,1-1 1 0 0,0 1 0 0 0,0-1-1 0 0,1 1 1 0 0,4 16 0 0 0,-1-5-4285 0 0,-4-19 2742 0 0,8 7 1996 0 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2:23.57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20 1 611 0 0,'0'2'14031'0'0,"-1"9"-5908"0"0,1 0-4688 0 0,4 22-3477 0 0,0-13 82 0 0,-4-18-49 0 0,-5 7 34 0 0,5-9-113 0 0,0 0 1 0 0,0 1-1 0 0,-1-1 1 0 0,1 0-1 0 0,0 0 1 0 0,0 0-1 0 0,0 0 1 0 0,-1 0-1 0 0,1 1 1 0 0,0-1-1 0 0,0 0 1 0 0,-1 0-1 0 0,1 0 1 0 0,0 0-1 0 0,0 0 1 0 0,-1 0-1 0 0,1 0 1 0 0,0 0-1 0 0,0 0 1 0 0,-1 0-1 0 0,1 0 1 0 0,0 0-1 0 0,0 0 1 0 0,-1 0 0 0 0,1 0-1 0 0,0 0 1 0 0,0 0-1 0 0,-1 0 1 0 0,1 0-1 0 0,0 0 1 0 0,0 0-1 0 0,0-1 1 0 0,-1 1-1 0 0,1 0 1 0 0,0 0-1 0 0,0 0 1 0 0,0 0-1 0 0,-1 0 1 0 0,1-1-1 0 0,0 1 1 0 0,0 0-1 0 0,0 0 1 0 0,0 0-1 0 0,-1-1 1 0 0,1 1-1 0 0,0 0 1 0 0,0 0-1 0 0,0-1 1 0 0,0 1-1 0 0,0 0 1 0 0,0 0-1 0 0,0-1 1 0 0,0 1-1 0 0,0 0 1 0 0,0 0 0 0 0,0-1-1 0 0,-10-18-8144 0 0,9 17 5952 0 0,7 1-2922 0 0,7-3 2182 0 0,-12 4 2465 0 0,1-1-1377 0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2:39.65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225 35 376 0 0,'-1'-5'-633'0'0,"0"-1"1910"0"0,1-1 4591 0 0,7-9 13454 0 0,-7 15-19319 0 0,1 1-10 0 0,0 1 7 0 0,0-1 0 0 0,-1 1 1 0 0,1-1-1 0 0,0 1 0 0 0,-1 0 0 0 0,1-1 0 0 0,-1 1 0 0 0,1 0 0 0 0,0-1 0 0 0,-1 1 0 0 0,1 0 0 0 0,-1 0 0 0 0,0-1 0 0 0,1 1 0 0 0,-1 0 0 0 0,0 0 0 0 0,1 0 0 0 0,-1-1 0 0 0,0 1 0 0 0,0 2 0 0 0,5 19 5 0 0,-5-20-9 0 0,1 0-6 0 0,0 24 4 0 0,-9 6-5 0 0,-5-1 37 0 0,12-29-28 0 0,-20 32 11 0 0,9-18-9 0 0,10-14 0 0 0,0 0 0 0 0,0 1 0 0 0,0-1 0 0 0,0 0 0 0 0,0 0 0 0 0,0 0 0 0 0,-1-1 0 0 0,1 1 0 0 0,-5 2 0 0 0,1 0 0 0 0,-37 21-10 0 0,31-18-13 0 0,-39 15 43 0 0,50-21-26 0 0,-24-4-2563 0 0,-1 2 4318 0 0,23 1-2459 0 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2:40.95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0 466 0 0,'0'3'14644'0'0,"3"9"-6850"0"0,-3-7-7039 0 0,4 33 2357 0 0,-4-9-3669 0 0,-2 4 557 0 0,2 6-1289 0 0,-1-7-2240 0 0,5 44 0 0 0,-3-74 3372 0 0,0 13-1219 0 0,0 1-4800 0 0,2 6 5085 0 0,-3-20 1134 0 0,3 9 897 0 0,0 2 3293 0 0,-2-3-2530 0 0,0-1 0 0 0,1 0 0 0 0,0-1 0 0 0,1 1 0 0 0,0 0 0 0 0,7 13 0 0 0,-9-21-1699 0 0,-1 5-1 0 0,0-2-4 0 0,1-1 1 0 0,-1 1 0 0 0,1-1-1 0 0,-1 0 1 0 0,1 1 0 0 0,0-1 0 0 0,1 0-1 0 0,1 5 1 0 0,-2-7-1 0 0,0 10-5 0 0,1-3 11 0 0,-2-6-16 0 0,4 9 30 0 0,-2-3-21 0 0,-2-6-1 0 0,2 9-3034 0 0,-1 2-9594 0 0,1-5 13151 0 0,4 3 4414 0 0,-2-2 1036 0 0,-8-8-6915 0 0,-4-3-4789 0 0,-14-4-9544 0 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5:21.701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85 32 1022 0 0,'0'0'1053'0'0,"-5"-11"1597"0"0,1 2 2490 0 0,-2-2-2644 0 0,1 12 2780 0 0,-1 24 3213 0 0,6-22-8401 0 0,-50 304-88 0 0,42-228-78 0 0,8-78-202 0 0,0 1 0 0 0,0-1 0 0 0,0 1 0 0 0,0-1 0 0 0,0 1 0 0 0,0-1 0 0 0,0 0 0 0 0,1 1 0 0 0,-1-1 0 0 0,0 0 0 0 0,1 1 0 0 0,0-1 0 0 0,-1 0 0 0 0,1 0 0 0 0,0 1 0 0 0,-1-1-1 0 0,2 2 1 0 0,-1-2-1073 0 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5:22.16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632 1 1598 0 0,'-2'2'14227'0'0,"-1"3"-8115"0"0,-9 12-2418 0 0,6-11-3662 0 0,-1 0 0 0 0,1-1 0 0 0,-1 0 0 0 0,0 0 0 0 0,0 0 0 0 0,-1-1 0 0 0,1 0 0 0 0,-1 0 0 0 0,0-1 0 0 0,0 0 0 0 0,0 0-1 0 0,-15 2 1 0 0,-8 1 52 0 0,-60 3 0 0 0,24-7-84 0 0,-81-7 0 0 0,137 4 0 0 0,-8-1 0 0 0,10 4 0 0 0,-2 3 0 0 0,6-2-221 0 0,0 0 1 0 0,0 0-1 0 0,1 1 0 0 0,-1-1 1 0 0,1 1-1 0 0,0 0 1 0 0,0 1-1 0 0,0-1 1 0 0,1 1-1 0 0,-1-1 1 0 0,1 1-1 0 0,-4 9 1 0 0,-3 7-1746 0 0,-13 39 1 0 0,21-55 1821 0 0,-19 92-16613 0 0,16-79 14249 0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5:23.52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555 270 1166 0 0,'0'0'69'0'0,"0"-1"1"0"0,0 1-1 0 0,0 0 1 0 0,0 0-1 0 0,0 0 1 0 0,0 0-1 0 0,0-1 1 0 0,0 1-1 0 0,0 0 0 0 0,0 0 1 0 0,-1 0-1 0 0,1 0 1 0 0,0 0-1 0 0,0-1 1 0 0,0 1-1 0 0,0 0 0 0 0,0 0 1 0 0,0 0-1 0 0,-1 0 1 0 0,1 0-1 0 0,0 0 1 0 0,0-1-1 0 0,0 1 1 0 0,0 0-1 0 0,0 0 0 0 0,-1 0 1 0 0,1 0-1 0 0,0 0 1 0 0,0 0-1 0 0,0 0 1 0 0,-1 0-1 0 0,1 0 0 0 0,0 0 1 0 0,0 0-1 0 0,0 0 1 0 0,0 0-1 0 0,-1 0 1 0 0,1 0-1 0 0,0 0 0 0 0,0 0 1 0 0,0 0-1 0 0,0 0 1 0 0,-1 0-1 0 0,1 0 1 0 0,0 0-1 0 0,0 0 1 0 0,0 1-1 0 0,0-1 0 0 0,-1 0 1 0 0,1 0-1 0 0,0 0 1 0 0,0 0-1 0 0,0 0 1 0 0,-4 15 7945 0 0,3 11 1701 0 0,1-12-6324 0 0,0-11-3217 0 0,-1 62-674 0 0,0-1-1242 0 0,8 68 1 0 0,-6-115-125 0 0,1 0-3261 0 0,4-6 7756 0 0,-5-10-1411 0 0,-6-9-6167 0 0,-12-10 5283 0 0,11 12-350 0 0,1 0 158 0 0,-31-34 2915 0 0,11 19-4711 0 0,23 20 1404 0 0,-12-2 2249 0 0,2 3 1761 0 0,1 8-4693 0 0,-7 11-308 0 0,1 1 0 0 0,1 0-1 0 0,1 1 1 0 0,0 1 0 0 0,-20 43 0 0 0,10-18 1959 0 0,-91 170-544 0 0,102-173 1943 0 0,14-42-1564 0 0,2-9 5879 0 0,1-5-3595 0 0,-1 7-2880 0 0,30-108 109 0 0,19-61-190 0 0,-6 65-3017 0 0,-41 99 2028 0 0,-1 0 1 0 0,0 1-1 0 0,0-2 0 0 0,-1 1 0 0 0,-1 0 1 0 0,1-19-1 0 0,2-8 279 0 0,-8 21 2732 0 0,2 7 1029 0 0,7 2 1787 0 0,-5 6-4657 0 0,1 1 1 0 0,-1-1 0 0 0,1 0 0 0 0,-1 1 0 0 0,1-1 0 0 0,0 1-1 0 0,-1 0 1 0 0,1-1 0 0 0,0 1 0 0 0,0 0 0 0 0,-1-1 0 0 0,1 1-1 0 0,0 0 1 0 0,-1 0 0 0 0,1-1 0 0 0,0 1 0 0 0,0 0 0 0 0,0 0-1 0 0,-1 0 1 0 0,1 0 0 0 0,0 0 0 0 0,0 0 0 0 0,0 0 0 0 0,-1 0-1 0 0,2 1 1 0 0,0 0 2 0 0,0 0 1 0 0,-1 0-1 0 0,1 0 0 0 0,-1 0 0 0 0,1 0 0 0 0,-1 0 1 0 0,1 0-1 0 0,-1 1 0 0 0,0-1 0 0 0,0 1 1 0 0,2 1-1 0 0,1 3-27 0 0,0 1 1 0 0,-1-1-1 0 0,0 1 0 0 0,0-1 1 0 0,-1 1-1 0 0,4 13 1 0 0,-5-16-267 0 0,0 0 1 0 0,0 0 0 0 0,-1 0-1 0 0,1 0 1 0 0,-1 1 0 0 0,0-1 0 0 0,0 0-1 0 0,0 0 1 0 0,0 1 0 0 0,-1-1-1 0 0,0 0 1 0 0,0 0 0 0 0,0 0 0 0 0,0 0-1 0 0,-1 0 1 0 0,1 0 0 0 0,-1 0-1 0 0,0 0 1 0 0,0 0 0 0 0,-1-1 0 0 0,1 1-1 0 0,-1-1 1 0 0,0 0 0 0 0,1 0-1 0 0,-1 0 1 0 0,-6 4 0 0 0,0-1-551 0 0,-1-1 0 0 0,0 0 0 0 0,0 0 0 0 0,-1-1 0 0 0,1-1 0 0 0,-1 0 0 0 0,-18 3 0 0 0,17-3 819 0 0,0-1 0 0 0,-1 0 0 0 0,1 0 0 0 0,-1-1 0 0 0,0-1 0 0 0,1 0 0 0 0,-1-1 0 0 0,0 0 0 0 0,1-1 0 0 0,-1 0-1 0 0,1-1 1 0 0,0-1 0 0 0,0 0 0 0 0,0 0 0 0 0,-16-10 0 0 0,26 13 315 0 0,1 0 1 0 0,-1 0-1 0 0,1 0 0 0 0,-1-1 0 0 0,1 1 1 0 0,-1-1-1 0 0,1 1 0 0 0,0-1 0 0 0,0 0 0 0 0,0 1 1 0 0,0-1-1 0 0,0 0 0 0 0,0 0 0 0 0,0 0 0 0 0,0 0 1 0 0,0-3-1 0 0,0-2 640 0 0,0-1 0 0 0,0 1 1 0 0,1 0-1 0 0,0 0 0 0 0,2-10 1 0 0,2-10-1142 0 0,14-48 0 0 0,-10 47-123 0 0,5-39 1 0 0,-6 9-1591 0 0,6-44-4771 0 0,-7 32 6060 0 0,-5 59 582 0 0,0 0-1 0 0,-1 0 1 0 0,-1-1-1 0 0,0 1 1 0 0,0 0-1 0 0,-5-19 1 0 0,5 23 1218 0 0,3-3-4147 0 0,1 17-2967 0 0,-4 48 33 0 0,-2-42 2931 0 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5:24.355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11 23 679 0 0,'-1'8'26270'0'0,"-6"-18"-27012"0"0,6 9 737 0 0,5-19-208 0 0,-3 26 241 0 0,-1 1-1 0 0,1-1 0 0 0,-2 0 1 0 0,1 0-1 0 0,-1 1 1 0 0,0-1-1 0 0,-2 7 0 0 0,3-13-26 0 0,0 0-1 0 0,0 0 0 0 0,0 0 0 0 0,0 0 0 0 0,0 0 0 0 0,0 0 0 0 0,-1 0 1 0 0,1 1-1 0 0,0-1 0 0 0,0 0 0 0 0,0 0 0 0 0,0 0 0 0 0,0 0 0 0 0,0 0 1 0 0,0 1-1 0 0,0-1 0 0 0,0 0 0 0 0,0 0 0 0 0,0 0 0 0 0,0 0 1 0 0,0 1-1 0 0,0-1 0 0 0,0 0 0 0 0,0 0 0 0 0,0 0 0 0 0,0 0 0 0 0,0 1 1 0 0,0-1-1 0 0,0 0 0 0 0,0 0 0 0 0,0 0 0 0 0,0 0 0 0 0,0 0 0 0 0,0 1 1 0 0,0-1-1 0 0,1 0 0 0 0,-1 0 0 0 0,0 0 0 0 0,0 0 0 0 0,0 0 0 0 0,0 0 1 0 0,0 1-1 0 0,0-1 0 0 0,0 0 0 0 0,1 0 0 0 0,-1 0 0 0 0,0 0 0 0 0,0 0 1 0 0,0 0-1 0 0,0 0 0 0 0,1 0 0 0 0,-1 0 0 0 0,0 0 0 0 0,0 0 0 0 0,0 0 1 0 0,5-18-34 0 0,1 0-2672 0 0,-5 29 5440 0 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5:29.36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8 23 900 0 0,'0'-1'268'0'0,"1"1"-1"0"0,-1-1 1 0 0,0 1 0 0 0,0-1-1 0 0,0 0 1 0 0,1 1 0 0 0,-1-1-1 0 0,0 1 1 0 0,0-1 0 0 0,0 0-1 0 0,0 1 1 0 0,0-1 0 0 0,0 0-1 0 0,0 1 1 0 0,0-1 0 0 0,-1 1-1 0 0,1-1 1 0 0,0 0 0 0 0,0 1-1 0 0,0-1 1 0 0,-1 1 0 0 0,1-1-1 0 0,0 1 1 0 0,-1-1 0 0 0,1 1-1 0 0,0-1 1 0 0,-1 1 0 0 0,1-1-1 0 0,-1 1 1 0 0,1-1 0 0 0,-1 1-1 0 0,0-1 1 0 0,-1-1-1550 0 0,1 1 2289 0 0,5 23 1324 0 0,22 32 10114 0 0,-16-36-10465 0 0,12 24-7423 0 0,59 81 8203 0 0,-78-115-277 0 0,1-3-5545 0 0,12 0 2881 0 0,-28-5 3624 0 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5:31.057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327 1 369 0 0,'-6'7'21929'0'0,"-16"10"-17314"0"0,-10-6-5206 0 0,30-10 483 0 0,-86 32-5460 0 0,43-15-1566 0 0,-57 15 0 0 0,93-30 5545 0 0,-8 2 2099 0 0,14-5-1525 0 0,7-4-2366 0 0,4-1 2481 0 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5:31.87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92 0 705 0 0,'-1'2'14110'0'0,"-5"8"-6108"0"0,-11 39-4242 0 0,3 33-3733 0 0,8-42-417 0 0,-41 295 353 0 0,47-296-2469 0 0,1-25 4075 0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5:33.68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1556 86 1077 0 0,'-1'0'13329'0'0,"-8"3"-5042"0"0,8-2-8043 0 0,-1 1 1 0 0,0-1-1 0 0,1 1 1 0 0,-1-1-1 0 0,1 1 1 0 0,-1-1-1 0 0,1 1 1 0 0,0 0-1 0 0,0 0 1 0 0,0-1-1 0 0,0 1 1 0 0,0 0-1 0 0,0 0 1 0 0,0 0-1 0 0,1 0 1 0 0,-1 0-1 0 0,0 4 1 0 0,-4 21-1125 0 0,5-25 872 0 0,-3 9-1549 0 0,-1-1 1 0 0,0 1 0 0 0,0-1-1 0 0,-10 15 1 0 0,12-22 990 0 0,0 0 0 0 0,-1 0 0 0 0,0 0 0 0 0,1 0 0 0 0,-1-1 0 0 0,0 1 0 0 0,-1-1 0 0 0,1 0 0 0 0,0 0 0 0 0,0 0 0 0 0,-1 0 0 0 0,1 0 0 0 0,-1-1 0 0 0,0 0 0 0 0,1 1 0 0 0,-8 0 0 0 0,8-1 487 0 0,0-1 0 0 0,0 0 0 0 0,0 1 0 0 0,0-1 0 0 0,0 0 1 0 0,0 0-1 0 0,0-1 0 0 0,1 1 0 0 0,-1-1 0 0 0,0 1 1 0 0,0-1-1 0 0,0 0 0 0 0,0 0 0 0 0,1 0 0 0 0,-1 0 0 0 0,1-1 1 0 0,-1 1-1 0 0,1-1 0 0 0,-1 1 0 0 0,1-1 0 0 0,0 0 1 0 0,0 0-1 0 0,-4-4 0 0 0,-12-26 1361 0 0,9-4 4772 0 0,8 34-5792 0 0,1-14 2038 0 0,-1 9 4347 0 0,0 13-6485 0 0,0 0 0 0 0,-1 0-1 0 0,0 1 1 0 0,0-1 0 0 0,0 0 0 0 0,-1-1-1 0 0,0 1 1 0 0,0 0 0 0 0,0-1-1 0 0,-1 0 1 0 0,0 1 0 0 0,0-1 0 0 0,-8 7-1 0 0,8-8-230 0 0,0-1 0 0 0,0 1 0 0 0,0-1 0 0 0,0 0-1 0 0,-1 0 1 0 0,1-1 0 0 0,-1 1 0 0 0,0-1 0 0 0,0 0-1 0 0,0-1 1 0 0,0 1 0 0 0,0-1 0 0 0,0 0 0 0 0,-1 0 0 0 0,1 0-1 0 0,0-1 1 0 0,-11 0 0 0 0,13-1-216 0 0,0 1 1 0 0,0-1-1 0 0,0 0 0 0 0,0 0 1 0 0,0 0-1 0 0,0 0 0 0 0,0 0 1 0 0,0-1-1 0 0,0 1 0 0 0,0-1 1 0 0,1 0-1 0 0,-1 0 0 0 0,1 0 1 0 0,-1 0-1 0 0,1 0 0 0 0,0 0 1 0 0,0-1-1 0 0,0 1 0 0 0,0-1 1 0 0,0 1-1 0 0,-1-5 0 0 0,-2-3-302 0 0,0-1-1 0 0,2 0 0 0 0,-1 0 1 0 0,-2-16-1 0 0,2 12 1626 0 0,4 13 494 0 0,-1 14 5319 0 0,-1 3-5342 0 0,1-9-1656 0 0,-1 0 0 0 0,1 0 0 0 0,-1 0 1 0 0,-1-1-1 0 0,1 1 0 0 0,-1-1 0 0 0,0 1 1 0 0,0-1-1 0 0,-1 0 0 0 0,1 0 0 0 0,-1 0 0 0 0,0-1 1 0 0,0 1-1 0 0,-1-1 0 0 0,-8 6 0 0 0,7-5-1605 0 0,-1-1 0 0 0,0 1-1 0 0,0-1 1 0 0,-1-1-1 0 0,1 1 1 0 0,-15 3-1 0 0,20-6 892 0 0,-5-3 521 0 0,4 2 304 0 0,1-1-1 0 0,-1 1 1 0 0,1-1-1 0 0,-1 0 1 0 0,1 0 0 0 0,-1 1-1 0 0,1-1 1 0 0,0-1-1 0 0,-1 1 1 0 0,1 0 0 0 0,0-1-1 0 0,0 1 1 0 0,0-1-1 0 0,0 1 1 0 0,0-1 0 0 0,0 0-1 0 0,0 0 1 0 0,1 0-1 0 0,-1 0 1 0 0,1 0 0 0 0,-1-1-1 0 0,1 1 1 0 0,-1-4-1 0 0,-3-4 2397 0 0,0-1 0 0 0,1 0 0 0 0,1 0-1 0 0,0 0 1 0 0,0-1 0 0 0,0-16 0 0 0,3 34-2375 0 0,-1-1 0 0 0,1 1 0 0 0,-1-1 1 0 0,0 1-1 0 0,0-1 0 0 0,-1 1 0 0 0,1-1 1 0 0,-1 0-1 0 0,-4 8 0 0 0,4-9-631 0 0,-1 0 1 0 0,0 0-1 0 0,0 0 0 0 0,0 0 0 0 0,-1 0 0 0 0,1-1 0 0 0,-1 0 0 0 0,0 1 1 0 0,0-1-1 0 0,0 0 0 0 0,0-1 0 0 0,0 1 0 0 0,0-1 0 0 0,-8 3 0 0 0,6-3-79 0 0,0 0 0 0 0,0-1 0 0 0,0 0 0 0 0,0 0-1 0 0,0 0 1 0 0,0-1 0 0 0,0 0 0 0 0,0 0-1 0 0,0 0 1 0 0,0-1 0 0 0,-9-1 0 0 0,10 0 903 0 0,0 1 0 0 0,0-1 1 0 0,0 0-1 0 0,0 0 0 0 0,0-1 0 0 0,1 1 1 0 0,-1-1-1 0 0,-4-4 0 0 0,3 2-135 0 0,0-1-1 0 0,0 0 1 0 0,0 0-1 0 0,1-1 1 0 0,0 0-1 0 0,0 0 1 0 0,1 0-1 0 0,-7-15 1 0 0,8 15 7902 0 0,-2 2-5390 0 0,1 4-2354 0 0,6 10 664 0 0,-1-5-632 0 0,0-1-1 0 0,0 1 1 0 0,-1-1-1 0 0,1 1 1 0 0,-1-1-1 0 0,0 1 1 0 0,0 0-1 0 0,0-1 1 0 0,0 1-1 0 0,0 0 0 0 0,-1-1 1 0 0,0 1-1 0 0,-1 4 1 0 0,0-4-262 0 0,1 0 1 0 0,-2 1 0 0 0,1-1-1 0 0,0 0 1 0 0,-1 0-1 0 0,0 0 1 0 0,0 0-1 0 0,0 0 1 0 0,-5 4-1 0 0,4-4-340 0 0,-1 0-1 0 0,0 0 0 0 0,0-1 0 0 0,0 0 0 0 0,-1 0 0 0 0,1 0 0 0 0,-1 0 0 0 0,0-1 0 0 0,1 0 0 0 0,-1 0 0 0 0,0 0 0 0 0,0-1 0 0 0,-1 0 0 0 0,1 0 0 0 0,-11 0 0 0 0,8-2-569 0 0,0 0-1 0 0,1 0 1 0 0,-1-1-1 0 0,1 0 1 0 0,-1-1-1 0 0,1 0 1 0 0,-12-6 0 0 0,9 3 493 0 0,0-1 0 0 0,0 0 0 0 0,1-1 0 0 0,-15-13 0 0 0,-1-7 1050 0 0,1-1-1 0 0,-33-48 0 0 0,19 22-989 0 0,8 18 817 0 0,30 36-300 0 0,-11-9 8720 0 0,14 19-3698 0 0,2 2-4883 0 0,-1 1 1 0 0,2-1 0 0 0,-1 1-1 0 0,12 17 1 0 0,2-1-4200 0 0,37 44 0 0 0,-34-47-38 0 0,34 53 0 0 0,-54-76 4082 0 0,0 0-1 0 0,0 0 0 0 0,0 0 1 0 0,0 0-1 0 0,0 0 1 0 0,-1 0-1 0 0,1 0 1 0 0,-1 1-1 0 0,0-1 0 0 0,1 0 1 0 0,-1 0-1 0 0,0 0 1 0 0,0 1-1 0 0,0-1 1 0 0,-1 0-1 0 0,1 0 0 0 0,0 0 1 0 0,-1 0-1 0 0,0 3 1 0 0,-1-2 400 0 0,0 1-1 0 0,0-1 1 0 0,0 1 0 0 0,0-1 0 0 0,-1 0 0 0 0,1 0 0 0 0,-1 0-1 0 0,0 0 1 0 0,-6 4 0 0 0,-5 3 1662 0 0,-1 0 0 0 0,0-2 0 0 0,-30 13 0 0 0,36-17-2011 0 0,-45 17-4299 0 0,-109 29 1 0 0,161-50 3523 0 0,13 2-9065 0 0,1 0 2014 0 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5:34.28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0 1248 0 0,'0'0'8249'0'0,"13"10"5727"0"0,-9-5-10971 0 0,7 6-3277 0 0,-10-10 241 0 0,17 22-1348 0 0,-17-22 1401 0 0,0 0-1 0 0,0 0 1 0 0,0 0-1 0 0,0-1 1 0 0,1 1 0 0 0,-1 0-1 0 0,0-1 1 0 0,0 1-1 0 0,0 0 1 0 0,1-1-1 0 0,-1 0 1 0 0,0 1 0 0 0,0-1-1 0 0,1 0 1 0 0,-1 1-1 0 0,0-1 1 0 0,1 0-1 0 0,-1 0 1 0 0,0 0 0 0 0,1 0-1 0 0,-1-1 1 0 0,0 1-1 0 0,3-1 1 0 0,-1 0-60 0 0,-1 0-1 0 0,1 0 1 0 0,0-1-1 0 0,-1 1 1 0 0,1-1 0 0 0,-1 1-1 0 0,1-1 1 0 0,-1 0-1 0 0,3-3 1 0 0,-4 4-868 0 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5:34.57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0 847 0 0,'6'3'14290'0'0,"9"3"-7624"0"0,-13-6-5270 0 0,20 3 1527 0 0,-19-3-2919 0 0,0 1 1 0 0,-1 0 0 0 0,1 0-1 0 0,-1 0 1 0 0,1 0 0 0 0,-1 0-1 0 0,1 0 1 0 0,-1 1 0 0 0,0-1-1 0 0,0 1 1 0 0,1-1 0 0 0,-1 1-1 0 0,0 0 1 0 0,-1 0 0 0 0,1 0-1 0 0,0 0 1 0 0,2 3 0 0 0,-4-3-15 0 0,-9-11-909 0 0,-1-1 1856 0 0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5:34.80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25 0 1247 0 0,'-14'12'24890'0'0,"21"13"-26418"0"0,-6-24 1574 0 0,0 0 1 0 0,-1 1-1 0 0,1-1 0 0 0,0 0 1 0 0,-1 0-1 0 0,0 1 0 0 0,1-1 1 0 0,-1 0-1 0 0,0 1 0 0 0,0-1 1 0 0,0 0-1 0 0,1 1 0 0 0,-1-1 1 0 0,-1 0-1 0 0,1 1 0 0 0,0-1 1 0 0,0 0-1 0 0,0 1 0 0 0,-1-1 1 0 0,1 0-1 0 0,-1 1 0 0 0,1-1 1 0 0,-1 0-1 0 0,1 0 0 0 0,-1 0 1 0 0,0 1-1 0 0,0-1 0 0 0,1 0 1 0 0,-1 0-1 0 0,-2 1 0 0 0,-9 12 123 0 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5:35.437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5 10 1417 0 0,'-3'-9'1869'0'0,"2"16"2696"0"0,6 22 13553 0 0,-5-28-18117 0 0,1 0 1 0 0,-1 0-1 0 0,1-1 0 0 0,-1 1 0 0 0,1 0 0 0 0,-1 0 0 0 0,1 0 0 0 0,0 0 0 0 0,-1-1 0 0 0,1 1 0 0 0,0 0 0 0 0,-1-1 0 0 0,1 1 0 0 0,0-1 1 0 0,0 1-1 0 0,0-1 0 0 0,0 1 0 0 0,0-1 0 0 0,-1 1 0 0 0,1-1 0 0 0,0 0 0 0 0,0 1 0 0 0,0-1 0 0 0,0 0 0 0 0,0 0 0 0 0,0 0 0 0 0,0 0 0 0 0,0 0 1 0 0,0 0-1 0 0,0 0 0 0 0,0 0 0 0 0,0 0 0 0 0,0 0 0 0 0,0-1 0 0 0,0 1 0 0 0,0 0 0 0 0,0-1 0 0 0,1 0 0 0 0,-2 1 2 0 0,2 0-999 0 0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5:35.685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3 958 0 0,'7'-2'-445'0'0,"-2"2"4452"0"0,-6 10 4287 0 0,0-6-7860 0 0,0-2 1278 0 0,4 19 9541 0 0,-3-19-11255 0 0,1-1 2 0 0,1 0 0 0 0,-1 0 0 0 0,1 0 1 0 0,-1 0-1 0 0,1 0 0 0 0,0 0 0 0 0,-1-1 0 0 0,1 1 0 0 0,0 0 1 0 0,-1-1-1 0 0,1 0 0 0 0,0 1 0 0 0,0-1 0 0 0,-1 0 0 0 0,4 0 1 0 0,1 1-110 0 0,0-1 1 0 0,1-1-1 0 0,-1 1 1 0 0,0-1-1 0 0,0 0 1 0 0,0 0 0 0 0,7-3-1 0 0,-11 3-692 0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5:36.397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13 0 833 0 0,'0'0'3784'0'0,"8"18"17801"0"0,-18-21-21581 0 0,1 1-10 0 0,8 2-10 0 0,16-4-333 0 0,-8 1-1803 0 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5:50.377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37 0 565 0 0,'0'0'3323'0'0,"-2"3"-4419"0"0,-3 3 3681 0 0,-3 9 14523 0 0,8-10-14167 0 0,-2-2-2102 0 0,-7-13-901 0 0,8 9 49 0 0,-9 7 37 0 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5:52.022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372 1 831 0 0,'0'0'6084'0'0,"-4"9"-2397"0"0,3-8-3128 0 0,0 0-1 0 0,0 1 1 0 0,0-1-1 0 0,1 0 1 0 0,-1 1-1 0 0,1-1 1 0 0,-1 0-1 0 0,1 1 1 0 0,-1-1-1 0 0,1 1 1 0 0,0-1-1 0 0,-1 1 1 0 0,1-1-1 0 0,0 0 1 0 0,0 1-1 0 0,0-1 1 0 0,0 1-1 0 0,1-1 1 0 0,-1 1-1 0 0,0-1 1 0 0,1 3-1 0 0,4 23 2767 0 0,-5-9-3325 0 0,0-1 0 0 0,-2 1 0 0 0,-4 23 0 0 0,5-38 0 0 0,1-1 0 0 0,-1 1 0 0 0,0-1 0 0 0,0 1 0 0 0,0-1 0 0 0,0 1 0 0 0,0-1 0 0 0,-1 0 0 0 0,1 1 0 0 0,-1-1 0 0 0,1 0 0 0 0,-1 0 0 0 0,0 0 0 0 0,0 0 0 0 0,0 0 0 0 0,0-1 0 0 0,0 1 0 0 0,0-1 0 0 0,-1 1 0 0 0,1-1 0 0 0,-5 2 0 0 0,1-1 0 0 0,0 0 0 0 0,0 0 0 0 0,-1-1 0 0 0,1 0 0 0 0,-13 0 0 0 0,-35-4 0 0 0,48 2 0 0 0,1 0 0 0 0,0 0 0 0 0,0-1 0 0 0,0 0 0 0 0,0 0 0 0 0,1 0 0 0 0,-1-1 0 0 0,0 0 0 0 0,1 1 0 0 0,0-2 0 0 0,-1 1 0 0 0,-3-4 0 0 0,-7-10-1 0 0,1 0 1 0 0,-14-24-1 0 0,27 41 1 0 0,0-2-1 0 0,-11 19-106 0 0,7 25 1901 0 0,-3 1-4131 0 0,-30 96-16466 0 0,17-82 14401 0 0,14-37 2053 0 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5:52.58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50 4 1262 0 0,'3'-2'1686'0'0,"-3"2"-1639"0"0,0 0 1 0 0,0-1 0 0 0,0 1-1 0 0,0 0 1 0 0,1 0-1 0 0,-1 0 1 0 0,0 0 0 0 0,0 0-1 0 0,0 0 1 0 0,0 0-1 0 0,0 0 1 0 0,0 0 0 0 0,0-1-1 0 0,0 1 1 0 0,1 0 0 0 0,-1 0-1 0 0,0 0 1 0 0,0 0-1 0 0,0 0 1 0 0,0 0 0 0 0,0 0-1 0 0,0 0 1 0 0,1 0 0 0 0,-1 0-1 0 0,0 0 1 0 0,0 0-1 0 0,0 0 1 0 0,0 0 0 0 0,0 0-1 0 0,0 0 1 0 0,1 0-1 0 0,-1 0 1 0 0,0 0 0 0 0,0 0-1 0 0,0 0 1 0 0,0 0 0 0 0,0 0-1 0 0,0 1 1 0 0,0-1-1 0 0,1 0 1 0 0,-1 0 0 0 0,0 0-1 0 0,0 0 1 0 0,0 0 0 0 0,0 0-1 0 0,0 0 1 0 0,0 0-1 0 0,0 0 1 0 0,0 1 0 0 0,0-1-1 0 0,1 0 1 0 0,-1 8 5412 0 0,-2 7 6727 0 0,1-2-8259 0 0,1-11-3969 0 0,-1-1 0 0 0,1 0-1 0 0,0 1 1 0 0,0-1 0 0 0,-1 0-1 0 0,1 0 1 0 0,-1 1-1 0 0,1-1 1 0 0,-1 0 0 0 0,0 0-1 0 0,1 0 1 0 0,-1 0 0 0 0,0 0-1 0 0,0 0 1 0 0,1 0 0 0 0,-1 0-1 0 0,0 0 1 0 0,-1 1 0 0 0,1-2 41 0 0,-13-8-8 0 0,12 7-8 0 0,4-1-99 0 0,2-8-444 0 0,-6 12-12 0 0,-17 9-470 0 0,7-8 3351 0 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6:06.23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625 109 645 0 0,'-10'-13'25565'0'0,"6"26"-25568"0"0,2-8 4 0 0,0 0-1 0 0,1 1 1 0 0,-1-1 0 0 0,1 0 0 0 0,0 1-1 0 0,0-1 1 0 0,1 1 0 0 0,-1 6 0 0 0,6-2-10 0 0,-1 0 1 0 0,1 0 0 0 0,12 18 0 0 0,-16-27-17 0 0,12 14 13 0 0,-11-15 19 0 0,27-6 54 0 0,-8-17 75 0 0,-10-3-3604 0 0,-10 17 462 0 0,0-1 1 0 0,0 0-1 0 0,-1-17 0 0 0,-1 7-1065 0 0,0 17 4042 0 0,0 0 0 0 0,0-1 0 0 0,0 1 1 0 0,0 0-1 0 0,-1-1 0 0 0,1 1 0 0 0,-1 0 0 0 0,-3-4 0 0 0,-2-5-34 0 0,-1 3 208 0 0,6 8 984 0 0,0 0 0 0 0,-1 0 0 0 0,1 1 1 0 0,0-1-1 0 0,0 0 0 0 0,0 1 1 0 0,-1 0-1 0 0,1-1 0 0 0,0 1 0 0 0,0 0 1 0 0,-1 0-1 0 0,1 0 0 0 0,0 0 1 0 0,0 1-1 0 0,-5 0 0 0 0,-5 7 307 0 0,-29 50-1410 0 0,34-48 334 0 0,1 0-1 0 0,-1-1 0 0 0,-12 13 1 0 0,13-16-1534 0 0,-1 0 1 0 0,0 0-1 0 0,0-1 1 0 0,0 0-1 0 0,-1 0 1 0 0,0 0-1 0 0,-15 5 1 0 0,16-7 90 0 0,-1-1-1 0 0,0 0 1 0 0,1 0 0 0 0,-1-1 0 0 0,0 0 0 0 0,0 0-1 0 0,0-1 1 0 0,-16-1 0 0 0,15 0 1242 0 0,-1-1 0 0 0,1 0 1 0 0,0 0-1 0 0,-16-7 0 0 0,15 4-127 0 0,1 0-1 0 0,-1-1 0 0 0,1 0 1 0 0,0 0-1 0 0,0-1 0 0 0,1 0 1 0 0,0 0-1 0 0,-14-17 0 0 0,8 5 291 0 0,0-1-1 0 0,-21-41 0 0 0,34 59-185 0 0,-9-16 444 0 0,2 2 14419 0 0,26 41-15083 0 0,-5-9-2563 0 0,0-1 1 0 0,1-1 0 0 0,1 0 0 0 0,28 20 0 0 0,4-1 1380 0 0,-45-31 1416 0 0,0-1-179 0 0,-2-1 30 0 0,1 0 1 0 0,-1 0 0 0 0,0-1 0 0 0,1 1 1 0 0,-1 0-1 0 0,0 0 0 0 0,1 0 0 0 0,-1 0 0 0 0,0 0 0 0 0,1 0 0 0 0,-1 0 0 0 0,0 0 0 0 0,1 0 0 0 0,-1 0 0 0 0,0 0 1 0 0,1 0-1 0 0,-1 1 0 0 0,1-1 0 0 0,-1 0 0 0 0,0 0 0 0 0,0 0 0 0 0,1 0 0 0 0,-1 0 0 0 0,0 1 0 0 0,1-1 1 0 0,-1 0-1 0 0,0 0 0 0 0,0 1 0 0 0,1-1 0 0 0,-1 0 0 0 0,0 0 0 0 0,0 1 0 0 0,1-1 0 0 0,-1 0 0 0 0,0 1 0 0 0,0-1 1 0 0,0 0-1 0 0,0 1 0 0 0,1-1 0 0 0,-1 0 0 0 0,0 1 0 0 0,0-1 0 0 0,0 0 0 0 0,0 1 0 0 0,0-1 0 0 0,0 0 1 0 0,0 1-1 0 0,0-1 0 0 0,0 0 0 0 0,0 1 0 0 0,0-1 0 0 0,0 1 0 0 0,-1-1 0 0 0,1 0 0 0 0,0 1 0 0 0,0-1 0 0 0,0 0 1 0 0,0 0-1 0 0,0 1 0 0 0,-1-1 0 0 0,1 0 0 0 0,0 1 0 0 0,0-1 0 0 0,-1 0 0 0 0,1 0 0 0 0,0 1 0 0 0,-1-1 1 0 0,-21 22 1736 0 0,19-19-944 0 0,-30 30 1055 0 0,-14 19-4235 0 0,-1 2-501 0 0,15-21 4039 0 0,10-14-1213 0 0,-13 3 4274 0 0,34-21-4139 0 0,-34-6 9736 0 0,35 4-9822 0 0,-1-1 0 0 0,0 0 1 0 0,0 1-1 0 0,1-1 0 0 0,-1 0 1 0 0,1 0-1 0 0,0 0 0 0 0,-1 0 0 0 0,1-1 1 0 0,0 1-1 0 0,0 0 0 0 0,0 0 1 0 0,1-1-1 0 0,-1 1 0 0 0,1 0 1 0 0,-1-4-1 0 0,0 3-39 0 0,1-1 0 0 0,-1 1 1 0 0,0 0-1 0 0,0 0 0 0 0,0 1 0 0 0,-1-1 0 0 0,1 0 0 0 0,-1 0 1 0 0,1 0-1 0 0,-3-3 0 0 0,-3 0-2325 0 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6:06.74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407 11 1112 0 0,'8'-10'14310'0'0,"-17"17"-6738"0"0,-9 9-5568 0 0,-26 31-1 0 0,-7 8-2790 0 0,14-22 629 0 0,-1-2 0 0 0,-2-1 0 0 0,-1-2 1 0 0,-59 31-1 0 0,82-56 506 0 0,8-3-1872 0 0,1 1 3489 0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6:08.001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805 14 899 0 0,'10'-13'14784'0'0,"-17"20"-7393"0"0,-7 12-4381 0 0,9 9-2874 0 0,0 6-147 0 0,4-29 0 0 0,0-1-1 0 0,-1 1 1 0 0,1-1-1 0 0,-1 1 0 0 0,0-1 1 0 0,-1 1-1 0 0,1-1 1 0 0,-1 0-1 0 0,0 0 0 0 0,0-1 1 0 0,0 1-1 0 0,-1 0 1 0 0,1-1-1 0 0,-1 0 1 0 0,1 0-1 0 0,-1 0 0 0 0,-7 4 1 0 0,9-6 34 0 0,-7 4-3455 0 0,-6-5 3568 0 0,-9-4 2563 0 0,23 4-2747 0 0,-1-1 96 0 0,-16-20 726 0 0,2-47-813 0 0,15 66 65 0 0,3-18-48 0 0,-1 17 26 0 0,-6 22 6 0 0,3-12-10 0 0,0-1 0 0 0,-1 0-1 0 0,1 0 1 0 0,-1 1-1 0 0,-1-2 1 0 0,1 1-1 0 0,-1 0 1 0 0,0-1-1 0 0,-1 1 1 0 0,1-1 0 0 0,-1-1-1 0 0,0 1 1 0 0,0 0-1 0 0,-1-1 1 0 0,1 0-1 0 0,-1-1 1 0 0,0 1-1 0 0,0-1 1 0 0,-11 4 0 0 0,16-6 22 0 0,-2-1-25 0 0,0 1 0 0 0,0-1-1 0 0,0 0 1 0 0,0 0 0 0 0,0 0 0 0 0,0 0-1 0 0,0-1 1 0 0,0 1 0 0 0,-3-2 0 0 0,1-2-496 0 0,0 1 0 0 0,0-2 0 0 0,0 1-1 0 0,0-1 1 0 0,1 1 0 0 0,0-1 0 0 0,0 0 0 0 0,0-1 0 0 0,1 1 0 0 0,0-1 0 0 0,0 1 0 0 0,0-1 0 0 0,1 0 0 0 0,-1 0 0 0 0,2 0 0 0 0,-3-10 0 0 0,3 14 508 0 0,1 1-307 0 0,0 1-1 0 0,-1-1 0 0 0,1 1 0 0 0,0 0 1 0 0,-1-1-1 0 0,1 1 0 0 0,0-1 0 0 0,0 1 1 0 0,-1-1-1 0 0,1 1 0 0 0,0-1 0 0 0,0 1 1 0 0,0-1-1 0 0,0 1 0 0 0,0-1 0 0 0,-1 1 1 0 0,1-1-1 0 0,0 1 0 0 0,0-1 0 0 0,0 1 1 0 0,1-1-1 0 0,-1 1 0 0 0,0-1 0 0 0,0 0 1 0 0,0 1-1 0 0,1-1 0 0 0,-2-8-487 0 0,-5 15 3670 0 0,-6 13 9887 0 0,1 2-10095 0 0,-15 24-4975 0 0,-22 8 904 0 0,47-52 1309 0 0,1-1 51 0 0,-1 1 1 0 0,1-1 0 0 0,0 1-1 0 0,-1-1 1 0 0,1 1 0 0 0,-1-1-1 0 0,1 1 1 0 0,-1-1 0 0 0,1 1-1 0 0,-1-1 1 0 0,1 0 0 0 0,-1 1-1 0 0,1-1 1 0 0,-1 0-1 0 0,1 0 1 0 0,-1 1 0 0 0,0-1-1 0 0,1 0 1 0 0,-1 0 0 0 0,1 0-1 0 0,-1 0 1 0 0,0 1 0 0 0,1-1-1 0 0,-1 0 1 0 0,0 0 0 0 0,-17 0-10693 0 0,15 0 10558 0 0,0-1 0 0 0,0 0 0 0 0,0-1 1 0 0,0 1-1 0 0,0 0 0 0 0,0-1 0 0 0,0 1 1 0 0,0-1-1 0 0,1 0 0 0 0,-1 0 0 0 0,0 0 1 0 0,1-1-1 0 0,0 1 0 0 0,-3-3 1 0 0,-25-40 635 0 0,20 27-667 0 0,-4-7 2274 0 0,8 13 1073 0 0,5 10-3063 0 0,-5-5-4301 0 0,-3 1 4124 0 0,6 8 87 0 0,0 0 0 0 0,0 0 0 0 0,0 0 0 0 0,0 1 1 0 0,0-1-1 0 0,1 1 0 0 0,-1-1 0 0 0,1 1 0 0 0,0 0 0 0 0,-1 0 0 0 0,1 0 1 0 0,1 0-1 0 0,-1 0 0 0 0,0 1 0 0 0,-1 5 0 0 0,-1-1-14 0 0,-22 48 2185 0 0,2 0-4121 0 0,-25 55-4186 0 0,24-71 3516 0 0,9-21 807 0 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3T19:26:15.762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31 16727,'1372'-31'0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6:23.24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668 476 337 0 0,'-1'-2'17075'0'0,"-2"-4"-10547"0"0,-5-12-4266 0 0,6 11-2262 0 0,1 5-2 0 0,1 3-21 0 0,-1-1 24 0 0,0 0-1 0 0,0 0 1 0 0,1 1-1 0 0,-1-1 1 0 0,0 0-1 0 0,1 1 0 0 0,-1-1 1 0 0,1 1-1 0 0,-1-1 1 0 0,0 1-1 0 0,1-1 1 0 0,-1 1-1 0 0,1-1 1 0 0,-1 1-1 0 0,1-1 1 0 0,0 1-1 0 0,-1 0 0 0 0,1-1 1 0 0,0 1-1 0 0,-1 0 1 0 0,1-1-1 0 0,0 1 1 0 0,0 0-1 0 0,-1 0 1 0 0,1-1-1 0 0,0 1 0 0 0,0 0 1 0 0,0 1-1 0 0,-2 28 11 0 0,2-22-17 0 0,-2 29-36 0 0,1-35 72 0 0,-1 25-10 0 0,-1-24-7 0 0,1 0 0 0 0,-1 0 0 0 0,0 0-1 0 0,0 0 1 0 0,0 0 0 0 0,0 0 0 0 0,0-1 0 0 0,-1 1 0 0 0,1-1 0 0 0,-6 2 0 0 0,-38 16-5356 0 0,45-20 5180 0 0,-9 2-1511 0 0,-5 0-6089 0 0,13-2 7550 0 0,0 0-1 0 0,1 0 1 0 0,-1-1 0 0 0,0 1 0 0 0,0-1-1 0 0,0 0 1 0 0,0 0 0 0 0,0 0 0 0 0,1 0-1 0 0,-1 0 1 0 0,1 0 0 0 0,-5-4 0 0 0,5 4 242 0 0,-7-17-76 0 0,7-16 121 0 0,2 25 1675 0 0,1-1 1 0 0,1 0 0 0 0,3-14 0 0 0,-4 22-1742 0 0,1 15-6461 0 0,-2 13 6603 0 0,0-22 564 0 0,0-1 0 0 0,-1 1 0 0 0,0-1 0 0 0,0 1 0 0 0,0-1 0 0 0,0 1 0 0 0,0-1 0 0 0,0 1 0 0 0,-1-1 0 0 0,-3 5 0 0 0,3-4-716 0 0,-1-1 0 0 0,0 1 0 0 0,-1-1 0 0 0,1 1-1 0 0,-1-1 1 0 0,1 0 0 0 0,-6 3 0 0 0,0-1-1247 0 0,0 0 1 0 0,0 0-1 0 0,0-1 0 0 0,-1-1 0 0 0,0 0 0 0 0,-15 3 0 0 0,23-5 1316 0 0,-20-7-97 0 0,21 6 18 0 0,0 0 0 0 0,-1 0 1 0 0,1 0-1 0 0,0 0 0 0 0,-1-1 0 0 0,1 1 0 0 0,0 0 0 0 0,-1-1 0 0 0,1 1 0 0 0,0-1 0 0 0,-1 0 0 0 0,1 1 0 0 0,0-1 0 0 0,0 0 0 0 0,0 0 0 0 0,0 0 0 0 0,0 1 0 0 0,0-1 0 0 0,0 0 0 0 0,0-1 0 0 0,0 1 0 0 0,0 0 0 0 0,0-1 0 0 0,-1-2 398 0 0,0 0-1 0 0,1 0 0 0 0,0 0 1 0 0,0 0-1 0 0,0 0 1 0 0,0-1-1 0 0,0-5 0 0 0,-2-8 3489 0 0,3 16-3219 0 0,0-1-1331 0 0,1-9 4409 0 0,1 1 2209 0 0,-5 19-4631 0 0,-1 8-1714 0 0,-1-1 0 0 0,0 0-1 0 0,-9 16 1 0 0,-17-1 2644 0 0,-8-6-3637 0 0,28-19-464 0 0,-1 0 1 0 0,0-1-1 0 0,-1 0 0 0 0,1 0 1 0 0,-1-2-1 0 0,1 1 1 0 0,-1-2-1 0 0,-15 1 0 0 0,26-2 1956 0 0,-1 0-1 0 0,1-1 0 0 0,-1 1 0 0 0,1-1 0 0 0,-1 0 1 0 0,1 1-1 0 0,-1-1 0 0 0,1 0 0 0 0,0 0 0 0 0,-1-1 0 0 0,1 1 1 0 0,0 0-1 0 0,0-1 0 0 0,0 1 0 0 0,0-1 0 0 0,0 0 1 0 0,0 0-1 0 0,1 0 0 0 0,-1 0 0 0 0,1 0 0 0 0,-1 0 0 0 0,1 0 1 0 0,-1 0-1 0 0,1-1 0 0 0,0 1 0 0 0,0 0 0 0 0,0-1 1 0 0,1 1-1 0 0,-1-1 0 0 0,1 1 0 0 0,-1-1 0 0 0,1-3 0 0 0,-2-5 391 0 0,1 0-1 0 0,0 0 1 0 0,1-13-1 0 0,2-9-2536 0 0,8-90 1862 0 0,27-131 0 0 0,-29 217 475 0 0,2-41 1 0 0,-8 31 4816 0 0,-2 45-4263 0 0,8-14 4437 0 0,-7 40-2554 0 0,0 13-2510 0 0,-4-24-34 0 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6:23.712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0 1126 0 0,'9'8'4846'0'0,"2"16"15391"0"0,-11-22-20245 0 0,1-2-145 0 0,-1 0 132 0 0,0 0 1 0 0,1 0 0 0 0,-1 0-1 0 0,0 0 1 0 0,1 0-1 0 0,-1 0 1 0 0,0 1-1 0 0,1-1 1 0 0,-1 0-1 0 0,0 0 1 0 0,0 0-1 0 0,1 1 1 0 0,-1-1-1 0 0,0 0 1 0 0,0 0-1 0 0,1 0 1 0 0,-1 1-1 0 0,0-1 1 0 0,0 0-1 0 0,0 1 1 0 0,1-1-1 0 0,-1 0 1 0 0,0 0 0 0 0,0 1-1 0 0,0-1 1 0 0,0 0-1 0 0,0 1 1 0 0,0-1-1 0 0,0 1 19 0 0,0-1 0 0 0,0 0 0 0 0,1 1-1 0 0,-1-1 1 0 0,0 0 0 0 0,0 0 0 0 0,0 1-1 0 0,0-1 1 0 0,0 0 0 0 0,0 0 0 0 0,1 1 0 0 0,-1-1-1 0 0,0 0 1 0 0,0 0 0 0 0,0 1 0 0 0,0-1 0 0 0,1 0-1 0 0,-1 0 1 0 0,0 0 0 0 0,0 0 0 0 0,1 1 0 0 0,-1-1-1 0 0,0 0 1 0 0,0 0 0 0 0,1 0 0 0 0,-1 0 0 0 0,0 0-1 0 0,1 0 1 0 0,-1 0 0 0 0,0 0 0 0 0,0 0 0 0 0,1 0-1 0 0,-1 0 1 0 0,0 0 0 0 0,1 0 0 0 0,-1 0-1 0 0,0 0 1 0 0,0 0 0 0 0,1 0 0 0 0,-1 0 0 0 0,0 0-1 0 0,0 0 1 0 0,1 0 0 0 0,-1 0 0 0 0,0-1 0 0 0,0 1-1 0 0,1 0 1 0 0,-1 0 0 0 0,0 0 0 0 0,0 0 0 0 0,1-1-1 0 0,-1 1 1 0 0,0 0 0 0 0,0 0 0 0 0,0-1 0 0 0,9-4-858 0 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6:24.00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10 1 1048 0 0,'1'0'162'0'0,"0"0"-1"0"0,-1 0 1 0 0,1 0-1 0 0,-1 0 1 0 0,1-1-1 0 0,0 1 1 0 0,-1 0-1 0 0,1 0 1 0 0,0 1-1 0 0,-1-1 1 0 0,1 0 0 0 0,0 0-1 0 0,-1 0 1 0 0,1 0-1 0 0,0 0 1 0 0,-1 1-1 0 0,1-1 1 0 0,0 0-1 0 0,-1 1 1 0 0,1-1-1 0 0,-1 0 1 0 0,1 1-1 0 0,-1-1 1 0 0,1 1 0 0 0,-1-1-1 0 0,1 1 1 0 0,-1-1-1 0 0,1 1 1 0 0,0 0-1 0 0,2 2-629 0 0,-3-2 992 0 0,12 18 19734 0 0,-11-18-20276 0 0,3 10 42 0 0,-1-3-33 0 0,-2-7-6 0 0,9 8-1088 0 0,-10-5 286 0 0,-8-5 260 0 0,2 0 991 0 0,0-2 0 0 0,1 1 0 0 0,-1-1 1 0 0,1 0-1 0 0,-6-4 0 0 0,5 4-651 0 0,-4-5 330 0 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6:24.32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34 16 1051 0 0,'-1'-2'13385'0'0,"0"-7"-5139"0"0,0 4-4572 0 0,0 21-3784 0 0,-1 8 76 0 0,2-22 29 0 0,-25-5-1684 0 0,23 3-283 0 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6:25.34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770 7 914 0 0,'-7'-6'21717'0'0,"7"6"-21643"0"0,-1 0 1 0 0,1 0 0 0 0,0 0-1 0 0,0 0 1 0 0,-1 0 0 0 0,1 0-1 0 0,0 0 1 0 0,0 0 0 0 0,-1 0-1 0 0,1 0 1 0 0,0 0 0 0 0,0 0-1 0 0,-1 0 1 0 0,1 0-1 0 0,0 0 1 0 0,0 0 0 0 0,-1 0-1 0 0,1 0 1 0 0,0 0 0 0 0,0 0-1 0 0,-1 0 1 0 0,1 0 0 0 0,0 0-1 0 0,0 1 1 0 0,-1-1 0 0 0,1 0-1 0 0,0 0 1 0 0,0 0-1 0 0,0 0 1 0 0,0 1 0 0 0,-1-1-1 0 0,1 0 1 0 0,0 0 0 0 0,0 0-1 0 0,0 1 1 0 0,0-1 0 0 0,0 0-1 0 0,-1 0 1 0 0,1 1-1 0 0,0-1 1 0 0,0 0 0 0 0,0 0-1 0 0,0 1 1 0 0,0-1 0 0 0,0 0-1 0 0,0 0 1 0 0,0 1 0 0 0,0-1-1 0 0,0 0 1 0 0,0 0 0 0 0,0 1-1 0 0,0-1 1 0 0,0 0-1 0 0,0 0 1 0 0,0 1 0 0 0,0-1-1 0 0,1 0 1 0 0,-1 0 0 0 0,0 1-1 0 0,0 15-969 0 0,5 26 895 0 0,1 6 0 0 0,-2 0 0 0 0,-4 79 0 0 0,-1-112 0 0 0,-1 0 0 0 0,-1 0 0 0 0,0 0 0 0 0,-1 0 0 0 0,0-1 0 0 0,-1 0 0 0 0,-1 0 0 0 0,-1 0 0 0 0,0 0 0 0 0,0-1 0 0 0,-1 0 0 0 0,-16 18 0 0 0,9-14-531 0 0,0-2 1 0 0,-2 1-1 0 0,0-2 1 0 0,0 0-1 0 0,-1-1 1 0 0,-1-1 0 0 0,0-1-1 0 0,-1 0 1 0 0,0-2-1 0 0,-1 0 1 0 0,0-1 0 0 0,0-2-1 0 0,-1 0 1 0 0,1-1-1 0 0,-1-1 1 0 0,0-1-1 0 0,-1 0 1 0 0,1-2 0 0 0,0-1-1 0 0,-1-1 1 0 0,1-1-1 0 0,-35-7 1 0 0,47 7 530 0 0,0 0 1 0 0,0-1-1 0 0,0-1 1 0 0,1 1-1 0 0,-1-1 1 0 0,1-1-1 0 0,0 0 0 0 0,1 0 1 0 0,-1-1-1 0 0,1 0 1 0 0,0 0-1 0 0,0-1 1 0 0,1 0-1 0 0,0 0 1 0 0,0-1-1 0 0,1 0 0 0 0,0 0 1 0 0,0-1-1 0 0,1 1 1 0 0,0-1-1 0 0,1 0 1 0 0,0-1-1 0 0,0 1 1 0 0,1-1-1 0 0,0 0 0 0 0,0 1 1 0 0,1-1-1 0 0,1-1 1 0 0,0 1-1 0 0,0 0 1 0 0,1-10-1 0 0,1 1-64 0 0,0 1 0 0 0,1-1 1 0 0,1 1-1 0 0,1 0 0 0 0,0 0 0 0 0,2 0 0 0 0,0 1 1 0 0,1-1-1 0 0,0 1 0 0 0,2 1 0 0 0,11-18 0 0 0,-12 21-512 0 0,2 0 1 0 0,0 1-1 0 0,0 1 0 0 0,1-1 0 0 0,0 2 0 0 0,1 0 1 0 0,0 0-1 0 0,20-11 0 0 0,-29 19 166 0 0,0 0 0 0 0,1 0-1 0 0,-1 1 1 0 0,1-1 0 0 0,-1 1-1 0 0,1 0 1 0 0,0 0 0 0 0,-1 1 0 0 0,1-1-1 0 0,0 1 1 0 0,0 0 0 0 0,0 0-1 0 0,6 0 1 0 0,2 2-1919 0 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6:25.80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45 29 1211 0 0,'-5'7'19036'0'0,"-1"3"-14706"0"0,5-5-2621 0 0,1-2-1781 0 0,0-2 72 0 0,0-1 0 0 0,0 0 0 0 0,0 0 0 0 0,0 0 0 0 0,0 1 0 0 0,0-1 0 0 0,0 0 0 0 0,0 0 0 0 0,0 1 0 0 0,0-1 0 0 0,0 0 0 0 0,0 0 0 0 0,0 1 0 0 0,-1-1 0 0 0,1 0 0 0 0,0 0 0 0 0,0 0 0 0 0,0 1 0 0 0,0-1 0 0 0,0 0 0 0 0,0 0 0 0 0,-1 0 0 0 0,1 1 0 0 0,0-1 0 0 0,0 0 0 0 0,0 0 0 0 0,-1 0 0 0 0,1 0 0 0 0,0 0 0 0 0,0 0 0 0 0,0 1 0 0 0,-1-1 0 0 0,1 0 0 0 0,0 0 0 0 0,0 0 0 0 0,-1 0 0 0 0,1 0 0 0 0,0 0 0 0 0,0 0 0 0 0,-1 0 0 0 0,1 0 0 0 0,0 0 0 0 0,0 0 0 0 0,0 0 0 0 0,-1 0 0 0 0,1 0 0 0 0,0 0 0 0 0,0 0 0 0 0,-1 0 0 0 0,1 0 0 0 0,0-1 0 0 0,0 1 0 0 0,0 0 0 0 0,-1 0 0 0 0,1 0 0 0 0,0 0 0 0 0,0 0 0 0 0,0-1 0 0 0,-1 1 0 0 0,1 0 0 0 0,0 0 0 0 0,0 0 0 0 0,0-1 0 0 0,0 1 0 0 0,0 0 0 0 0,-1 0 0 0 0,1-1 0 0 0,-9-12 0 0 0,9 13 0 0 0,-12-27-3 0 0,12 26 1 0 0,9-8-679 0 0,-8 8 688 0 0,-1 1 1 0 0,0 0-1 0 0,0-1 1 0 0,1 1 0 0 0,-1-1-1 0 0,1 1 1 0 0,-1 0 0 0 0,0-1-1 0 0,1 1 1 0 0,-1 0 0 0 0,1-1-1 0 0,-1 1 1 0 0,1 0-1 0 0,-1 0 1 0 0,1 0 0 0 0,-1-1-1 0 0,1 1 1 0 0,-1 0 0 0 0,1 0-1 0 0,-1 0 1 0 0,1 0-1 0 0,-1 0 1 0 0,1 0 0 0 0,-1 0-1 0 0,1 0 1 0 0,-1 0 0 0 0,1 0-1 0 0,-1 0 1 0 0,1 0 0 0 0,-1 0-1 0 0,1 1 1 0 0,-1-1-1 0 0,1 0 1 0 0,0 1 0 0 0,13 1-1491 0 0,-4-3-709 0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6:28.297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897 68 747 0 0,'-12'-1'21830'0'0,"-11"29"-17317"0"0,19-26-4623 0 0,2 1 1 0 0,-1 1-1 0 0,0-1 1 0 0,1 0-1 0 0,-1 1 1 0 0,1-1-1 0 0,-3 7 1 0 0,-8 26 109 0 0,12-33 0 0 0,0-1-1 0 0,0 0 1 0 0,0 0 0 0 0,0 0 0 0 0,0 0 0 0 0,1 0 0 0 0,-1 1 0 0 0,1-1 0 0 0,-1 0 0 0 0,1 1 0 0 0,0-1 0 0 0,0 0 0 0 0,0 1 0 0 0,0-1 0 0 0,1 0 0 0 0,-1 1 0 0 0,1-1-1 0 0,-1 0 1 0 0,2 5 0 0 0,1 0-5 0 0,-2-6-15 0 0,2-2-157 0 0,1 1 0 0 0,0-1 0 0 0,0-1 0 0 0,-1 1-1 0 0,1 0 1 0 0,-1-1 0 0 0,1 0 0 0 0,-1 1 0 0 0,1-1 0 0 0,-1-1 0 0 0,0 1 0 0 0,0 0 0 0 0,3-5-1 0 0,1 1-530 0 0,0-1-1 0 0,0 0 1 0 0,-1 0-1 0 0,6-10 1 0 0,-6 6-1628 0 0,-1 1 1 0 0,0 0 0 0 0,-1-1 0 0 0,4-14-1 0 0,-1-3 365 0 0,-7 24 1967 0 0,0 0 0 0 0,-1 0 0 0 0,1 0 0 0 0,-1 0 0 0 0,0 0 0 0 0,0 1 0 0 0,0-1 0 0 0,-2-5 0 0 0,-1 0 55 0 0,4 7-64 0 0,-24-1 66 0 0,0 12 61 0 0,0 1 0 0 0,1 1 0 0 0,-40 25 0 0 0,-62 54 1268 0 0,94-66-1051 0 0,25-20 450 0 0,-7 9-2030 0 0,23 3 19148 0 0,-8-16-17927 0 0,-1 0 29 0 0,0 0 0 0 0,1 0 0 0 0,-1 0 0 0 0,0 1 0 0 0,1-1-1 0 0,-1 0 1 0 0,0 1 0 0 0,1-1 0 0 0,-1 1 0 0 0,0 0 0 0 0,0-1 0 0 0,1 1 0 0 0,-1 0-1 0 0,0 0 1 0 0,0 0 0 0 0,0 0 0 0 0,0 0 0 0 0,0 0 0 0 0,0 0 0 0 0,-1 0 0 0 0,1 0-1 0 0,0 0 1 0 0,0 0 0 0 0,-1 1 0 0 0,1-1 0 0 0,-1 0 0 0 0,1 0 0 0 0,-1 1 0 0 0,1-1 0 0 0,-1 1-1 0 0,0-1 1 0 0,0 0 0 0 0,0 1 0 0 0,0-1 0 0 0,0 0 0 0 0,0 1 0 0 0,0-1 0 0 0,0 1-1 0 0,0-1 1 0 0,-1 2 0 0 0,0 4 4 0 0,0 0 0 0 0,-1 0 0 0 0,1 0-1 0 0,-1 0 1 0 0,-1 0 0 0 0,-5 11 0 0 0,2-8-231 0 0,-2 0 0 0 0,1-1 0 0 0,-1 0 0 0 0,-1 0 1 0 0,0 0-1 0 0,0-1 0 0 0,0-1 0 0 0,-1 1 0 0 0,0-2 0 0 0,-1 1 1 0 0,1-1-1 0 0,-1-1 0 0 0,0 0 0 0 0,-1-1 0 0 0,-11 4 1 0 0,-6 0-594 0 0,0-1 1 0 0,0-1 0 0 0,0-2 0 0 0,0 0 0 0 0,-33-2-1 0 0,46-2-698 0 0,0-1-1 0 0,0-1 0 0 0,-16-3 0 0 0,19 2 1373 0 0,2-1 0 0 0,-1 0 0 0 0,0 0 0 0 0,-13-9 0 0 0,16 9 312 0 0,1-1 1 0 0,1 0 0 0 0,-1-1-1 0 0,1 0 1 0 0,0 0-1 0 0,0 0 1 0 0,1-1 0 0 0,0 0-1 0 0,0-1 1 0 0,0 1 0 0 0,1-1-1 0 0,0 0 1 0 0,1 0 0 0 0,-7-16-1 0 0,10 20 138 0 0,1 0 0 0 0,-1-1 0 0 0,1 1 0 0 0,0 0 0 0 0,0-1 0 0 0,0 1-1 0 0,0-1 1 0 0,1 1 0 0 0,0 0 0 0 0,0 0 0 0 0,0-1 0 0 0,0 1 0 0 0,1 0 0 0 0,-1 0 0 0 0,1 0-1 0 0,0 0 1 0 0,0 1 0 0 0,1-1 0 0 0,-1 0 0 0 0,1 1 0 0 0,4-5 0 0 0,2-2 668 0 0,0 0-1 0 0,1 0 1 0 0,0 1 0 0 0,1 0 0 0 0,20-12 0 0 0,-5 7-3518 0 0,2 1 0 0 0,30-10 0 0 0,-14 6-8278 0 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6:28.76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482 0 1331 0 0,'-1'1'13222'0'0,"-6"3"-5041"0"0,-8 8-4527 0 0,7 8-3226 0 0,3-7-1030 0 0,-3-1-27 0 0,-1 0 1 0 0,0-1 0 0 0,0 0-1 0 0,-1-1 1 0 0,-1 0-1 0 0,0 0 1 0 0,-23 15 0 0 0,14-13-565 0 0,-1-2-1 0 0,-1 0 1 0 0,0-1 0 0 0,-24 7 0 0 0,21-9-634 0 0,-48 9 1 0 0,64-15 1602 0 0,0 0 1 0 0,0 0-1 0 0,0-1 1 0 0,0 0-1 0 0,0-1 1 0 0,0 0-1 0 0,-1 0 1 0 0,-13-5-1 0 0,6-4 3688 0 0,14 7-4300 0 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6:30.417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1370 303 958 0 0,'-1'-1'677'0'0,"-1"0"1"0"0,1 0-1 0 0,-1 0 1 0 0,1 1-1 0 0,-1-1 1 0 0,0 0-1 0 0,1 1 1 0 0,-1-1-1 0 0,0 1 0 0 0,0 0 1 0 0,1-1-1 0 0,-1 1 1 0 0,0 0-1 0 0,0 0 1 0 0,1 0-1 0 0,-1 0 0 0 0,0 1 1 0 0,-2-1-1 0 0,-23 0 7212 0 0,26-1-7820 0 0,-3 1 83 0 0,0 0 1 0 0,0-1 0 0 0,0 1-1 0 0,0-1 1 0 0,1 0 0 0 0,-1 0-1 0 0,0-1 1 0 0,1 1 0 0 0,-1-1-1 0 0,1 0 1 0 0,-1 0 0 0 0,1 0-1 0 0,0 0 1 0 0,0-1 0 0 0,0 1-1 0 0,0-1 1 0 0,0 0-1 0 0,0 1 1 0 0,1-1 0 0 0,-1-1-1 0 0,1 1 1 0 0,0 0 0 0 0,0-1-1 0 0,0 1 1 0 0,1-1 0 0 0,-1 1-1 0 0,1-1 1 0 0,-2-6 0 0 0,2-18-153 0 0,1 21 0 0 0,0 1 0 0 0,0-1 0 0 0,1 1 0 0 0,-1-1 0 0 0,1 1 0 0 0,1-1 0 0 0,-1 1 0 0 0,1 0 0 0 0,0 0 0 0 0,0 0 0 0 0,1 0 0 0 0,0 0 0 0 0,0 0 0 0 0,0 1 0 0 0,1 0 0 0 0,0-1 0 0 0,0 1 0 0 0,0 0 0 0 0,1 1 0 0 0,-1-1 0 0 0,1 1 0 0 0,7-5 0 0 0,-10 8 0 0 0,0 0 0 0 0,0-1 0 0 0,0 1 0 0 0,0 0 0 0 0,1 0 0 0 0,-1 0 0 0 0,0 0 0 0 0,1 0 0 0 0,-1 1 0 0 0,1-1 0 0 0,-1 1 0 0 0,1 0 0 0 0,-1-1 0 0 0,1 1 0 0 0,-1 0 0 0 0,1 0 0 0 0,-1 1 0 0 0,1-1 0 0 0,-1 1 0 0 0,0-1 0 0 0,1 1 0 0 0,-1 0 0 0 0,1 0 0 0 0,-1 0 0 0 0,0 0 0 0 0,0 0 0 0 0,0 0 0 0 0,1 0 0 0 0,-1 1 0 0 0,0-1 0 0 0,-1 1 0 0 0,1 0 0 0 0,0 0 0 0 0,0-1 0 0 0,-1 1 0 0 0,1 0 0 0 0,-1 0 0 0 0,0 1 0 0 0,1-1 0 0 0,-1 0 0 0 0,0 0 0 0 0,0 1 0 0 0,1 3 0 0 0,-1-2-235 0 0,1 1 1 0 0,-1 0 0 0 0,1 0 0 0 0,-1 0 0 0 0,-1 0 0 0 0,1 1-1 0 0,-1-1 1 0 0,0 0 0 0 0,0 0 0 0 0,0 0 0 0 0,-1 0-1 0 0,0 0 1 0 0,0 0 0 0 0,0 0 0 0 0,0 0 0 0 0,-1 0 0 0 0,0 0-1 0 0,0-1 1 0 0,0 1 0 0 0,-1 0 0 0 0,1-1 0 0 0,-1 0 0 0 0,0 0-1 0 0,-1 0 1 0 0,1 0 0 0 0,-1 0 0 0 0,1-1 0 0 0,-1 1-1 0 0,-5 2 1 0 0,-3 3-545 0 0,0-1 1 0 0,-1-1-1 0 0,0 0 0 0 0,0 0 0 0 0,-1-2 1 0 0,0 0-1 0 0,0 0 0 0 0,-15 2 0 0 0,19-4 784 0 0,-1-2 0 0 0,1 1 0 0 0,0-1 0 0 0,-1-1 0 0 0,1 0 0 0 0,-1 0 0 0 0,-13-3 0 0 0,20 2 56 0 0,-1 0-1 0 0,1 0 1 0 0,-1-1-1 0 0,1 0 1 0 0,-1 0-1 0 0,1 0 1 0 0,0 0-1 0 0,0 0 1 0 0,0-1-1 0 0,0 0 1 0 0,1 0-1 0 0,-1 0 1 0 0,1 0-1 0 0,0-1 1 0 0,0 1-1 0 0,0-1 1 0 0,0 0-1 0 0,-3-5 0 0 0,2 1 86 0 0,0 0 0 0 0,1-1 0 0 0,0 0 0 0 0,0 1 0 0 0,-2-14 0 0 0,5 19 183 0 0,-6-12-2650 0 0,5 14 2327 0 0,2 7-16 0 0,-1-2-52 0 0,0 1 651 0 0,-1 1 1 0 0,1-1-1 0 0,-1 0 0 0 0,0 0 0 0 0,0 0 1 0 0,0 0-1 0 0,-1-1 0 0 0,1 1 1 0 0,-1 0-1 0 0,0 0 0 0 0,-1-1 1 0 0,1 0-1 0 0,-1 1 0 0 0,-3 3 1 0 0,1-2-393 0 0,0 0 0 0 0,-1 0 1 0 0,0-1-1 0 0,0 0 1 0 0,0 0-1 0 0,0-1 0 0 0,-1 1 1 0 0,-13 6-1 0 0,14-9-352 0 0,1 1-1 0 0,0-1 1 0 0,-1 0-1 0 0,1 0 1 0 0,-1-1-1 0 0,0 1 0 0 0,1-1 1 0 0,-1 0-1 0 0,0-1 1 0 0,0 1-1 0 0,1-1 1 0 0,-1-1-1 0 0,0 1 1 0 0,0-1-1 0 0,0 0 0 0 0,1 0 1 0 0,-1 0-1 0 0,0-1 1 0 0,1 0-1 0 0,0 0 1 0 0,-1-1-1 0 0,1 1 1 0 0,0-1-1 0 0,0 0 1 0 0,0-1-1 0 0,-7-6 0 0 0,-8-20-2596 0 0,6-21 10423 0 0,12 40-6245 0 0,1 9-1379 0 0,1-9 955 0 0,1-1-960 0 0,-5 20-117 0 0,2 0 111 0 0,0 0 0 0 0,-1 0 0 0 0,-1 0 0 0 0,1-1 0 0 0,-1 1 0 0 0,0-1 0 0 0,-1 0 0 0 0,0 0 0 0 0,0-1 0 0 0,0 1 0 0 0,-1-1 0 0 0,0 0 0 0 0,0-1 0 0 0,-1 1 0 0 0,1-1 0 0 0,-1 0 0 0 0,-8 3 0 0 0,8-4-366 0 0,0-1 1 0 0,0 0-1 0 0,0 0 1 0 0,0-1-1 0 0,-1 0 0 0 0,1-1 1 0 0,-1 1-1 0 0,-9-1 1 0 0,10-1-776 0 0,0 0 1 0 0,0 0 0 0 0,0-1-1 0 0,1 0 1 0 0,-1 0 0 0 0,0-1-1 0 0,0 0 1 0 0,1 0 0 0 0,-12-6 0 0 0,9 3 1073 0 0,-1-2 0 0 0,1 1 0 0 0,1-1 0 0 0,-1 0 0 0 0,1-1 0 0 0,0 0 0 0 0,1 0 0 0 0,0-1 0 0 0,0 0 0 0 0,1 0 0 0 0,-6-12 0 0 0,-7-16 50 0 0,-24-61-1 0 0,40 88-51 0 0,-17-36 2063 0 0,19 45-1896 0 0,5 6 820 0 0,7 9 7926 0 0,31 68-6926 0 0,6 7-6609 0 0,-46-86 4902 0 0,0 1 0 0 0,0-1 0 0 0,0 0 0 0 0,0 1 0 0 0,-1-1 0 0 0,1 1 0 0 0,-1 0 0 0 0,1 7 0 0 0,-2-9-1019 0 0,0-1 1 0 0,0 1 0 0 0,0 0 0 0 0,0 0 0 0 0,0-1 0 0 0,-1 1-1 0 0,1 0 1 0 0,-1 0 0 0 0,1-1 0 0 0,-1 1 0 0 0,-1 2 0 0 0,-1-1 702 0 0,0 1 0 0 0,0-1 1 0 0,-1 0-1 0 0,1 1 0 0 0,-1-2 1 0 0,0 1-1 0 0,0 0 0 0 0,0-1 1 0 0,0 1-1 0 0,0-1 0 0 0,-9 3 0 0 0,-1 2 1272 0 0,-3 1-1202 0 0,-42 24-704 0 0,0-3 0 0 0,-103 33 0 0 0,160-61 738 0 0,1-2-38 0 0,-1 1-1 0 0,1-1 1 0 0,-1 1 0 0 0,1-1 0 0 0,0 0 0 0 0,-1 0 0 0 0,1 0 0 0 0,0 1 0 0 0,0-1 0 0 0,0 0-1 0 0,-1-1 1 0 0,1 1 0 0 0,0 0 0 0 0,0 0 0 0 0,1 0 0 0 0,-1-1 0 0 0,0 1 0 0 0,0 0 0 0 0,0-1-1 0 0,1 1 1 0 0,-1 0 0 0 0,1-1 0 0 0,-1 1 0 0 0,1-1 0 0 0,0 1 0 0 0,0-1 0 0 0,-1 1 0 0 0,1-1-1 0 0,0 1 1 0 0,0-1 0 0 0,0 0 0 0 0,1-1 0 0 0,-1-12-835 0 0,1 1 0 0 0,5-24-1 0 0,-3 20-1753 0 0,1-9-902 0 0,-1 2-192 0 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6:31.02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62 0 1181 0 0,'-1'1'15260'0'0,"-8"1"-8405"0"0,8-2-6643 0 0,0 1-1 0 0,0-1 1 0 0,-1 1 0 0 0,1-1 0 0 0,0 1-1 0 0,0 0 1 0 0,0-1 0 0 0,0 1 0 0 0,0 0-1 0 0,0 0 1 0 0,0 0 0 0 0,0 0-1 0 0,-2 2 1 0 0,-9 26-426 0 0,6-12 381 0 0,6-15-181 0 0,-9-10-8005 0 0,1-1 16053 0 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6:31.46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41 0 1089 0 0,'0'0'2300'0'0,"-25"6"12645"0"0,13 9-6773 0 0,8-2-9785 0 0,13-9-2421 0 0,3-3 7901 0 0,-10-1-4256 0 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6:31.78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9 0 1417 0 0,'0'0'8992'0'0,"-4"12"-5855"0"0,0 4 7580 0 0,6-13-7462 0 0,0 1-5841 0 0,0 11-4371 0 0,-3-17 7081 0 0,-5-6 7991 0 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6:32.55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43 16 851 0 0,'-8'-5'12803'0'0,"4"16"-2850"0"0,2-3-7346 0 0,0-1-2607 0 0,-1-23-1 0 0,2 14-1 0 0,3-13-311 0 0,-2 12-140 0 0,-4 6 37 0 0,-5 5 250 0 0,-3 2 1517 0 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6:33.21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1 904 0 0,'0'0'4835'0'0,"0"9"-2514"0"0,3 6 12063 0 0,10-26-10883 0 0,-11 10-4842 0 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2:09.735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846 73 640 0 0,'0'0'4403'0'0,"-4"11"-645"0"0,-1 6 9046 0 0,4-3-7331 0 0,2-10-5816 0 0,-1 0 0 0 0,1 0 0 0 0,0 0 0 0 0,-1 0 0 0 0,2-1 0 0 0,1 7 1 0 0,1 1 1863 0 0,-3-9-1525 0 0,-1 0 0 0 0,1 0 1 0 0,-1 0-1 0 0,1 0 0 0 0,0 0 0 0 0,0 0 0 0 0,0 0 0 0 0,0 0 0 0 0,0 0 0 0 0,0 0 0 0 0,0-1 0 0 0,1 1 0 0 0,-1 0 0 0 0,1-1 0 0 0,-1 1 0 0 0,1-1 0 0 0,-1 0 0 0 0,4 2 0 0 0,2 2 58 0 0,-6-4-54 0 0,1-1-5 0 0,0 0 0 0 0,1 0 0 0 0,-1 0 0 0 0,0 0 0 0 0,0-1 0 0 0,1 1 0 0 0,-1-1 0 0 0,0 0 0 0 0,0 1 0 0 0,0-1 0 0 0,0 0 0 0 0,3-2 0 0 0,-3 0-501 0 0,1-1 0 0 0,0 0 0 0 0,-1 1-1 0 0,0-1 1 0 0,0-1 0 0 0,0 1 0 0 0,0 0 0 0 0,0 0 0 0 0,-1-1 0 0 0,0 1 0 0 0,0 0 0 0 0,0-1-1 0 0,-1 1 1 0 0,1-1 0 0 0,-1-8 0 0 0,-1 2-1101 0 0,0 1 0 0 0,0-1 0 0 0,-1 0 0 0 0,-1 0 0 0 0,-4-14-1 0 0,6 23 702 0 0,-19-32 11169 0 0,12 33-4579 0 0,-10 10-2418 0 0,-15 27-5700 0 0,29-31 4399 0 0,-33 37-955 0 0,26-32-3039 0 0,0 0-1 0 0,0 0 1 0 0,-17 10-1 0 0,19-15 902 0 0,1 0-1 0 0,0-1 0 0 0,-1 0 0 0 0,0-1 1 0 0,0 0-1 0 0,-11 3 0 0 0,12-5 1408 0 0,-1 1 0 0 0,0-1 1 0 0,0-1-1 0 0,-10 0 0 0 0,17-1-68 0 0,-1 1-1 0 0,1 0 1 0 0,-1-1 0 0 0,1 0 0 0 0,-1 0 0 0 0,1 0-1 0 0,0 0 1 0 0,-1 0 0 0 0,1 0 0 0 0,0-1 0 0 0,0 1-1 0 0,0-1 1 0 0,0 1 0 0 0,0-1 0 0 0,0 0 0 0 0,-2-3-1 0 0,0 0-767 0 0,0 0 0 0 0,1 0 0 0 0,0 0-1 0 0,0 0 1 0 0,-3-9 0 0 0,5 13 636 0 0,-1-6 2314 0 0,-3-4-153 0 0,12 15 4720 0 0,-3 1-6854 0 0,-1 0-1 0 0,0 0 0 0 0,0 1 1 0 0,0-1-1 0 0,-1 1 1 0 0,1-1-1 0 0,-1 1 1 0 0,-1 0-1 0 0,1 0 0 0 0,-1 0 1 0 0,1 8-1 0 0,0 8-1266 0 0,-1 38 0 0 0,-2-44-750 0 0,-1 0 0 0 0,0-1-1 0 0,-8 31 1 0 0,5-32 1272 0 0,0 0-1 0 0,0-1 1 0 0,-2 1-1 0 0,-8 13 1 0 0,7-15 627 0 0,0-1 0 0 0,0 0 0 0 0,-1-1 0 0 0,-1 1 0 0 0,0-2 0 0 0,0 1 0 0 0,-1-2-1 0 0,0 1 1 0 0,0-1 0 0 0,-1-1 0 0 0,0 0 0 0 0,0-1 0 0 0,-1 0 0 0 0,0-1 0 0 0,0 0 0 0 0,0-1 0 0 0,-23 4 0 0 0,14-5 52 0 0,0-1 0 0 0,0 0 0 0 0,0-2 0 0 0,-31-3 0 0 0,43 2-16 0 0,0 0-1 0 0,1-1 0 0 0,0 0 0 0 0,-1-1 0 0 0,1 0 1 0 0,0 0-1 0 0,0-1 0 0 0,0 0 0 0 0,1-1 0 0 0,0 0 0 0 0,0 0 1 0 0,-11-10-1 0 0,14 11-18 0 0,1-1 0 0 0,0 0 0 0 0,1-1 0 0 0,-1 1 1 0 0,1-1-1 0 0,0 1 0 0 0,0-1 0 0 0,1 0 0 0 0,0 0 1 0 0,0 0-1 0 0,0 0 0 0 0,1-1 0 0 0,0 1 0 0 0,0 0 1 0 0,0-1-1 0 0,1 1 0 0 0,0-1 0 0 0,0 1 0 0 0,1-1 1 0 0,0 1-1 0 0,2-10 0 0 0,0 2-287 0 0,1 1-1 0 0,1-1 1 0 0,0 1 0 0 0,0 0 0 0 0,1 0-1 0 0,1 1 1 0 0,0 0 0 0 0,15-19-1 0 0,-2 9-2447 0 0,0 1-1 0 0,30-23 0 0 0,-41 36 462 0 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2:10.11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15 33 1007 0 0,'0'0'8699'0'0,"-13"-8"3412"0"0,11 4-7701 0 0,7-10-4427 0 0,-4 12-19 0 0,16-2-346 0 0,-13 5-2498 0 0,-11 8 2267 0 0,-7 6 4528 0 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2:11.77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265 561 588 0 0,'0'0'3601'0'0,"-18"11"12203"0"0,13-8-9840 0 0,2-1-4171 0 0,0 0-4060 0 0,0 0 2992 0 0,2-1-743 0 0,-11 26 42 0 0,11-24-25 0 0,0 0 0 0 0,0 0 0 0 0,1 0 1 0 0,-1 0-1 0 0,1 0 0 0 0,0 0 0 0 0,0 0 1 0 0,0 0-1 0 0,0 0 0 0 0,0 0 0 0 0,1 0 1 0 0,-1 0-1 0 0,1 0 0 0 0,0 0 0 0 0,0 0 1 0 0,0 0-1 0 0,0 0 0 0 0,1-1 0 0 0,-1 1 0 0 0,1 0 1 0 0,0-1-1 0 0,0 1 0 0 0,0-1 0 0 0,0 0 1 0 0,0 1-1 0 0,0-1 0 0 0,0 0 0 0 0,1 0 1 0 0,-1-1-1 0 0,1 1 0 0 0,-1 0 0 0 0,1-1 1 0 0,0 0-1 0 0,0 1 0 0 0,0-1 0 0 0,0 0 1 0 0,-1 0-1 0 0,7 0 0 0 0,-7 0-89 0 0,5-1 90 0 0,-5 0 1 0 0,1 1 0 0 0,-1-1 0 0 0,1 0 0 0 0,0 0-1 0 0,-1 0 1 0 0,1 0 0 0 0,0-1 0 0 0,-1 1 0 0 0,1-1-1 0 0,-1 1 1 0 0,1-1 0 0 0,0 0 0 0 0,-1 0 0 0 0,0 0 0 0 0,1 0-1 0 0,-1-1 1 0 0,0 1 0 0 0,1-1 0 0 0,-1 1 0 0 0,0-1 0 0 0,0 0-1 0 0,0 1 1 0 0,-1-1 0 0 0,1 0 0 0 0,0-1 0 0 0,-1 1-1 0 0,1 0 1 0 0,-1 0 0 0 0,0-1 0 0 0,0 1 0 0 0,0 0 0 0 0,0-1-1 0 0,1-2 1 0 0,0-2-2 0 0,0 3-2 0 0,-1-1 0 0 0,1 0 0 0 0,-1 0 1 0 0,0 0-1 0 0,-1 0 0 0 0,1 0 0 0 0,-1 0 0 0 0,0 0 0 0 0,0 0 0 0 0,-1 0 0 0 0,1 0 0 0 0,-1 0 1 0 0,0 0-1 0 0,0 0 0 0 0,-4-8 0 0 0,-17-38 131 0 0,22 49-150 0 0,0 2-36 0 0,0-1 59 0 0,0 1 1 0 0,-1-1-1 0 0,1 0 1 0 0,0 1-1 0 0,0-1 0 0 0,0 1 1 0 0,0-1-1 0 0,-1 1 1 0 0,1-1-1 0 0,0 0 0 0 0,-1 1 1 0 0,1-1-1 0 0,0 1 1 0 0,-1-1-1 0 0,1 1 0 0 0,0 0 1 0 0,-1-1-1 0 0,1 1 1 0 0,-1-1-1 0 0,1 1 0 0 0,-1 0 1 0 0,1-1-1 0 0,-1 1 1 0 0,0 0-1 0 0,1-1 0 0 0,-1 1 1 0 0,1 0-1 0 0,-1 0 0 0 0,1 0 1 0 0,-1 0-1 0 0,0 0 1 0 0,1-1-1 0 0,-1 1 0 0 0,0 0 1 0 0,1 0-1 0 0,-1 1 1 0 0,1-1-1 0 0,-1 0 0 0 0,0 0 1 0 0,1 0-1 0 0,-1 0 1 0 0,1 0-1 0 0,-1 1 0 0 0,1-1 1 0 0,-1 0-1 0 0,0 0 1 0 0,1 1-1 0 0,-1-1 0 0 0,1 0 1 0 0,-1 1-1 0 0,1-1 1 0 0,0 1-1 0 0,-1-1 0 0 0,1 1 1 0 0,-1-1-1 0 0,1 1 1 0 0,0-1-1 0 0,-1 1 0 0 0,1-1 1 0 0,0 1-1 0 0,-1 0 1 0 0,-29 45-3100 0 0,22-34 1124 0 0,-1-1 0 0 0,-1 0 0 0 0,0 0 0 0 0,-1-1 0 0 0,0-1 0 0 0,-16 12 0 0 0,-7-2 630 0 0,-3-3 3414 0 0,4-7-1969 0 0,31-9-4 0 0,-10 0 4662 0 0,-3 0-3692 0 0,12-1-953 0 0,1 1 0 0 0,-1-1 0 0 0,0 0 0 0 0,1 0 0 0 0,-1 0 0 0 0,1 0 1 0 0,-1 0-1 0 0,1 0 0 0 0,0 0 0 0 0,-1-1 0 0 0,1 0 0 0 0,0 1 0 0 0,0-1 0 0 0,0 0 0 0 0,0 0 0 0 0,-2-2 0 0 0,-6-19 3734 0 0,3-26-5246 0 0,8 15 4299 0 0,8-59 1 0 0,-5 57-3183 0 0,12-68-6306 0 0,-3 25 27 0 0,-7 25 6518 0 0,-4 30 72 0 0,0-5 139 0 0,-2-56 1 0 0,0 62 2583 0 0,-1 0 5775 0 0,1 22-8537 0 0,6 13-5795 0 0,-5-11 6291 0 0,0 1 0 0 0,0 0 0 0 0,-1 0 0 0 0,1-1 0 0 0,-1 1 0 0 0,0 0 0 0 0,1 0 0 0 0,-1 0-1 0 0,0 0 1 0 0,0 0 0 0 0,0-1 0 0 0,0 3 0 0 0,-2 9 794 0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2:12.80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670 6 1016 0 0,'-1'-6'22020'0'0,"-13"46"-18596"0"0,7 0-3203 0 0,4-23-688 0 0,-1-2 467 0 0,4-12 0 0 0,0 19 0 0 0,-4 36-5371 0 0,2-53 4458 0 0,0-1-1 0 0,-1 0 1 0 0,1 0-1 0 0,-1 0 1 0 0,0 0-1 0 0,0-1 1 0 0,-1 1-1 0 0,-5 4 1 0 0,2-2 318 0 0,0-2 1 0 0,-1 1 0 0 0,1-1-1 0 0,-11 5 1 0 0,-9 1 1382 0 0,-1-1 0 0 0,-28 5 0 0 0,13-3 695 0 0,41-11-813 0 0,26 8-3805 0 0,-15-6 2901 0 0,11 5 1194 0 0,-1 0-1 0 0,20 10 0 0 0,-32-13-581 0 0,0 0-1 0 0,0 0 0 0 0,-1 1 0 0 0,0 0 1 0 0,0 0-1 0 0,0 1 0 0 0,0 0 0 0 0,8 12 0 0 0,-12-16 241 0 0,-1 0 0 0 0,1 1 0 0 0,-1-1 0 0 0,0 1-1 0 0,1 0 1 0 0,-1-1 0 0 0,-1 1 0 0 0,1 0-1 0 0,0 0 1 0 0,0 4 0 0 0,-1-4-347 0 0,0 1-1 0 0,0-1 1 0 0,0 0 0 0 0,-1 1 0 0 0,1-1-1 0 0,-1 0 1 0 0,0 0 0 0 0,-1 4 0 0 0,-1-1-376 0 0,1-1-1 0 0,-1 0 1 0 0,0-1 0 0 0,0 1 0 0 0,0 0 0 0 0,-1-1 0 0 0,1 0 0 0 0,-1 0 0 0 0,0 0 0 0 0,-7 6 0 0 0,-21 13-2383 0 0,-1-2-1 0 0,0-1 1 0 0,-38 17-1 0 0,47-27 1300 0 0,-45 13 0 0 0,50-19 1506 0 0,0 0 0 0 0,1-1 0 0 0,-22 0 0 0 0,32-3-297 0 0,1 0 0 0 0,-1 0 0 0 0,0-1-1 0 0,1 0 1 0 0,-1 0 0 0 0,1-1 0 0 0,-1 0 0 0 0,1-1-1 0 0,0 1 1 0 0,0-1 0 0 0,0-1 0 0 0,0 1 0 0 0,1-1 0 0 0,-1 0-1 0 0,1-1 1 0 0,0 1 0 0 0,0-1 0 0 0,1-1 0 0 0,-1 1-1 0 0,1-1 1 0 0,0 0 0 0 0,1 0 0 0 0,-1 0 0 0 0,1-1-1 0 0,0 1 1 0 0,1-1 0 0 0,0 0 0 0 0,0 0 0 0 0,0 0 0 0 0,1-1-1 0 0,0 1 1 0 0,1 0 0 0 0,-1-1 0 0 0,2 0 0 0 0,-1-9-1 0 0,1 3-65 0 0,0-1-1 0 0,1 0 0 0 0,1 0 0 0 0,0 0 0 0 0,2 1 1 0 0,-1-1-1 0 0,2 1 0 0 0,0 0 0 0 0,0 0 0 0 0,14-22 0 0 0,-6 14-406 0 0,2 1-1 0 0,0 1 1 0 0,1 1-1 0 0,1 0 1 0 0,31-26-1 0 0,8 1-2239 0 0,-35 29-647 0 0,29-28 0 0 0,-37 32 1158 0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2:13.23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34 1 1228 0 0,'0'0'4002'0'0,"-21"11"9278"0"0,19 2-7934 0 0,-2 7-2698 0 0,-2 4-2942 0 0,6-23 269 0 0,46-7-612 0 0,-44 5-621 0 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2:14.48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616 82 581 0 0,'0'0'1671'0'0,"-2"13"1916"0"0,-1 2 12243 0 0,-1-12-15624 0 0,0 0 1 0 0,1 0-1 0 0,-1 0 1 0 0,-1-1 0 0 0,1 1-1 0 0,0-1 1 0 0,-1 0-1 0 0,1 0 1 0 0,-1 0-1 0 0,1-1 1 0 0,-1 0 0 0 0,0 0-1 0 0,0 0 1 0 0,0 0-1 0 0,1-1 1 0 0,-1 0 0 0 0,0 0-1 0 0,0 0 1 0 0,0 0-1 0 0,0-1 1 0 0,-9-2 0 0 0,-4-3-214 0 0,17 5 7 0 0,0 0-1 0 0,0 1 1 0 0,0-1-1 0 0,0 0 0 0 0,0 0 1 0 0,0 1-1 0 0,0-1 1 0 0,0 0-1 0 0,0 0 0 0 0,0 0 1 0 0,1 0-1 0 0,-1 0 0 0 0,0 0 1 0 0,1-1-1 0 0,-1 1 1 0 0,1 0-1 0 0,-1 0 0 0 0,1 0 1 0 0,0 0-1 0 0,-1-1 1 0 0,1 1-1 0 0,0 0 0 0 0,0 0 1 0 0,0-1-1 0 0,0 1 0 0 0,0 0 1 0 0,0 0-1 0 0,0-1 1 0 0,0 1-1 0 0,1-2 0 0 0,12-35 10 0 0,-11 34-774 0 0,1-1-1 0 0,0 1 0 0 0,-1-1 1 0 0,2 1-1 0 0,-1 0 0 0 0,0 0 0 0 0,1 0 1 0 0,6-5-1 0 0,-7 7-732 0 0,0 0 0 0 0,0 1 0 0 0,0-1 0 0 0,0 1 0 0 0,1 0 1 0 0,-1-1-1 0 0,5 0 0 0 0,-5 2-290 0 0,16 14 1842 0 0,-16-10-39 0 0,-1-1 0 0 0,0 1 0 0 0,0 0 0 0 0,0 0 0 0 0,-1 0 0 0 0,1 0 0 0 0,-1 0-1 0 0,0 0 1 0 0,0 0 0 0 0,0 0 0 0 0,-1 0 0 0 0,1 1 0 0 0,-1-1 0 0 0,0 0 0 0 0,-1 8-1 0 0,-1 3 71 0 0,0 0 1 0 0,-1 0-1 0 0,-5 16 0 0 0,4-21-51 0 0,-1 1 1 0 0,0-1-1 0 0,0 0 1 0 0,-1-1-1 0 0,0 0 1 0 0,-1 0-1 0 0,0 0 0 0 0,0 0 1 0 0,-1-1-1 0 0,0 0 1 0 0,0-1-1 0 0,-1 0 1 0 0,0 0-1 0 0,0-1 1 0 0,-1 0-1 0 0,-12 5 1 0 0,-20 8-277 0 0,1-1-1 0 0,-75 18 1 0 0,88-27-61 0 0,-5-1-756 0 0,0 0-1 0 0,0-2 0 0 0,-45 2 1 0 0,46-7-422 0 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2:16.10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873 653 1007 0 0,'0'-8'1822'0'0,"-3"9"1873"0"0,-10 14 5918 0 0,0 3-2925 0 0,6-13-6288 0 0,4 14 2584 0 0,2-17-2997 0 0,13 36 29 0 0,-11-37-22 0 0,1 1 4 0 0,1-1 1 0 0,0 0-1 0 0,-1 0 0 0 0,1 0 0 0 0,0 0 1 0 0,0 0-1 0 0,0-1 0 0 0,-1 1 0 0 0,1-1 0 0 0,6 0 1 0 0,-6 0 1 0 0,1 0 0 0 0,-1 0 0 0 0,1-1 0 0 0,-1 1 0 0 0,1-1 0 0 0,-1 0 0 0 0,1 0 1 0 0,-1 0-1 0 0,1 0 0 0 0,-1 0 0 0 0,0-1 0 0 0,0 0 0 0 0,0 1 0 0 0,0-1 1 0 0,0 0-1 0 0,0-1 0 0 0,0 1 0 0 0,-1 0 0 0 0,1-1 0 0 0,-1 0 0 0 0,0 1 0 0 0,1-1 1 0 0,-1 0-1 0 0,0 0 0 0 0,-1 0 0 0 0,1-1 0 0 0,-1 1 0 0 0,1 0 0 0 0,-1-1 0 0 0,0 1 1 0 0,0-1-1 0 0,0 1 0 0 0,-1-1 0 0 0,0 1 0 0 0,1-1 0 0 0,-1 1 0 0 0,0-1 0 0 0,0 1 1 0 0,-1-1-1 0 0,-1-6 0 0 0,1 1-119 0 0,-1 1 0 0 0,0-1 0 0 0,-1 0 0 0 0,1 1 0 0 0,-2-1 0 0 0,-5-9 0 0 0,6 13-1298 0 0,0 0 0 0 0,0 0 0 0 0,-1 0 0 0 0,0 1 0 0 0,-8-8-1 0 0,11 11 1079 0 0,1 0 0 0 0,-1 0 0 0 0,0 1 0 0 0,-1-1 0 0 0,1 0 0 0 0,0 1 0 0 0,0-1 0 0 0,0 1 0 0 0,0-1 0 0 0,0 1-1 0 0,-1-1 1 0 0,1 1 0 0 0,0 0 0 0 0,0 0 0 0 0,0 0 0 0 0,-1-1 0 0 0,1 1 0 0 0,0 0 0 0 0,-2 1 0 0 0,1-1 117 0 0,0 1 1 0 0,1-1 0 0 0,-1 1-1 0 0,0 0 1 0 0,0 0-1 0 0,1-1 1 0 0,-1 1 0 0 0,1 0-1 0 0,-1 1 1 0 0,1-1 0 0 0,-2 2-1 0 0,-2 2 176 0 0,0 0 0 0 0,1 1 0 0 0,0 0 0 0 0,-6 10 0 0 0,9-15 15 0 0,-4 9 70 0 0,1 1 1 0 0,0-1-1 0 0,-4 15 0 0 0,7-19-7 0 0,0 0 0 0 0,-1 0 0 0 0,1 0 0 0 0,-2-1 0 0 0,1 1 0 0 0,-1-1 0 0 0,1 1 0 0 0,-1-1 0 0 0,-1 0 0 0 0,1 0 0 0 0,-1 0 0 0 0,0-1 0 0 0,0 1 0 0 0,0-1 0 0 0,-6 5 0 0 0,-2-2-57 0 0,-1 1 0 0 0,0-1 0 0 0,0-1 0 0 0,0-1 1 0 0,-21 7-1 0 0,28-11 231 0 0,-1 1 1 0 0,1-1-1 0 0,-1 0 0 0 0,0 0 1 0 0,1 0-1 0 0,-1-1 1 0 0,0 0-1 0 0,1-1 0 0 0,-1 1 1 0 0,1-1-1 0 0,-1-1 1 0 0,1 1-1 0 0,-1-1 0 0 0,-6-3 1 0 0,-8-11 2053 0 0,18 13-2585 0 0,1 0-1 0 0,0-1 1 0 0,-1 1-1 0 0,1-1 1 0 0,1 1-1 0 0,-1-1 1 0 0,-2-6-1 0 0,-3-30-3062 0 0,6 16 4254 0 0,1 22-790 0 0,1-17 737 0 0,1 30 6272 0 0,0 17 1483 0 0,-2-12-7404 0 0,-1-12-1117 0 0,0 1 1 0 0,0 0-1 0 0,0-1 1 0 0,-1 1 0 0 0,1-1-1 0 0,-1 1 1 0 0,0-1-1 0 0,0 1 1 0 0,-1-1-1 0 0,1 0 1 0 0,-1 0 0 0 0,-6 6-1 0 0,4-5-51 0 0,-1-1-1 0 0,1 1 0 0 0,-1-1 1 0 0,0 0-1 0 0,-1-1 1 0 0,1 0-1 0 0,0 0 1 0 0,-1 0-1 0 0,-8 2 0 0 0,11-5-31 0 0,0 0 0 0 0,0 1 0 0 0,1-2-1 0 0,-1 1 1 0 0,0 0 0 0 0,0-1-1 0 0,0 0 1 0 0,0 0 0 0 0,0 0-1 0 0,1 0 1 0 0,-1 0 0 0 0,0-1 0 0 0,1 0-1 0 0,-1 0 1 0 0,1 0 0 0 0,0 0-1 0 0,0 0 1 0 0,0-1 0 0 0,0 1 0 0 0,-3-4-1 0 0,1 1-319 0 0,1-1 0 0 0,0 0-1 0 0,0 0 1 0 0,1 0-1 0 0,-1 0 1 0 0,-1-8 0 0 0,1 5-1611 0 0,1 0 0 0 0,0-1 1 0 0,1 0-1 0 0,0 0 0 0 0,1 0 0 0 0,-1-14 1 0 0,2 22 1492 0 0,-2-20 786 0 0,2 20-191 0 0,2 6 1596 0 0,5 22 11168 0 0,-6-19-10394 0 0,8 53-2496 0 0,-9-58-8 0 0,-1 13 6 0 0,1-12-597 0 0,0 0 1 0 0,-1 1-1 0 0,1-1 0 0 0,-1 0 1 0 0,0 1-1 0 0,0-1 1 0 0,0 0-1 0 0,0 0 0 0 0,0 0 1 0 0,-1 0-1 0 0,1 0 1 0 0,-1 0-1 0 0,0 0 0 0 0,0-1 1 0 0,0 1-1 0 0,0-1 1 0 0,-1 1-1 0 0,-2 1 0 0 0,2-1-246 0 0,-1 0-1 0 0,0-1 1 0 0,0 0-1 0 0,0 0 1 0 0,0 0-1 0 0,-8 2 0 0 0,-16 3 1901 0 0,7-4-968 0 0,0-1-1 0 0,-38-1 1 0 0,51-1-16 0 0,0-1 0 0 0,1 0 0 0 0,-1 0 0 0 0,1-1 0 0 0,-1 0-1 0 0,1 0 1 0 0,0 0 0 0 0,0-1 0 0 0,0-1 0 0 0,-13-7 0 0 0,18 9-49 0 0,-1 0 0 0 0,1-1 0 0 0,0 0 1 0 0,0 1-1 0 0,0-1 0 0 0,0 0 0 0 0,0 0 0 0 0,0 0 0 0 0,1 0 0 0 0,0-1 0 0 0,-1 1 0 0 0,1 0 0 0 0,0-1 0 0 0,1 1 0 0 0,-1-1 1 0 0,1 1-1 0 0,-1-5 0 0 0,1-3 87 0 0,-1 0 1 0 0,2 1-1 0 0,0-1 1 0 0,2-11-1 0 0,5-48 247 0 0,-2-1-1 0 0,-5-85 0 0 0,-1 30-194 0 0,0 65-118 0 0,4-63 52 0 0,-3 90 476 0 0,-1 26 2861 0 0,-1 0 3457 0 0,6 43-5159 0 0,-7-24-3678 0 0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2:16.87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9 4 1064 0 0,'-2'-4'21682'0'0,"-3"19"-17596"0"0,4-11-4862 0 0,0 9-3981 0 0,1-13 4728 0 0,8-4-684 0 0,0 0 6370 0 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2:17.08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0 1003 0 0,'0'2'13657'0'0,"0"10"-5549"0"0,0-2-4670 0 0,0-8-3462 0 0,16 10-4964 0 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2:17.707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22 0 680 0 0,'-3'11'929'0'0,"10"2"7764"0"0,-5-10-7367 0 0,-1-1 0 0 0,1 1 0 0 0,-1-1-1 0 0,1 1 1 0 0,-1 0 0 0 0,0 0 0 0 0,0 0-1 0 0,0 0 1 0 0,0 0 0 0 0,-1 0 0 0 0,1 4 0 0 0,-1 14-1324 0 0,-2-18-2 0 0,2-2 0 0 0,0-1 0 0 0,0 1 0 0 0,0-1 0 0 0,0 0 0 0 0,0 1 0 0 0,0-1 0 0 0,0 1 0 0 0,0-1 0 0 0,0 1 0 0 0,0-1 0 0 0,0 0 0 0 0,-1 1 0 0 0,1-1 0 0 0,0 0 0 0 0,0 1 0 0 0,0-1 0 0 0,-1 1 0 0 0,1-1 0 0 0,0 0 0 0 0,0 1 0 0 0,-1-1 0 0 0,1 0 0 0 0,0 0 0 0 0,-1 1 0 0 0,1-1 0 0 0,0 0 0 0 0,-1 0 0 0 0,1 1 0 0 0,0-1 0 0 0,-1 0 0 0 0,1 0 0 0 0,-1 0 0 0 0,1 0 0 0 0,0 0 0 0 0,-1 0 0 0 0,1 1 0 0 0,-1-1 0 0 0,1 0 0 0 0,-1 0 0 0 0,1 0 0 0 0,0 0 0 0 0,-1 0 0 0 0,1-1 0 0 0,-1 1 0 0 0,1 0 0 0 0,0 0 0 0 0,-1 0 0 0 0,1 0 0 0 0,-1 0 0 0 0,0-1 0 0 0,-9-1-3 0 0,-3-6-1169 0 0,19 13-1722 0 0,2 3 6963 0 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6:47.63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965 17 840 0 0,'4'-17'4071'0'0,"-14"26"4639"0"0,-6 16 1268 0 0,9-14-7363 0 0,-449 743-2787 0 0,360-605-672 0 0,-120 205-13227 0 0,151-245 15095 0 0,2-1 6299 0 0,55-96-5845 0 0,-13 24 3405 0 0,10-14-4537 0 0,11-21-391 0 0,22-20-373 0 0,16-14 537 0 0,66-74 1 0 0,-84 81-1404 0 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6:48.23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11 17 713 0 0,'-1'-4'1780'0'0,"-6"-8"8933"0"0,6 25-9626 0 0,0 0 0 0 0,0 0 0 0 0,1 0 0 0 0,1 0 0 0 0,0 0 0 0 0,6 24 0 0 0,26 81 4047 0 0,-25-92-4869 0 0,160 426-9481 0 0,-58-174 4760 0 0,-32-13 4770 0 0,-50-162-226 0 0,-19-67 0 0 0,-3-11 433 0 0,1 1 1 0 0,2-1-1 0 0,0 0 0 0 0,17 32 1 0 0,-23-49 3953 0 0,-2-1-4110 0 0,-1-7-472 0 0,0 0-1 0 0,0-1 1 0 0,0 1 0 0 0,1 0 0 0 0,-1 0-1 0 0,0 0 1 0 0,0-1 0 0 0,0 1 0 0 0,0 0 0 0 0,1 0-1 0 0,-1 0 1 0 0,0 0 0 0 0,0 0 0 0 0,0 0 0 0 0,1-1-1 0 0,-1 1 1 0 0,0 0 0 0 0,0 0 0 0 0,1 0-1 0 0,-1 0 1 0 0,0 0 0 0 0,0 0 0 0 0,1 0 0 0 0,-1 0-1 0 0,0 0 1 0 0,0 0 0 0 0,0 0 0 0 0,1 0 0 0 0,-1 0-1 0 0,0 0 1 0 0,0 0 0 0 0,1 0 0 0 0,-1 0-1 0 0,0 0 1 0 0,0 1 0 0 0,0-1 0 0 0,1 0 0 0 0,-1 0-1 0 0,0 0 1 0 0,0 0 0 0 0,0 0 0 0 0,1 0 0 0 0,-1 1-1 0 0,0-1 1 0 0,0 0 0 0 0,0 0 0 0 0,0 0 0 0 0,0 1-1 0 0,1-1 1 0 0,-1 0 0 0 0,0 0 0 0 0,0 0-1 0 0,0 1 1 0 0,0-1 0 0 0,0 0 0 0 0,0 0 0 0 0,0 1-1 0 0,0-1 1 0 0,0 0 0 0 0,0 0 0 0 0,0 1 0 0 0,0-1-1 0 0,0 0 1 0 0,8-5-2178 0 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7:20.79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21 1003 0 0,'0'0'8639'0'0,"21"11"7933"0"0,-2-9-16572 0 0,0-2 0 0 0,0-1 0 0 0,0 0 0 0 0,34-7 0 0 0,-5 1 0 0 0,157-9-3 0 0,-203 16-4 0 0,-58-1-3947 0 0,-106 14 1 0 0,74-4 1576 0 0,46-5 4345 0 0,40-3-1951 0 0,0-1-514 0 0,-18 3-1829 0 0,33-3 886 0 0,38-3 2654 0 0,-31 1 1211 0 0,50-4-818 0 0,55-1-8738 0 0,-116 9 12080 0 0,-8 3-4880 0 0,-12 13-6200 0 0,-1-9 3065 0 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8:21.53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710 89 870 0 0,'7'-10'22005'0'0,"-4"65"-18412"0"0,-3-46-3630 0 0,1 1-1 0 0,0-1 0 0 0,0 0 1 0 0,1 1-1 0 0,0-1 1 0 0,5 14-1 0 0,-6-21 12 0 0,2 8-2190 0 0,-3-9 2049 0 0,0 0 1 0 0,1-1-1 0 0,-1 1 1 0 0,0 0-1 0 0,0 0 1 0 0,0 0-1 0 0,1-1 0 0 0,-1 1 1 0 0,0 0-1 0 0,0 0 1 0 0,1 0-1 0 0,-1-1 1 0 0,1 1-1 0 0,-1 0 1 0 0,1-1-1 0 0,0 2 1 0 0,1-1 275 0 0,2 0 203 0 0,7 2 3501 0 0,-10-3-3763 0 0,0 0 1 0 0,0-1-1 0 0,0 1 1 0 0,0 0 0 0 0,0-1-1 0 0,-1 1 1 0 0,1-1-1 0 0,0 0 1 0 0,0 1-1 0 0,0-1 1 0 0,0 0-1 0 0,-1 1 1 0 0,1-1 0 0 0,0 0-1 0 0,0 0 1 0 0,-1 1-1 0 0,1-1 1 0 0,-1 0-1 0 0,1-1 1 0 0,10-16-273 0 0,-11 18 222 0 0,5-9-361 0 0,-2-1 0 0 0,1 0 0 0 0,-1 0 0 0 0,-1-1 0 0 0,0 1 0 0 0,-1 0 0 0 0,1-20 0 0 0,4-19-1226 0 0,-6 45 1704 0 0,0-1 0 0 0,0 0 1 0 0,0 0-1 0 0,-1 0 0 0 0,1 0 1 0 0,-2-5-1 0 0,0-1-4916 0 0,-4 3 11535 0 0,-3 3-4964 0 0,-6 14-2480 0 0,0 0 0 0 0,1 1-1 0 0,0 1 1 0 0,-18 17-1 0 0,-16 13-8426 0 0,-24 8 4286 0 0,32-24 5070 0 0,0-2 1 0 0,-57 23-1 0 0,82-38 5848 0 0,13-7-5239 0 0,0 1-1 0 0,1-1 0 0 0,-1 0 1 0 0,0 0-1 0 0,0 0 0 0 0,0-1 1 0 0,0 1-1 0 0,0 0 0 0 0,0-1 1 0 0,-3 1-1 0 0,24 19 845 0 0,46 10-1675 0 0,-57-26 1 0 0,-1-1 0 0 0,1 2 0 0 0,-1-1 0 0 0,0 1 0 0 0,0 0 0 0 0,-1 0 0 0 0,0 1 0 0 0,0 0 0 0 0,0 0 1 0 0,5 8-1 0 0,-9-11 0 0 0,0 1 0 0 0,-1-1 0 0 0,1 1 0 0 0,-1-1 0 0 0,0 1 0 0 0,0-1 0 0 0,0 1 0 0 0,-1 0 0 0 0,1-1 0 0 0,-1 1 0 0 0,0 0 0 0 0,0 0 0 0 0,-1-1 0 0 0,1 1 0 0 0,-1 0 0 0 0,1-1 0 0 0,-1 1 0 0 0,0 0 0 0 0,0-1 0 0 0,-1 1 0 0 0,1-1 0 0 0,-4 6 0 0 0,-3 1-635 0 0,-1 0-1 0 0,1 0 1 0 0,-2-1 0 0 0,1 0 0 0 0,-1-1 0 0 0,-1 0 0 0 0,-20 12 0 0 0,11-9-1081 0 0,-1-1 1 0 0,1-1-1 0 0,-36 11 0 0 0,40-16 1496 0 0,-1-1 0 0 0,1 0-1 0 0,0 0 1 0 0,-1-2 0 0 0,1 0 0 0 0,-1-1-1 0 0,1-1 1 0 0,-1 0 0 0 0,1-1-1 0 0,-18-5 1 0 0,28 6 292 0 0,-1-1-1 0 0,1 0 0 0 0,0-1 1 0 0,0 1-1 0 0,0-1 1 0 0,0 0-1 0 0,0 0 1 0 0,1-1-1 0 0,0 0 1 0 0,-1 0-1 0 0,1 0 0 0 0,1-1 1 0 0,-1 1-1 0 0,1-1 1 0 0,-1 0-1 0 0,2-1 1 0 0,-1 1-1 0 0,0-1 0 0 0,1 1 1 0 0,0-1-1 0 0,0 0 1 0 0,1 0-1 0 0,0 0 1 0 0,0-1-1 0 0,0 1 1 0 0,1 0-1 0 0,-1-12 0 0 0,1 8 519 0 0,1 1 0 0 0,0-1-1 0 0,0 1 1 0 0,1-1-1 0 0,3-10 1 0 0,-2 10-1025 0 0,1 0 0 0 0,1 1 0 0 0,0-1 0 0 0,5-9 0 0 0,4-4-3162 0 0,2 1 1 0 0,32-37-1 0 0,-39 48 1604 0 0,0 1-427 0 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8:22.14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453 1 835 0 0,'-1'8'15572'0'0,"-2"9"-9571"0"0,-63 60-1711 0 0,-6-9-5245 0 0,26-30-3011 0 0,-2-2 0 0 0,-2-3-1 0 0,-60 31 1 0 0,76-46 1415 0 0,33-17 1920 0 0,-18-15-4441 0 0,17 12 3453 0 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8:24.05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1338 132 939 0 0,'-2'1'12930'0'0,"-8"2"-4266"0"0,-5 3-4279 0 0,14-5-4235 0 0,-15 4-1004 0 0,-16 7 854 0 0,28-11-1 0 0,1 0 1 0 0,-1 1 0 0 0,1-1 0 0 0,-1 0 0 0 0,0-1 0 0 0,1 1 0 0 0,-1-1 0 0 0,0 1 0 0 0,0-1 0 0 0,1 0-1 0 0,-1 0 1 0 0,0-1 0 0 0,0 1 0 0 0,1-1 0 0 0,-1 0 0 0 0,0 0 0 0 0,-3-2 0 0 0,-7-1-5 0 0,12 4-222 0 0,1-1 0 0 0,0 1 1 0 0,-1-1-1 0 0,1 0 1 0 0,0 0-1 0 0,0 1 0 0 0,0-1 1 0 0,-1 0-1 0 0,1 0 1 0 0,0 0-1 0 0,0 0 0 0 0,0 0 1 0 0,1-1-1 0 0,-1 1 1 0 0,-1-2-1 0 0,-3-6-5358 0 0,3-5 689 0 0,3-1-535 0 0,4 3 5446 0 0,-3 5-14 0 0,1 0 1 0 0,0 0 0 0 0,0 0-1 0 0,1 1 1 0 0,0-1 0 0 0,0 1-1 0 0,0 0 1 0 0,6-5 0 0 0,-8 9-76 0 0,32-21-24 0 0,-6 21 278 0 0,5 20-154 0 0,-32-18-46 0 0,20 22 116 0 0,-19-18 1700 0 0,1 1 0 0 0,-1 0 0 0 0,-1 0 0 0 0,1 0 0 0 0,-1 0 0 0 0,2 8 1 0 0,-3-9-1201 0 0,0 0 0 0 0,0 0 0 0 0,0 0 1 0 0,0 0-1 0 0,-1 1 0 0 0,0-1 1 0 0,-1 5-1 0 0,-15 25-1473 0 0,-11-5-3492 0 0,17-20 2396 0 0,-1-1 0 0 0,0 0 0 0 0,-1-1 0 0 0,0 0 0 0 0,-14 5 0 0 0,-4-1 1464 0 0,3-3 3559 0 0,22-6-3047 0 0,-1 0 0 0 0,0 0 0 0 0,0-1 0 0 0,0-1 1 0 0,1 1-1 0 0,-1-1 0 0 0,0 0 0 0 0,0 0 0 0 0,0-1 0 0 0,0 0 0 0 0,0 0 0 0 0,1-1 0 0 0,-1 0 1 0 0,1 0-1 0 0,-1 0 0 0 0,1-1 0 0 0,0 0 0 0 0,0 0 0 0 0,0-1 0 0 0,-7-4 0 0 0,8 2 106 0 0,-1 1-1 0 0,1-1 0 0 0,0 0 0 0 0,0-1 0 0 0,1 1 0 0 0,0-1 0 0 0,0 0 0 0 0,0 0 0 0 0,1 0 1 0 0,0 0-1 0 0,1 0 0 0 0,-1-1 0 0 0,1 0 0 0 0,1 1 0 0 0,-2-16 0 0 0,2-4-1561 0 0,1 15 4867 0 0,0 9-1279 0 0,0 2-858 0 0,-16 35 8160 0 0,9-25-10117 0 0,1 1 1 0 0,-1-1-1 0 0,0-1 1 0 0,-1 1-1 0 0,0-1 1 0 0,-1-1 0 0 0,1 1-1 0 0,-1-1 1 0 0,-1-1-1 0 0,1 0 1 0 0,-20 9 0 0 0,13-7-486 0 0,-1-1 0 0 0,0-1 0 0 0,0-1 0 0 0,0 0 1 0 0,-1-1-1 0 0,-31 2 0 0 0,45-5 1165 0 0,0-1 1 0 0,-1-1-1 0 0,1 1 0 0 0,-1-1 1 0 0,1 1-1 0 0,0-1 0 0 0,-1-1 1 0 0,1 1-1 0 0,0-1 0 0 0,0 1 1 0 0,0-1-1 0 0,0 0 0 0 0,0-1 1 0 0,0 1-1 0 0,1-1 0 0 0,-1 1 1 0 0,1-1-1 0 0,-6-6 0 0 0,-13-10 13 0 0,19 16-13 0 0,0-1 1 0 0,1 0-1 0 0,0 0 1 0 0,0 0-1 0 0,0 0 1 0 0,0 0-1 0 0,1-1 1 0 0,0 1-1 0 0,-2-8 0 0 0,2 8-19 0 0,-5-22 2327 0 0,-1-14 11660 0 0,7 39-13989 0 0,4 1-87 0 0,-1 0 107 0 0,1 1 1 0 0,0-1 0 0 0,-1 1 0 0 0,1 0 0 0 0,-1 0 0 0 0,1 1 0 0 0,-1-1 0 0 0,1 1 0 0 0,-1-1 0 0 0,0 1 0 0 0,0 0 0 0 0,0 1 0 0 0,0-1 0 0 0,0 0 0 0 0,0 1-1 0 0,3 4 1 0 0,4 2-53 0 0,-9-8 51 0 0,0 0 4 0 0,0 1 0 0 0,0-1-1 0 0,0 1 1 0 0,0 0 0 0 0,0-1 0 0 0,-1 1-1 0 0,1-1 1 0 0,0 1 0 0 0,-1 0-1 0 0,0 0 1 0 0,1-1 0 0 0,-1 1 0 0 0,0 0-1 0 0,0 0 1 0 0,0 0 0 0 0,0-1 0 0 0,0 3-1 0 0,-7 22-3603 0 0,5-23 3912 0 0,0-1-1 0 0,0 1 1 0 0,0-1-1 0 0,0 1 1 0 0,0-1-1 0 0,-1 0 1 0 0,1 0 0 0 0,-1 0-1 0 0,0 0 1 0 0,1 0-1 0 0,-6 2 1 0 0,2-1-627 0 0,-2 2 352 0 0,0-1 0 0 0,-1-1 0 0 0,1 0 0 0 0,-1 0 0 0 0,0 0 0 0 0,1-1 0 0 0,-1-1 0 0 0,0 1 0 0 0,0-1 1 0 0,-18-1-1 0 0,14 0-35 0 0,0 0 0 0 0,0 0 0 0 0,1 0 0 0 0,-1 2 0 0 0,-16 3 0 0 0,-2 8 0 0 0,26-12-646 0 0,1 1 1 0 0,-1-1 0 0 0,1 1-1 0 0,-1 0 1 0 0,1 0-1 0 0,0 0 1 0 0,0 0 0 0 0,0 1-1 0 0,0-1 1 0 0,0 1 0 0 0,1 0-1 0 0,-1 0 1 0 0,1 1 0 0 0,0-1-1 0 0,0 1 1 0 0,0-1-1 0 0,0 1 1 0 0,1 0 0 0 0,-4 7-1 0 0,5-9 593 0 0,-30 75 726 0 0,22-44-437 0 0,6-16-155 0 0,1-11-29 0 0,1 0 1 0 0,0-1 0 0 0,0 1-1 0 0,1 0 1 0 0,-1 0-1 0 0,2 6 1 0 0,-2 1 46 0 0,-22 285 277 0 0,19-271-1277 0 0,-2 0-1 0 0,-2 0 1 0 0,0-1 0 0 0,-17 35-1 0 0,-58 97-7021 0 0,64-124 5275 0 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8:25.18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5 880 0 0,'0'0'2832'0'0,"22"-5"16502"0"0,-17 10-16320 0 0,5 8-2716 0 0,-8-11-456 0 0,-1 0 170 0 0,-3 10-10 0 0,2-13-2 0 0,0 1 0 0 0,0 0 0 0 0,0 0 0 0 0,-1-1-1 0 0,1 1 1 0 0,0 0 0 0 0,0 0 0 0 0,0-1 0 0 0,-1 1 0 0 0,1 0 0 0 0,0 0 0 0 0,-1 0 0 0 0,1 0 0 0 0,0-1 0 0 0,0 1 0 0 0,-1 0 0 0 0,1 0 0 0 0,0 0 0 0 0,-1 0 0 0 0,1 0 0 0 0,0 0 0 0 0,-1 0 0 0 0,1 0 0 0 0,0 0 0 0 0,-1 0 0 0 0,1 0 0 0 0,0 0 0 0 0,-1 0 0 0 0,1 0 0 0 0,0 0 0 0 0,0 0 0 0 0,-1 0 0 0 0,1 0 0 0 0,0 1 0 0 0,-1-1 0 0 0,1 0 0 0 0,0 0 0 0 0,0 0 0 0 0,-1 0 0 0 0,1 1 0 0 0,0-1 0 0 0,0 0 0 0 0,-1 0 0 0 0,1 0 0 0 0,0 1 0 0 0,0-1 0 0 0,0 0-1 0 0,-1 1 1 0 0,1-1 0 0 0,0 0 0 0 0,0 0 0 0 0,0 1 0 0 0,0-1 0 0 0,0 0 0 0 0,0 1 0 0 0,0-1 0 0 0,-1 0 0 0 0,1 1 0 0 0,0-1 0 0 0,0 0 0 0 0,0 1 0 0 0,0-1 0 0 0,1 0 0 0 0,-1 1 0 0 0,0-1 0 0 0,0 0 0 0 0,0 0 0 0 0,0 1 0 0 0,-6-5-9 0 0,5 3-76 0 0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8:26.03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6 5 859 0 0,'-6'-4'11132'0'0,"8"20"3085"0"0,3-10-13855 0 0,-1 0-1476 0 0,9-6 1872 0 0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8:26.42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7 1 829 0 0,'0'0'6888'0'0,"-3"10"-3232"0"0,0 8 8001 0 0,5 0-8473 0 0,-2-17-3215 0 0,-1 0 1 0 0,2 0-1 0 0,-1 0 1 0 0,0 1-1 0 0,0-1 1 0 0,0 0 0 0 0,1 0-1 0 0,-1 0 1 0 0,0 0-1 0 0,1 1 1 0 0,-1-1 0 0 0,1 0-1 0 0,-1 0 1 0 0,1 0-1 0 0,0 0 1 0 0,-1 0-1 0 0,1 0 1 0 0,0-1 0 0 0,0 1-1 0 0,0 0 1 0 0,0 0-1 0 0,0 0 1 0 0,-1-1-1 0 0,1 1 1 0 0,1 0 0 0 0,-1-1-1 0 0,0 1 1 0 0,0-1-1 0 0,0 0 1 0 0,2 1-1 0 0,-1 0-950 0 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8:28.21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172 1 810 0 0,'0'0'857'0'0,"-22"6"4579"0"0,20 1-2611 0 0,0 14 11485 0 0,2-17-12334 0 0,0-2-1977 0 0,1 1 1 0 0,0-1 0 0 0,-1 1 0 0 0,1-1 0 0 0,1 0-1 0 0,-1 1 1 0 0,0-1 0 0 0,0 0 0 0 0,1 0 0 0 0,0 0-1 0 0,-1 0 1 0 0,1 0 0 0 0,0 0 0 0 0,0 0 0 0 0,0-1-1 0 0,0 1 1 0 0,0-1 0 0 0,0 1 0 0 0,0-1 0 0 0,4 2-1 0 0,2 2 1 0 0,27 19-1475 0 0,33 30 1 0 0,-56-43-50 0 0,18 14-12054 0 0,-27-23 12753 0 0,-2-2 22 0 0,0 0 791 0 0,-1 0 24 0 0,0 1 0 0 0,1-1-1 0 0,-1 0 1 0 0,1 0 0 0 0,-1 0 0 0 0,0 0-1 0 0,1 0 1 0 0,-1 1 0 0 0,0-1 0 0 0,1 0-1 0 0,-1 0 1 0 0,0 0 0 0 0,1 1 0 0 0,-1-1-1 0 0,0 0 1 0 0,1 1 0 0 0,-1-1 0 0 0,0 0-1 0 0,0 1 1 0 0,0-1 0 0 0,1 0 0 0 0,-1 1-1 0 0,0-1 1 0 0,0 0 0 0 0,0 1 0 0 0,0-1-1 0 0,1 1 1 0 0,-1-1 0 0 0,0 0 0 0 0,0 1-1 0 0,0-1 1 0 0,0 1 0 0 0,0-1 0 0 0,0 0-1 0 0,0 1 1 0 0,0-1 0 0 0,0 1 0 0 0,0-1-1 0 0,-1 0 1 0 0,1 1 0 0 0,0-1 0 0 0,0 1-1 0 0,0-1 1 0 0,-1 1 0 0 0,-6 16 6872 0 0,-19 3-383 0 0,-4-2-4629 0 0,-70 23-9119 0 0,73-31 5602 0 0,0 1-1178 0 0,-76 25-201 0 0,101-36 2385 0 0,1 0-65 0 0,0 0 611 0 0,1 0 1 0 0,-1 0-1 0 0,0 0 0 0 0,1 0 1 0 0,-1-1-1 0 0,0 1 1 0 0,0 0-1 0 0,1 0 0 0 0,-1-1 1 0 0,0 1-1 0 0,1 0 1 0 0,-1-1-1 0 0,1 1 1 0 0,-1-1-1 0 0,0 1 0 0 0,1-1 1 0 0,-1 0-1 0 0,-6-12 6480 0 0,5 1-6221 0 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8:28.61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77 16 1003 0 0,'0'0'1549'0'0,"-9"-16"14297"0"0,6 19-15461 0 0,1 1 1 0 0,0-1-1 0 0,0 0 0 0 0,0 1 1 0 0,0 0-1 0 0,0-1 0 0 0,1 1 1 0 0,-1 0-1 0 0,1 0 0 0 0,0 0 0 0 0,0 0 1 0 0,1 0-1 0 0,-1 0 0 0 0,1 0 1 0 0,0 0-1 0 0,0 0 0 0 0,1 7 1 0 0,-2 15 494 0 0,-15 110-825 0 0,-11 80-364 0 0,24-202-957 0 0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8:30.44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1320 620 1254 0 0,'-1'2'13395'0'0,"0"7"-5279"0"0,0 16-4135 0 0,5-3-4317 0 0,-4-20 140 0 0,1 7 196 0 0,-1-1 0 0 0,0 1 0 0 0,0-1 0 0 0,-1 0 0 0 0,0 1 0 0 0,0-1 0 0 0,-1 1 0 0 0,0-1 0 0 0,-1 0 0 0 0,-4 11 0 0 0,4-15 0 0 0,1-1 0 0 0,-1 0 0 0 0,0 1 0 0 0,0-1 0 0 0,0 0 0 0 0,0 0 0 0 0,-1-1 0 0 0,1 1 0 0 0,-1-1 0 0 0,1 1 0 0 0,-1-1 0 0 0,0 0 0 0 0,0-1 0 0 0,0 1 0 0 0,0-1 0 0 0,0 1 0 0 0,-1-1 0 0 0,1 0 0 0 0,0-1 0 0 0,0 1 0 0 0,-7-1 0 0 0,7 1-1 0 0,1-1 1 0 0,-1 0 0 0 0,1 0 0 0 0,-1 0 0 0 0,1 0 0 0 0,-1-1-1 0 0,1 1 1 0 0,-1-1 0 0 0,1 0 0 0 0,-1 0 0 0 0,1 0-1 0 0,0-1 1 0 0,-1 1 0 0 0,1-1 0 0 0,0 0 0 0 0,0 0 0 0 0,0 0-1 0 0,0 0 1 0 0,0 0 0 0 0,1 0 0 0 0,-1-1 0 0 0,1 0-1 0 0,-3-3 1 0 0,0-2-2 0 0,1 1 0 0 0,1 0 0 0 0,-1-1-1 0 0,1 0 1 0 0,1 0 0 0 0,-4-14 0 0 0,5 18 0 0 0,1 2-19 0 0,-5-20-216 0 0,5 28 269 0 0,-1 0-1 0 0,-1 1 1 0 0,1-1 0 0 0,-1 0 0 0 0,0 0-1 0 0,0 0 1 0 0,-5 8 0 0 0,3-7-537 0 0,0-1 1 0 0,0 1 0 0 0,-1-1 0 0 0,0 0-1 0 0,0-1 1 0 0,-7 6 0 0 0,-21 13-5035 0 0,-6-10-3306 0 0,37-13 8832 0 0,0-1-1 0 0,0 0 1 0 0,-1 0-1 0 0,1 0 1 0 0,0 0-1 0 0,0 0 1 0 0,-1 0-1 0 0,1 0 1 0 0,0-1-1 0 0,0 1 1 0 0,0-1-1 0 0,0 0 1 0 0,0 0-1 0 0,0 0 1 0 0,0 0-1 0 0,0 0 1 0 0,0 0-1 0 0,0 0 1 0 0,0-1-1 0 0,0 1 1 0 0,1-1-1 0 0,-1 1 1 0 0,1-1-1 0 0,-1 0 1 0 0,1 1-1 0 0,-1-1 1 0 0,1 0-1 0 0,0 0 1 0 0,0 0-1 0 0,0 0 1 0 0,-1-2-1 0 0,-1-5 3 0 0,-1 1 0 0 0,1-1 0 0 0,0 0 0 0 0,1 0 0 0 0,-2-15 0 0 0,4 22-15 0 0,-5-20 2981 0 0,1 49 8206 0 0,-4-3-6695 0 0,6-20-4539 0 0,0 0 1 0 0,-1 0-1 0 0,1 0 0 0 0,-1 0 0 0 0,0 0 1 0 0,0-1-1 0 0,0 1 0 0 0,0-1 1 0 0,-1 0-1 0 0,1 0 0 0 0,-1 0 0 0 0,0-1 1 0 0,0 1-1 0 0,0-1 0 0 0,-5 2 0 0 0,-17 8-2448 0 0,11-6-2807 0 0,13-6 4257 0 0,-11 0-294 0 0,-3-1-5502 0 0,12-1 6891 0 0,1 0 0 0 0,-1 0 0 0 0,1-1 0 0 0,0 1 0 0 0,-1-1 0 0 0,1 1 0 0 0,1-1 0 0 0,-1 0 0 0 0,0 0 0 0 0,1 0 0 0 0,-1-1 0 0 0,1 1 0 0 0,-3-7 0 0 0,-1-3 726 0 0,1-1-1 0 0,-6-23 1 0 0,9 28-401 0 0,-4-15-850 0 0,4 16 3344 0 0,1 1 3494 0 0,1 5-4385 0 0,-3 31 2646 0 0,-5 10-6161 0 0,7-35 478 0 0,-1 0 1 0 0,0 0 0 0 0,0 0-1 0 0,-1-1 1 0 0,1 1-1 0 0,-1-1 1 0 0,1 0 0 0 0,-1 1-1 0 0,-4 2 1 0 0,4-4 617 0 0,1 0 1 0 0,-1 0 0 0 0,0 0 0 0 0,0 0-1 0 0,0-1 1 0 0,-1 1 0 0 0,1-1-1 0 0,0 0 1 0 0,-7 2 0 0 0,4-3 432 0 0,-1 1 0 0 0,1-1-1 0 0,-1 0 1 0 0,1-1 0 0 0,-1 1 0 0 0,1-1 0 0 0,-1-1 0 0 0,1 1 0 0 0,-1-1-1 0 0,1 0 1 0 0,-10-5 0 0 0,-20-9 58 0 0,1-1-1 0 0,0-2 1 0 0,1-1-1 0 0,-44-35 1 0 0,11 3 148 0 0,66 51-153 0 0,-14-10 4580 0 0,23 30 3699 0 0,4 0-4051 0 0,36 38-4853 0 0,-18-23 20 0 0,-25-27 286 0 0,21 26-4280 0 0,-19-24 1801 0 0,-1 1 0 0 0,0-1 0 0 0,6 16 1 0 0,-11-23 2794 0 0,-1 1 56 0 0,0 0 0 0 0,0 0 1 0 0,-1 0-1 0 0,1 0 0 0 0,-1-1 0 0 0,0 1 0 0 0,0 0 0 0 0,0 0 0 0 0,0-1 0 0 0,0 1 0 0 0,-1-1 0 0 0,1 1 0 0 0,-1-1 0 0 0,0 1 0 0 0,1-1 1 0 0,-1 0-1 0 0,-4 4 0 0 0,1-2 106 0 0,0-1 0 0 0,0 1 0 0 0,-1-1 1 0 0,1 0-1 0 0,-1 0 0 0 0,0 0 0 0 0,1-1 1 0 0,-8 2-1 0 0,1-1-234 0 0,-1 0 1 0 0,1-1-1 0 0,-1-1 1 0 0,1 0-1 0 0,-1 0 0 0 0,1-1 1 0 0,-1-1-1 0 0,-13-2 1 0 0,19 1 63 0 0,1 0 0 0 0,-1 0-1 0 0,1 0 1 0 0,0 0 0 0 0,0-1 0 0 0,0 0 0 0 0,0-1 0 0 0,0 1 0 0 0,1-1 0 0 0,0 0 0 0 0,-1-1 0 0 0,2 1 0 0 0,-1-1-1 0 0,0 0 1 0 0,1 0 0 0 0,0 0 0 0 0,0-1 0 0 0,1 0 0 0 0,-1 1 0 0 0,1-1 0 0 0,-3-8 0 0 0,5 8 117 0 0,0 0 0 0 0,0 1 0 0 0,1-1 0 0 0,0 0 0 0 0,0 0 0 0 0,0 1 0 0 0,2-11 0 0 0,0-12 2181 0 0,-4-13 3338 0 0,0-27-457 0 0,-1-1-4196 0 0,-24-248-15030 0 0,26 314 14040 0 0,-9-69-25 0 0,-3-85-1 0 0,13 155-191 0 0,6 16 4577 0 0,-1 0-4117 0 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8:31.153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5 8 890 0 0,'0'0'4493'0'0,"-5"18"12916"0"0,7 0-13140 0 0,0-1-5116 0 0,-5-11 841 0 0,2-14-6 0 0,3-18-10 0 0,-1 24 21 0 0,11-29-1257 0 0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8:31.863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41 1246 0 0,'0'0'4186'0'0,"9"15"-3780"0"0,3-7 13000 0 0,4-1-7733 0 0,17 7-4397 0 0,-31-13-1369 0 0,1-2-521 0 0,-1 0 651 0 0,1-1-1 0 0,0 1 1 0 0,-1 0-1 0 0,1-1 1 0 0,-1 0-1 0 0,1 0 1 0 0,-1 1-1 0 0,0-1 1 0 0,0-1 0 0 0,0 1-1 0 0,0 0 1 0 0,0 0-1 0 0,-1-1 1 0 0,3-3-1 0 0,14-16 42 0 0,8 2-35 0 0,-24 19-41 0 0,13-9 42 0 0,9 27-31 0 0,-22-13-114 0 0,1 0 0 0 0,0 0 0 0 0,1 0 1 0 0,-1-1-1 0 0,8 6 0 0 0,-3-5-110 0 0,-11-13 543 0 0,-10-5-1093 0 0,5 8-703 0 0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8:32.173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39 1372 0 0,'0'0'2667'0'0,"20"2"14632"0"0,-15-1-12116 0 0,-2 2-6409 0 0,-2-1 2144 0 0,4 2-725 0 0,-10-8-796 0 0,-8-13 771 0 0,0-11-615 0 0,12 27-860 0 0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8:32.53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635 0 1240 0 0,'-20'16'4711'0'0,"0"0"1"0"0,-32 33-1 0 0,-29 47 1933 0 0,-11 9-8012 0 0,85-97 1102 0 0,-176 186-8021 0 0,142-146 6761 0 0,2 1 0 0 0,-38 66 0 0 0,59-80 1082 0 0,13-23 1532 0 0,13-18 1753 0 0,2-5 507 0 0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8:32.78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426 0 1178 0 0,'-4'3'940'0'0,"-1"0"-1"0"0,1 0 1 0 0,-1 0-1 0 0,1 0 1 0 0,0 1 0 0 0,-7 7-1 0 0,-125 142 11380 0 0,51-45-8719 0 0,17-21-5124 0 0,-2-3-5193 0 0,40-50 3850 0 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8:33.573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80 60 1228 0 0,'0'0'8465'0'0,"4"3"-6247"0"0,9 4 9412 0 0,-6-5-11279 0 0,11 3 621 0 0,0 1 0 0 0,22 11 0 0 0,-8 5-3545 0 0,-4 10-5367 0 0,-27-30 7749 0 0,0 1 1 0 0,0-1-1 0 0,0 1 0 0 0,-1-1 1 0 0,1 1-1 0 0,-1-1 1 0 0,1 1-1 0 0,-1-1 1 0 0,0 1-1 0 0,0-1 0 0 0,0 1 1 0 0,-1-1-1 0 0,1 1 1 0 0,-1-1-1 0 0,1 1 0 0 0,-1-1 1 0 0,-1 4-1 0 0,0 0 88 0 0,0 0 1 0 0,-1 0-1 0 0,0 0 0 0 0,0 0 0 0 0,-6 7 0 0 0,4-7 124 0 0,0-1 0 0 0,0-1 0 0 0,0 1 0 0 0,-1-1-1 0 0,0 0 1 0 0,0 0 0 0 0,0 0 0 0 0,0-1 0 0 0,-1 0-1 0 0,1 0 1 0 0,-1-1 0 0 0,0 0 0 0 0,1 0 0 0 0,-1-1-1 0 0,0 1 1 0 0,0-1 0 0 0,-10 0 0 0 0,13-1 63 0 0,0 0 0 0 0,0 0 0 0 0,1 0 0 0 0,-1-1 0 0 0,0 1 0 0 0,0-1 0 0 0,0 0 1 0 0,0 0-1 0 0,1 0 0 0 0,-1-1 0 0 0,0 1 0 0 0,1-1 0 0 0,-1 0 0 0 0,1 0 0 0 0,0 0 0 0 0,0 0 0 0 0,0-1 1 0 0,0 1-1 0 0,0-1 0 0 0,0 0 0 0 0,1 0 0 0 0,-1 0 0 0 0,1 0 0 0 0,0 0 0 0 0,0 0 0 0 0,0-1 0 0 0,0 1 0 0 0,0-1 1 0 0,1 0-1 0 0,0 1 0 0 0,-1-1 0 0 0,0-6 0 0 0,2 4-213 0 0,0 1 1 0 0,0 0-1 0 0,0-1 0 0 0,1 1 1 0 0,0 0-1 0 0,0-1 0 0 0,0 1 1 0 0,1 0-1 0 0,-1 0 0 0 0,1 0 1 0 0,0 0-1 0 0,1 0 1 0 0,-1 1-1 0 0,1-1 0 0 0,0 1 1 0 0,0-1-1 0 0,1 1 0 0 0,6-6 1 0 0,7-8-1022 0 0,2 1 1 0 0,31-24-1 0 0,-43 36 794 0 0,49-39-6598 0 0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8:34.80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17 715 0 0,'0'0'975'0'0,"10"-11"-286"0"0,6 5 18761 0 0,-3 7-14921 0 0,2 6-4676 0 0,4 15 150 0 0,-17-15 9 0 0,-11-11-42 0 0,4 1-4 0 0,4 3-266 0 0,3-18-302 0 0,-1 18 616 0 0,-1-1-1 0 0,1 1 0 0 0,-1 0 0 0 0,0 0 1 0 0,1-1-1 0 0,-1 1 0 0 0,1 0 1 0 0,-1 0-1 0 0,1-1 0 0 0,-1 1 1 0 0,1 0-1 0 0,-1 0 0 0 0,1 0 1 0 0,-1 0-1 0 0,1 0 0 0 0,-1 0 1 0 0,1 0-1 0 0,-1 0 0 0 0,1 0 1 0 0,-1 0-1 0 0,1 0 0 0 0,-1 0 1 0 0,1 0-1 0 0,-1 0 0 0 0,1 0 0 0 0,-1 0 1 0 0,2 1-1 0 0,13 3 568 0 0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3T19:28:36.963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1 205 18872,'3915'-204'0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7:28.97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127 2 828 0 0,'-5'-1'11573'0'0,"-10"1"-199"0"0,17 5-11273 0 0,0 0 0 0 0,1-1 0 0 0,-1 1 0 0 0,1-1 0 0 0,0 1-1 0 0,0-1 1 0 0,1 0 0 0 0,0 0 0 0 0,-1 0 0 0 0,1-1 0 0 0,0 1 0 0 0,7 3-1 0 0,1 0 228 0 0,1 0-1 0 0,27 10 1 0 0,-12-5-183 0 0,-1-1-145 0 0,-19-8 0 0 0,1 1 0 0 0,0 0 0 0 0,-1 0 0 0 0,1 1 0 0 0,-1 0 0 0 0,-1 0 0 0 0,1 1 0 0 0,-1 0 0 0 0,9 8 0 0 0,-15-13 0 0 0,-1 0 0 0 0,1 0 0 0 0,0 1 0 0 0,-1-1 0 0 0,1 0 0 0 0,-1 0 0 0 0,0 0 0 0 0,1 0 0 0 0,-1 0 0 0 0,0 1 0 0 0,1-1 0 0 0,-1 0 0 0 0,0 0 0 0 0,0 1 0 0 0,0-1 0 0 0,0 0 0 0 0,0 0 0 0 0,0 1 0 0 0,-1-1 0 0 0,1 0 0 0 0,0 0 0 0 0,-1 0 0 0 0,1 0 0 0 0,-1 1 0 0 0,1-1 0 0 0,-1 0 0 0 0,1 0 0 0 0,-1 0 0 0 0,0 0 0 0 0,0 0 0 0 0,1 0 0 0 0,-1 0 0 0 0,0 0 0 0 0,0-1 0 0 0,0 1 0 0 0,0 0 0 0 0,-1 1 0 0 0,-96 54 0 0 0,31-20 0 0 0,42-20-21 0 0,11-7 15 0 0,0 0 0 0 0,-1-1 0 0 0,-18 7 1 0 0,27-11 37 0 0,-1 5-26 0 0,6-8-29 0 0,-2 2-103 0 0,0-1 97 0 0,-1 0 1 0 0,1 0-1 0 0,-1-1 0 0 0,1 1 1 0 0,-6 1-1 0 0,-7 1-3501 0 0,-3-4 7536 0 0,10-1-4529 0 0,6 1-1345 0 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7:30.01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805 1 1241 0 0,'0'0'7390'0'0,"-8"6"-4098"0"0,4-2-1982 0 0,0 0 0 0 0,0 1 0 0 0,0 0 0 0 0,0 0 0 0 0,1 0 0 0 0,0 0-1 0 0,0 0 1 0 0,0 0 0 0 0,-4 11 0 0 0,2-4-118 0 0,3-8-1192 0 0,1-1 0 0 0,-1 1 0 0 0,1 0 0 0 0,-1-1 0 0 0,1 1 0 0 0,0 0 0 0 0,0 0 0 0 0,0 5 0 0 0,-3 11 0 0 0,1-14-243 0 0,0 1 1 0 0,0-1 0 0 0,0 0 0 0 0,-1-1 0 0 0,0 1-1 0 0,0 0 1 0 0,0-1 0 0 0,-1 0 0 0 0,0 0-1 0 0,-6 4 1 0 0,-2 1-1222 0 0,0-2-1 0 0,-29 14 1 0 0,28-14 887 0 0,12-8-303 0 0,-7 3 2203 0 0,8-3-1112 0 0,0 1 1 0 0,0-1-1 0 0,-1 1 1 0 0,1-1-1 0 0,0 0 1 0 0,-1 1 0 0 0,1-1-1 0 0,0 0 1 0 0,0 0-1 0 0,-1 0 1 0 0,1 0-1 0 0,0 0 1 0 0,-1 0-1 0 0,1-1 1 0 0,0 1-1 0 0,-1 0 1 0 0,1-1-1 0 0,0 1 1 0 0,0 0-1 0 0,0-1 1 0 0,-1 0-1 0 0,1 1 1 0 0,0-1-1 0 0,0 0 1 0 0,0 1-1 0 0,0-1 1 0 0,0 0-1 0 0,0 0 1 0 0,0 0 0 0 0,0 0-1 0 0,0 0 1 0 0,1 0-1 0 0,-2-2 1 0 0,0 0-212 0 0,0 0 0 0 0,0 0 0 0 0,0 0 0 0 0,0 0 0 0 0,1-1 0 0 0,-1 1 0 0 0,1 0 0 0 0,0-1 0 0 0,0 1 0 0 0,0-1 0 0 0,0 0 0 0 0,1 1 0 0 0,0-1 0 0 0,-1 1 0 0 0,1-1 0 0 0,0 0 0 0 0,1 1 0 0 0,-1-1 0 0 0,1 0 0 0 0,1-4 0 0 0,1-13 0 0 0,1-13-7 0 0,-4 32 2 0 0,-3 5-60 0 0,1 0 74 0 0,0 1 0 0 0,0-1 0 0 0,0 1 0 0 0,0-1 0 0 0,1 1 0 0 0,-2 5 0 0 0,-4 12-955 0 0,-1 0 0 0 0,-1 0-1 0 0,-1-1 1 0 0,-14 21-1 0 0,-54 72-4833 0 0,76-110 5728 0 0,-60 77-2709 0 0,-96 98 2799 0 0,126-144-348 0 0,-69 53 1 0 0,65-63-1891 0 0,34-23 1230 0 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7:30.46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1 1684 0 0,'0'0'9540'0'0,"1"11"-6672"0"0,3 8 7986 0 0,2-2-7763 0 0,-1-6-6145 0 0,19-12 2383 0 0,-15-5 928 0 0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7:30.76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10 0 1361 0 0,'0'14'21285'0'0,"-1"-14"-20701"0"0,-7 7 2727 0 0,9-2-2991 0 0,3 10-967 0 0,-6 9 647 0 0,6 2-10352 0 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7:31.77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492 130 847 0 0,'0'0'3213'0'0,"-6"7"783"0"0,4-3-2175 0 0,2-4-1299 0 0,0 1 0 0 0,-1 0-1 0 0,1-1 1 0 0,0 1-1 0 0,-1-1 1 0 0,1 1 0 0 0,0-1-1 0 0,-1 1 1 0 0,1-1-1 0 0,-1 1 1 0 0,1-1 0 0 0,-1 1-1 0 0,1-1 1 0 0,-1 1-1 0 0,0-1 1 0 0,1 0 0 0 0,-1 0-1 0 0,1 1 1 0 0,-1-1-1 0 0,0 0 1 0 0,1 0 0 0 0,-1 1-1 0 0,1-1 1 0 0,-1 0-1 0 0,0 0 1 0 0,1 0-1 0 0,-1 0 1 0 0,-1 0 0 0 0,-9 1 688 0 0,7 0-1210 0 0,1-1 0 0 0,0 0 0 0 0,-1 0 0 0 0,1 0 0 0 0,0 0 0 0 0,-1 0 0 0 0,1-1 0 0 0,-1 1 0 0 0,1-1 0 0 0,0 0 0 0 0,0 0 0 0 0,-1 0 0 0 0,1-1 0 0 0,-3-1 0 0 0,4 1 0 0 0,0 1 0 0 0,0-1 0 0 0,0 0 0 0 0,1 0 0 0 0,-1 0 0 0 0,0 0 0 0 0,1 0 0 0 0,0 0 0 0 0,-1 0 0 0 0,1-1 0 0 0,0 1 0 0 0,0 0 0 0 0,0-1 0 0 0,1 1 0 0 0,-1-1 0 0 0,1 1 0 0 0,-1-1 0 0 0,1 1 0 0 0,0-1 0 0 0,0 1 0 0 0,0-1 0 0 0,0 1 0 0 0,0-4 0 0 0,2-1-1 0 0,0 0 1 0 0,1 0 0 0 0,-1 1 0 0 0,1-1 0 0 0,6-9-1 0 0,-4 12 1 0 0,0 0 0 0 0,0 1 0 0 0,0 0-1 0 0,0 0 1 0 0,1 1 0 0 0,-1 0-1 0 0,1-1 1 0 0,0 2 0 0 0,-1-1 0 0 0,7 0-1 0 0,1-2 0 0 0,-11 4-16 0 0,5 0 22 0 0,-5-1-4 0 0,-1 1 0 0 0,1 0 0 0 0,0-1 0 0 0,-1 1-1 0 0,1 0 1 0 0,0 0 0 0 0,0 0 0 0 0,-1 0-1 0 0,1 0 1 0 0,0 0 0 0 0,-1 1 0 0 0,1-1 0 0 0,0 0-1 0 0,-1 1 1 0 0,1 0 0 0 0,0-1 0 0 0,-1 1-1 0 0,1 0 1 0 0,-1 0 0 0 0,1 0 0 0 0,1 1 0 0 0,-1 2-1 0 0,0 0 0 0 0,0 1 0 0 0,-1-1 0 0 0,1 0 0 0 0,0 8 0 0 0,-1-4 0 0 0,-1 0 0 0 0,0 0 0 0 0,-1 0 0 0 0,0 0 0 0 0,0-1 0 0 0,-1 1 0 0 0,0 0 0 0 0,0-1 0 0 0,-6 13 0 0 0,-35 65 0 0 0,35-72 0 0 0,-6 9-226 0 0,-1-1 1 0 0,-1 0 0 0 0,-1-2-1 0 0,-1 0 1 0 0,0-1 0 0 0,-1 0-1 0 0,-1-2 1 0 0,-1 0 0 0 0,-1-2-1 0 0,0 0 1 0 0,0-1 0 0 0,-1-2-1 0 0,-1 0 1 0 0,0-1 0 0 0,-30 7-1 0 0,44-14-1223 0 0,0-1-1 0 0,0 0 0 0 0,0-1 0 0 0,0 0 0 0 0,-20 0 0 0 0,28-2 1161 0 0,0 1 0 0 0,0 0 0 0 0,1 0 0 0 0,-1-1 0 0 0,0 1 0 0 0,0-1 1 0 0,0 0-1 0 0,0 0 0 0 0,0 1 0 0 0,1-1 0 0 0,-1 0 0 0 0,0-1 0 0 0,1 1 0 0 0,-1 0 0 0 0,1 0 0 0 0,-1-1 0 0 0,1 1 0 0 0,0 0 0 0 0,-2-3 0 0 0,2 2 271 0 0,0 0 0 0 0,0 0-1 0 0,0 0 1 0 0,1-1 0 0 0,-1 1-1 0 0,1 0 1 0 0,-1-1 0 0 0,1 1-1 0 0,0 0 1 0 0,0-1 0 0 0,0 1-1 0 0,0-4 1 0 0,2-9-1233 0 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7:32.16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664 8 1125 0 0,'2'-7'2014'0'0,"-8"7"5558"0"0,-16 13 6038 0 0,14-7-11717 0 0,-32 22-1893 0 0,2 1 0 0 0,-41 41 0 0 0,-24 20 0 0 0,56-53-118 0 0,-2-2 1 0 0,-2-2-1 0 0,-1-3 1 0 0,-96 43-1 0 0,130-72-150 0 0,18-1 263 0 0,0 0-1 0 0,-1 0 1 0 0,1 0-1 0 0,0-1 1 0 0,-1 1 0 0 0,1 0-1 0 0,0-1 1 0 0,-1 1-1 0 0,1 0 1 0 0,0-1 0 0 0,0 1-1 0 0,0 0 1 0 0,-1-1-1 0 0,1 1 1 0 0,0 0 0 0 0,0-1-1 0 0,0 1 1 0 0,0-1-1 0 0,0 1 1 0 0,0 0 0 0 0,-1-1-1 0 0,1 1 1 0 0,0-1-1 0 0,0 1 1 0 0,1-1 0 0 0,-1-3-4 0 0,1 0 0 0 0,0 0 0 0 0,0 0 0 0 0,0 0 0 0 0,1 0 0 0 0,3-6 0 0 0,6-12 1068 0 0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7:32.73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42 4 1166 0 0,'0'2'14189'0'0,"-2"7"-6568"0"0,-1 5-4108 0 0,-1-9-3338 0 0,2-4-625 0 0,2 0 448 0 0,-1-1 1 0 0,1 1 0 0 0,-1-1-1 0 0,1 0 1 0 0,-1 1 0 0 0,1-1 0 0 0,-1 0-1 0 0,1 1 1 0 0,-1-1 0 0 0,1 0-1 0 0,-1 1 1 0 0,0-1 0 0 0,1 0 0 0 0,-1 0-1 0 0,1 0 1 0 0,-1 0 0 0 0,0 0-1 0 0,1 0 1 0 0,-1 0 0 0 0,1 0 0 0 0,-1 0-1 0 0,0 0 1 0 0,1 0 0 0 0,-1 0-1 0 0,1 0 1 0 0,-1 0 0 0 0,0 0-1 0 0,1-1 1 0 0,-1 1 0 0 0,1 0 0 0 0,-1 0-1 0 0,1-1 1 0 0,-1 1 0 0 0,1 0-1 0 0,-1-1 1 0 0,1 1 0 0 0,-1-1 0 0 0,1 1-1 0 0,-1-1 1 0 0,1 1 0 0 0,0 0-1 0 0,-1-2 1 0 0,0 2-2 0 0,1-1 0 0 0,-1 1 0 0 0,1-1 0 0 0,-1 1 0 0 0,1-1 0 0 0,-1 1-1 0 0,1-1 1 0 0,-1 1 0 0 0,1-1 0 0 0,0 0 0 0 0,-1 1 0 0 0,1-1 0 0 0,0 1 0 0 0,0-1 0 0 0,-1 0 0 0 0,1 1 0 0 0,0-1-1 0 0,0 0 1 0 0,0 0 0 0 0,0 1 0 0 0,0-1 0 0 0,0 0 0 0 0,0 1 0 0 0,0-1 0 0 0,0 0 0 0 0,0 0 6 0 0,1 1 0 0 0,-1 0 0 0 0,1 0 0 0 0,-1-1 1 0 0,1 1-1 0 0,-1 0 0 0 0,0 0 0 0 0,1-1 0 0 0,-1 1 0 0 0,0 0 1 0 0,1-1-1 0 0,-1 1 0 0 0,0-1 0 0 0,0 1 0 0 0,1 0 1 0 0,-1-1-1 0 0,0 1 0 0 0,0-1 0 0 0,0 1 0 0 0,1-1 0 0 0,-1 1 1 0 0,0-1-1 0 0,0 1 0 0 0,0 0 0 0 0,0-1 0 0 0,0 1 0 0 0,0-2 1 0 0,2-2-94 0 0,3 12 75 0 0,4 8-1490 0 0,-1-10-4802 0 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7:35.09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118 0 603 0 0,'0'0'3716'0'0,"-4"8"281"0"0,4-7-3443 0 0,-1 0 1 0 0,1 0-1 0 0,0 0 1 0 0,-1-1-1 0 0,1 1 1 0 0,0 0-1 0 0,-1 0 0 0 0,1 0 1 0 0,0 0-1 0 0,0-1 1 0 0,0 1-1 0 0,0 0 1 0 0,0 0-1 0 0,0 0 1 0 0,0 0-1 0 0,0 0 0 0 0,0 0 1 0 0,1-1-1 0 0,-1 1 1 0 0,0 0-1 0 0,0 0 1 0 0,1 0-1 0 0,-1 0 0 0 0,1-1 1 0 0,-1 1-1 0 0,0 0 1 0 0,1-1-1 0 0,0 1 1 0 0,-1 0-1 0 0,1 0 1 0 0,1 1 155 0 0,4 5-710 0 0,0 0 0 0 0,0 0 0 0 0,1-1 0 0 0,0 0 0 0 0,0 0 0 0 0,1-1 0 0 0,13 8 0 0 0,14 11 0 0 0,16 10 0 0 0,-30-20 0 0 0,32 24 0 0 0,-52-37 0 0 0,-1 0 0 0 0,1 0 0 0 0,0-1 0 0 0,-1 1 0 0 0,1 0 0 0 0,-1 0 0 0 0,1 0 0 0 0,-1 0 0 0 0,0 0 0 0 0,1-1 0 0 0,-1 1 0 0 0,0 0 0 0 0,1 0 0 0 0,-1 0 0 0 0,0 0 0 0 0,0 0 0 0 0,0 0 0 0 0,0 0 0 0 0,0 0 0 0 0,0 0 0 0 0,0 0 0 0 0,-1 0 0 0 0,1 0 0 0 0,0 0 0 0 0,0 0 0 0 0,-1 0 0 0 0,1 0 0 0 0,0 0 0 0 0,-1 0 0 0 0,0 1 0 0 0,1-2 0 0 0,-6 5-9 0 0,1 0 1 0 0,-1 0-1 0 0,1-1 0 0 0,-1 1 1 0 0,-1-1-1 0 0,1-1 1 0 0,0 1-1 0 0,-1-1 1 0 0,0 0-1 0 0,-9 2 1 0 0,-6 5-88 0 0,-20 10 152 0 0,-20 12-5768 0 0,-14 7-2407 0 0,26-16 7122 0 0,41-20 340 0 0,-2 1 1415 0 0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7:35.52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58 18 1080 0 0,'0'0'2812'0'0,"-6"-17"5005"0"0,-1 37-4967 0 0,1 1-1 0 0,0 1 0 0 0,2-1 0 0 0,-3 42 0 0 0,5-47-2590 0 0,-5 38-3018 0 0,2 0 0 0 0,3 0 1 0 0,2 0-1 0 0,11 92 0 0 0,-10-144 2159 0 0,-1 1 0 0 0,0-1 0 0 0,0 0 0 0 0,1 1 0 0 0,-2-1 0 0 0,1 1 0 0 0,0-1 0 0 0,0 0 1 0 0,-1 1-1 0 0,1-1 0 0 0,-1 0 0 0 0,0 0 0 0 0,0 1 0 0 0,0-1 0 0 0,0 0 0 0 0,0 0 0 0 0,-3 4 0 0 0,-3 1-1016 0 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7:37.02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1342 1 1458 0 0,'-1'1'13444'0'0,"-6"3"-5505"0"0,-6 10-4186 0 0,9 8-3769 0 0,4-15-348 0 0,-6 20 0 0 0,3-13-603 0 0,-1 1 0 0 0,-8 22 0 0 0,10-33 814 0 0,0 0 0 0 0,0 1 1 0 0,-1-1-1 0 0,1 0 0 0 0,-1-1 1 0 0,0 1-1 0 0,0 0 0 0 0,0-1 0 0 0,-1 1 1 0 0,1-1-1 0 0,-1 0 0 0 0,-4 3 1 0 0,6-5-277 0 0,0 0 1 0 0,0 0 0 0 0,0 0 0 0 0,0 0 0 0 0,0-1-1 0 0,0 1 1 0 0,0-1 0 0 0,0 1 0 0 0,0-1 0 0 0,-1 1-1 0 0,1-1 1 0 0,-2 0 0 0 0,1-1 282 0 0,0 1 1 0 0,0-1-1 0 0,0 1 1 0 0,0-1-1 0 0,0 0 1 0 0,1 0-1 0 0,-1-1 1 0 0,0 1-1 0 0,1 0 1 0 0,-1-1-1 0 0,1 0 1 0 0,-5-3-1 0 0,2 0-169 0 0,0 0 0 0 0,1 0 0 0 0,-1 0 0 0 0,1 0-1 0 0,0-1 1 0 0,1 0 0 0 0,-1 0 0 0 0,-3-10-1 0 0,3 4 172 0 0,1 1-1 0 0,1-1 0 0 0,0 1 0 0 0,-1-23 0 0 0,1 12 92 0 0,2 20 51 0 0,0 5-145 0 0,-1 9 234 0 0,-1-1 0 0 0,0 0 0 0 0,-1 0 0 0 0,-7 18 0 0 0,-10 6 2038 0 0,17-32-1053 0 0,0 0-1 0 0,1 0 1 0 0,-1-1-1 0 0,0 1 1 0 0,-1-1-1 0 0,1 1 1 0 0,-7 2 0 0 0,9-4-1363 0 0,-1 0 1 0 0,0 0 0 0 0,1 0 0 0 0,-1-1 0 0 0,0 1 0 0 0,0-1 0 0 0,1 1 0 0 0,-1-1-1 0 0,0 0 1 0 0,0 0 0 0 0,0 0 0 0 0,1 0 0 0 0,-1 0 0 0 0,0 0 0 0 0,0 0 0 0 0,0-1 0 0 0,1 1-1 0 0,-1-1 1 0 0,0 1 0 0 0,0-1 0 0 0,-2-1 0 0 0,1 0-6 0 0,0 0-1 0 0,0-1 1 0 0,0 1 0 0 0,1 0-1 0 0,0-1 1 0 0,-1 0 0 0 0,1 0 0 0 0,0 1-1 0 0,0-1 1 0 0,-2-5 0 0 0,-2-5 191 0 0,1 0 0 0 0,0-1 0 0 0,1 1 0 0 0,-3-18 0 0 0,6 29 116 0 0,0-17-42 0 0,1 19 31 0 0,0 0-1 0 0,0 0 0 0 0,0 0 0 0 0,0 0 0 0 0,0 0 0 0 0,0 0 0 0 0,0 0 0 0 0,0 0 0 0 0,0 0 0 0 0,0 0 0 0 0,0 0 0 0 0,0 0 0 0 0,-1 0 0 0 0,1 0 0 0 0,0 0 0 0 0,0 0 0 0 0,0 1 0 0 0,0-1 0 0 0,0 0 0 0 0,0 0 0 0 0,0 0 0 0 0,0 0 0 0 0,0 0 0 0 0,0 0 0 0 0,0 0 1 0 0,0 0-1 0 0,0 0 0 0 0,0 0 0 0 0,-1 0 0 0 0,1 0 0 0 0,0 0 0 0 0,0 0 0 0 0,0 0 0 0 0,0 0 0 0 0,0 0 0 0 0,0 0 0 0 0,0 0 0 0 0,0 0 0 0 0,0 0 0 0 0,0 0 0 0 0,0 0 0 0 0,0 0 0 0 0,0-1 0 0 0,0 1 0 0 0,-1 0 0 0 0,1 0 0 0 0,0 0 0 0 0,0 0 0 0 0,0 0 0 0 0,0 0 1 0 0,0 0-1 0 0,0 0 0 0 0,0 0 0 0 0,0 0 0 0 0,0 0 0 0 0,0 0 0 0 0,-9 33-115 0 0,0 0 99 0 0,-9-2-288 0 0,15-27 846 0 0,0 0 0 0 0,-1 0 0 0 0,1-1-1 0 0,-1 1 1 0 0,0-1 0 0 0,0 0 0 0 0,0 0-1 0 0,-1 0 1 0 0,1-1 0 0 0,0 1 0 0 0,-1-1-1 0 0,-7 2 1 0 0,-11 2-1191 0 0,-3-3-3480 0 0,23-3 4044 0 0,1-1 1 0 0,-1 1-1 0 0,0-1 0 0 0,0 0 0 0 0,0 1 0 0 0,1-1 1 0 0,-1 0-1 0 0,0-1 0 0 0,1 1 0 0 0,-1 0 0 0 0,1-1 1 0 0,-1 0-1 0 0,1 1 0 0 0,0-1 0 0 0,0 0 0 0 0,0 0 0 0 0,0 0 1 0 0,0 0-1 0 0,-2-4 0 0 0,-2-2 100 0 0,0 0 0 0 0,1 0 1 0 0,-8-17-1 0 0,-1-22 14 0 0,14 45 2 0 0,-1 2 112 0 0,0 0 16 0 0,1 0 1 0 0,-1-1-1 0 0,1 1 0 0 0,0-1 1 0 0,-1 1-1 0 0,1 0 1 0 0,-1-1-1 0 0,1 1 1 0 0,-1-1-1 0 0,1 1 1 0 0,0-1-1 0 0,-1 1 0 0 0,1-1 1 0 0,0 1-1 0 0,0-1 1 0 0,-1 1-1 0 0,1-1 1 0 0,0 0-1 0 0,0 1 0 0 0,0-1 1 0 0,0 1-1 0 0,0-2 1 0 0,-2-1 3326 0 0,-1 15-2345 0 0,2-6 5 0 0,-1 0-1 0 0,0 1 1 0 0,-1-1-1 0 0,1 0 0 0 0,-6 9 1 0 0,-26 30-2014 0 0,26-35-310 0 0,-1-1 1 0 0,-1-1 0 0 0,1 0 0 0 0,-1 0 0 0 0,-1-1 0 0 0,-15 9 0 0 0,-39 10-3767 0 0,45-20 4516 0 0,-36 7-1 0 0,48-12 472 0 0,-1 0 1 0 0,1 0-1 0 0,-1 0 0 0 0,1-1 1 0 0,-1 0-1 0 0,1-1 1 0 0,-1 0-1 0 0,1 0 0 0 0,-1-1 1 0 0,1 0-1 0 0,0 0 0 0 0,0-1 1 0 0,0 0-1 0 0,0 0 0 0 0,-8-6 1 0 0,13 7-34 0 0,0 0 0 0 0,1 0 1 0 0,0 0-1 0 0,-1-1 1 0 0,1 1-1 0 0,0-1 0 0 0,0 1 1 0 0,0-1-1 0 0,1 0 1 0 0,-1 1-1 0 0,0-1 0 0 0,1 0 1 0 0,0 0-1 0 0,0 0 1 0 0,0-1-1 0 0,0 1 0 0 0,0 0 1 0 0,1 0-1 0 0,-1 0 1 0 0,1-6-1 0 0,1-2 423 0 0,0 0 1 0 0,0 0-1 0 0,1 0 1 0 0,5-16-1 0 0,-3 15 103 0 0,-4 11-12 0 0,0 0 0 0 0,1 0-1 0 0,-1 1 1 0 0,0-1-1 0 0,1 0 1 0 0,-1 0-1 0 0,1 1 1 0 0,-1-1 0 0 0,1 1-1 0 0,-1-1 1 0 0,1 0-1 0 0,0 1 1 0 0,-1-1-1 0 0,1 1 1 0 0,0-1 0 0 0,-1 1-1 0 0,1 0 1 0 0,1-1-1 0 0,20-4 1588 0 0,18 7-2720 0 0,-34-1 535 0 0,-1 1 0 0 0,0 1 0 0 0,0-1 0 0 0,0 1 0 0 0,0 0 0 0 0,-1 0 0 0 0,1 0 0 0 0,-1 0 0 0 0,0 1 0 0 0,0 0 0 0 0,0 0 0 0 0,0 0 0 0 0,-1 0-1 0 0,1 1 1 0 0,4 8 0 0 0,-7-11-135 0 0,-1 0-1 0 0,0 0 0 0 0,1-1 0 0 0,-1 1 0 0 0,0 0 0 0 0,0 0 0 0 0,0 0 0 0 0,0-1 1 0 0,0 1-1 0 0,0 0 0 0 0,-1 0 0 0 0,1 0 0 0 0,-1-1 0 0 0,1 1 0 0 0,-1 0 0 0 0,1-1 1 0 0,-1 1-1 0 0,0 0 0 0 0,0-1 0 0 0,0 1 0 0 0,-2 1 0 0 0,-25 29-6896 0 0,17-24 6983 0 0,-1 0 1 0 0,1-1-1 0 0,-1 0 1 0 0,-1-1-1 0 0,1 0 0 0 0,-1-1 1 0 0,0-1-1 0 0,0 0 1 0 0,-1 0-1 0 0,-23 2 1 0 0,13-4 794 0 0,0 0 1 0 0,-1-2 0 0 0,1-1 0 0 0,0 0 0 0 0,-34-8 0 0 0,42 7-3280 0 0,0 7 7450 0 0,15-5-4457 0 0,1 1 0 0 0,-1 0 1 0 0,1-1-1 0 0,-1 1 0 0 0,1 0 0 0 0,-1-1 1 0 0,1 1-1 0 0,-1 0 0 0 0,1 0 0 0 0,0-1 1 0 0,-1 1-1 0 0,1 0 0 0 0,0 0 1 0 0,0 0-1 0 0,-1-1 0 0 0,1 1 0 0 0,0 2 1 0 0,2 13 727 0 0,11 54-1130 0 0,5 90-1 0 0,-5-30-163 0 0,6-26-810 0 0,-9-52-4421 0 0,-2-1-7472 0 0,-7-49 10251 0 0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7:37.56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3 1 1290 0 0,'0'0'7572'0'0,"-1"12"-4282"0"0,0 0 7191 0 0,0-8-6809 0 0,2-2-3601 0 0,3 12-237 0 0,-3-13 129 0 0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7:37.82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5 1 1104 0 0,'-2'7'12375'0'0,"-1"8"-6211"0"0,16 11 36 0 0,-8-20-6132 0 0,0 1 1 0 0,0-1 0 0 0,1-1-1 0 0,9 9 1 0 0,-13-13-286 0 0,-1-1-977 0 0,1-1 1149 0 0,-1 1-1 0 0,0-1 1 0 0,1 1-1 0 0,-1-1 1 0 0,0 1-1 0 0,1-1 1 0 0,-1 0-1 0 0,0 0 1 0 0,0 0-1 0 0,1 0 1 0 0,0-1-1 0 0,-9-23-5479 0 0,-1 15 3228 0 0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7:38.068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5 26 1314 0 0,'-1'0'639'0'0,"1"-1"0"0"0,0 1 0 0 0,-1-1 0 0 0,1 0 0 0 0,-1 1 0 0 0,1-1 1 0 0,0 0-1 0 0,0 1 0 0 0,-1-1 0 0 0,1 0 0 0 0,0 0 0 0 0,0 1 0 0 0,0-1 0 0 0,0 0 0 0 0,0 0 0 0 0,0 1 0 0 0,0-1 0 0 0,0 0 0 0 0,0 0 0 0 0,0 1 1 0 0,1-1-1 0 0,-1 0 0 0 0,0 1 0 0 0,0-1 0 0 0,1 0 0 0 0,-1 1 0 0 0,0-1 0 0 0,1 0 0 0 0,-1 1 0 0 0,1-1 0 0 0,0 0 0 0 0,9-2 4394 0 0,1 3-5636 0 0,-9 0 495 0 0,7 17-2644 0 0,-20 4 4921 0 0,1-15-1458 0 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7:38.65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1 1259 0 0,'5'8'22861'0'0,"-2"4"-21697"0"0,-7 32-1001 0 0,4-42-988 0 0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7:38.94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1 1337 0 0,'24'20'24213'0'0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8:39.97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324 70 953 0 0,'8'-26'1528'0'0,"-4"7"4617"0"0,-3 17-4432 0 0,-2-6-80 0 0,-2-7 10627 0 0,-9 19-12165 0 0,0 1 0 0 0,0 0 0 0 0,0 0 0 0 0,1 1 0 0 0,0 1 0 0 0,0 0 0 0 0,0 0 0 0 0,1 1 0 0 0,0 0 0 0 0,-12 14 0 0 0,-5 6 217 0 0,2 1 0 0 0,-27 41 1 0 0,39-51-685 0 0,1 1 1 0 0,2 0 0 0 0,0 1-1 0 0,-9 26 1 0 0,11-24-667 0 0,2 1 0 0 0,1 1 0 0 0,0-1 0 0 0,2 0 0 0 0,1 1 0 0 0,1 40 0 0 0,2-43 265 0 0,2 1 0 0 0,0 0-1 0 0,1-1 1 0 0,1 0 0 0 0,1 0-1 0 0,2 0 1 0 0,0-1-1 0 0,1 0 1 0 0,0 0 0 0 0,2-1-1 0 0,1 0 1 0 0,0-1 0 0 0,24 27-1 0 0,-13-22-2801 0 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8:40.80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290 105 989 0 0,'-2'-1'14508'0'0,"-5"-2"-6989"0"0,-1-1-4323 0 0,7 4-3195 0 0,-20-12-4 0 0,15 11 3 0 0,-1 2 1 0 0,0-1-1 0 0,1 1 0 0 0,-1 0 1 0 0,0 0-1 0 0,1 0 0 0 0,-1 1 0 0 0,1 0 1 0 0,0 1-1 0 0,0-1 0 0 0,-10 7 1 0 0,6-3-1 0 0,0 1 0 0 0,1 0 0 0 0,0 1 0 0 0,0 0 0 0 0,0 0 0 0 0,-8 12 0 0 0,6-6 0 0 0,0 1 0 0 0,1 1 0 0 0,1-1 0 0 0,0 2 0 0 0,1-1 0 0 0,1 1 0 0 0,0 0 0 0 0,-6 29 0 0 0,11-35 0 0 0,0 0 0 0 0,1 1 0 0 0,1-1 0 0 0,-1 0 0 0 0,2 1 0 0 0,0-1 0 0 0,0 0 0 0 0,1 1 0 0 0,0-1 0 0 0,1 0 0 0 0,0 0 0 0 0,1 0 0 0 0,0-1 0 0 0,7 13 0 0 0,-8-17 0 0 0,1 0 0 0 0,0 0 0 0 0,1-1 0 0 0,-1 0 0 0 0,1 0 0 0 0,0 0 0 0 0,0 0 0 0 0,0-1 0 0 0,1 1 0 0 0,-1-1 0 0 0,1-1 0 0 0,0 1 0 0 0,1-1 0 0 0,-1 0 0 0 0,0-1 0 0 0,1 1 0 0 0,0-1 0 0 0,-1 0 0 0 0,1-1 0 0 0,0 0 0 0 0,0 0 0 0 0,0 0 0 0 0,0-1 0 0 0,10-1 0 0 0,-7 0-363 0 0,0 0 0 0 0,-1-1 0 0 0,1 0 1 0 0,-1 0-1 0 0,0-1 0 0 0,1-1 1 0 0,-1 1-1 0 0,-1-2 0 0 0,1 1 0 0 0,-1-1 1 0 0,1 0-1 0 0,-1-1 0 0 0,-1 0 1 0 0,1 0-1 0 0,-1-1 0 0 0,0 0 0 0 0,0 0 1 0 0,-1 0-1 0 0,0-1 0 0 0,-1 0 1 0 0,6-10-1 0 0,-4 5-204 0 0,-1 0 0 0 0,0 0-1 0 0,-1 0 1 0 0,0-1 0 0 0,-1 0 0 0 0,-1 0 0 0 0,0 0 0 0 0,-1 0 0 0 0,0 0-1 0 0,-1 0 1 0 0,-1-1 0 0 0,0 1 0 0 0,-4-25 0 0 0,0 20 598 0 0,-1 0-1 0 0,-1 1 1 0 0,0-1-1 0 0,-1 1 1 0 0,-1 1 0 0 0,-1-1-1 0 0,0 1 1 0 0,-1 1-1 0 0,-1 0 1 0 0,-1 0-1 0 0,0 1 1 0 0,-25-24 0 0 0,30 31 195 0 0,-4-4-1313 0 0,10 12 1184 0 0,1 0-1 0 0,-1-1 1 0 0,1 1-1 0 0,-1 0 1 0 0,1 0-1 0 0,0 0 1 0 0,-1 0 0 0 0,1 0-1 0 0,-1 0 1 0 0,1 0-1 0 0,-1 0 1 0 0,1 0-1 0 0,-1 0 1 0 0,1 0-1 0 0,-1 0 1 0 0,1 0 0 0 0,0 1-1 0 0,-1-1 1 0 0,1 0-1 0 0,-1 0 1 0 0,1 0-1 0 0,0 1 1 0 0,-1-1 0 0 0,1 0-1 0 0,0 0 1 0 0,-1 1-1 0 0,1-1 1 0 0,0 0-1 0 0,-1 1 1 0 0,1-1 0 0 0,0 0-1 0 0,-1 1 1 0 0,1-1-1 0 0,0 1 1 0 0,-3 5-324 0 0,1-1 1 0 0,-1 1 0 0 0,1 0 0 0 0,1 0-1 0 0,-1 0 1 0 0,1 0 0 0 0,0 0-1 0 0,1 0 1 0 0,-1 0 0 0 0,1 0-1 0 0,1 11 1 0 0,0 11-2051 0 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8:41.39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85 7 1556 0 0,'1'-6'1074'0'0,"-9"8"2407"0"0,-13 15 2699 0 0,14-5-5158 0 0,0 0 1 0 0,1 1-1 0 0,0 0 0 0 0,1 0 0 0 0,0 0 1 0 0,1 0-1 0 0,-4 28 0 0 0,3 4 1850 0 0,2 69 1 0 0,5-107-2873 0 0,5-14 0 0 0,4-13 0 0 0,4-14-1493 0 0,2 0 0 0 0,2 0 0 0 0,1 2 1 0 0,1 0-1 0 0,47-52 0 0 0,-67 83 1250 0 0,0-1-1 0 0,0 1 0 0 0,0 0 1 0 0,1 0-1 0 0,-1-1 0 0 0,0 1 1 0 0,1 0-1 0 0,-1 0 0 0 0,1 0 1 0 0,-1 0-1 0 0,1 1 0 0 0,-1-1 1 0 0,1 0-1 0 0,0 1 0 0 0,-1-1 1 0 0,1 1-1 0 0,0 0 0 0 0,-1-1 1 0 0,1 1-1 0 0,0 0 0 0 0,0 0 1 0 0,-1 0-1 0 0,3 0 0 0 0,-2 1 187 0 0,0 0-1 0 0,1 0 1 0 0,-1 0-1 0 0,0 0 1 0 0,0 0-1 0 0,0 1 1 0 0,0-1-1 0 0,0 1 1 0 0,0-1 0 0 0,-1 1-1 0 0,1 0 1 0 0,0 0-1 0 0,-1-1 1 0 0,3 4-1 0 0,1 4 104 0 0,0 0 1 0 0,-1 0-1 0 0,0 0 0 0 0,0 0 1 0 0,-1 0-1 0 0,5 20 0 0 0,-6-7-142 0 0,0 1 1 0 0,-2 28-1 0 0,-1-26-688 0 0,5 37 1 0 0,-4-60 405 0 0,2-5-3037 0 0,3-3 6771 0 0,1-1 4332 0 0,3-6-4793 0 0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8:41.63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29 6 1523 0 0,'-4'-6'12507'0'0,"-5"19"-2850"0"0,6-5-7130 0 0,-4 60-2527 0 0,3 0 0 0 0,2 0 0 0 0,9 70 0 0 0,-6-123-169 0 0,1 0 1 0 0,0 0 0 0 0,1 0 0 0 0,1-1 0 0 0,10 26 0 0 0,-14-39-814 0 0,2 0-266 0 0,6 3-302 0 0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8:42.04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11 21 1433 0 0,'0'0'1374'0'0,"-7"21"2123"0"0,6-11-1185 0 0,0 1 1 0 0,0 1-1 0 0,1-1 0 0 0,2 20 1 0 0,-1-24-976 0 0,0 0 1 0 0,1 0 0 0 0,0 0 0 0 0,4 11-1 0 0,10 5 323 0 0,-13-21-1671 0 0,-1-1 1 0 0,1 1 0 0 0,-1-1 0 0 0,1 0 0 0 0,0 0-1 0 0,0 0 1 0 0,0 0 0 0 0,0 0 0 0 0,0 0 0 0 0,0-1-1 0 0,0 1 1 0 0,0-1 0 0 0,0 0 0 0 0,0 0 0 0 0,0 0-1 0 0,0-1 1 0 0,0 1 0 0 0,0-1 0 0 0,-1 1 0 0 0,1-1-1 0 0,0 0 1 0 0,0 0 0 0 0,0 0 0 0 0,0-1 0 0 0,-1 1-1 0 0,1-1 1 0 0,2-1 0 0 0,4-2-126 0 0,-1-1-1 0 0,0 1 1 0 0,0-2 0 0 0,0 1-1 0 0,-1-1 1 0 0,0 0 0 0 0,7-8 0 0 0,-9 8-683 0 0,-1-1 0 0 0,0 1 0 0 0,0-1 0 0 0,0 0 0 0 0,-1 0 0 0 0,0 0 0 0 0,-1 0 0 0 0,0 0 0 0 0,0-1 0 0 0,1-12 0 0 0,3-3-3500 0 0,-6 22 4527 0 0,-3 7 57 0 0,0 1-292 0 0,-109 239 708 0 0,84-177-1378 0 0,-31 120 1 0 0,58-182 510 0 0,-1 1 1 0 0,1-1-1 0 0,1 1 1 0 0,-1 0 0 0 0,1-1-1 0 0,0 1 1 0 0,1 0-1 0 0,-1 0 1 0 0,1-1 0 0 0,1 1-1 0 0,1 7 1 0 0,-1-11 47 0 0,-1 0 0 0 0,1 1 1 0 0,-1-1-1 0 0,1 0 1 0 0,0 0-1 0 0,0-1 0 0 0,0 1 1 0 0,0 0-1 0 0,1-1 1 0 0,-1 1-1 0 0,1-1 0 0 0,0 0 1 0 0,-1 0-1 0 0,1 0 1 0 0,0 0-1 0 0,0 0 0 0 0,0 0 1 0 0,1-1-1 0 0,-1 0 1 0 0,0 0-1 0 0,0 1 0 0 0,8 0 1 0 0,42 0-2813 0 0,-21-4 712 0 0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8:42.61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144 148 1804 0 0,'0'0'287'0'0,"-1"-1"-1"0"0,1 1 1 0 0,0-1 0 0 0,0 1-1 0 0,0 0 1 0 0,0-1 0 0 0,0 1-1 0 0,-1-1 1 0 0,1 1 0 0 0,0-1-1 0 0,0 1 1 0 0,-1 0 0 0 0,1-1-1 0 0,0 1 1 0 0,-1 0 0 0 0,1-1-1 0 0,0 1 1 0 0,-1 0 0 0 0,1-1-1 0 0,0 1 1 0 0,-1 0 0 0 0,1 0-1 0 0,-1-1 1 0 0,1 1 0 0 0,-1 0-1 0 0,1 0 1 0 0,0 0 0 0 0,-1 0-1 0 0,1 0 1 0 0,-1 0 0 0 0,1-1-1 0 0,-2 1 1 0 0,-16 9 4666 0 0,14-6-3851 0 0,-1 1-1 0 0,0 1 0 0 0,1-1 0 0 0,0 1 0 0 0,-4 5 0 0 0,-32 59 2658 0 0,32-53-4152 0 0,0 1 1 0 0,1 0-1 0 0,1 0 1 0 0,-7 32-1 0 0,13-46 107 0 0,-1 0 0 0 0,1 0 0 0 0,0 0 0 0 0,0-1 0 0 0,0 1 0 0 0,0 0 0 0 0,0 0 0 0 0,1 0 0 0 0,-1-1 0 0 0,1 1 0 0 0,0 0 0 0 0,0 0 0 0 0,0-1 0 0 0,0 1 0 0 0,0-1 0 0 0,0 1 0 0 0,1-1 0 0 0,-1 1 0 0 0,1-1 0 0 0,0 0 0 0 0,0 0 0 0 0,0 0 0 0 0,0 0 0 0 0,0 0 0 0 0,0 0 0 0 0,0 0 0 0 0,1-1 0 0 0,-1 1 0 0 0,1-1 0 0 0,-1 0 0 0 0,1 0 0 0 0,-1 0 0 0 0,1 0 0 0 0,0 0 0 0 0,0 0 0 0 0,-1-1 0 0 0,1 1 0 0 0,0-1 0 0 0,0 0 0 0 0,0 0 0 0 0,0 0 0 0 0,-1 0 0 0 0,5-1 0 0 0,9-4 296 0 0,1 0 0 0 0,-1-2 0 0 0,0 0-1 0 0,0-1 1 0 0,-1 0 0 0 0,0-1 0 0 0,0-1 0 0 0,-1 0 0 0 0,-1-1-1 0 0,0-1 1 0 0,0 0 0 0 0,-1-1 0 0 0,0 0 0 0 0,-1 0-1 0 0,-1-2 1 0 0,0 1 0 0 0,-1-1 0 0 0,11-25 0 0 0,-8 16-23 0 0,-9 26-69 0 0,-4 16 55 0 0,-7 23 252 0 0,4-25-166 0 0,1 0 0 0 0,-3 32 0 0 0,6-45-75 0 0,0 0-1 0 0,0 0 1 0 0,0 1 0 0 0,0-1-1 0 0,1 0 1 0 0,-1 0 0 0 0,1 0-1 0 0,0 0 1 0 0,0 0 0 0 0,0 0 0 0 0,0 0-1 0 0,0-1 1 0 0,1 1 0 0 0,-1 0-1 0 0,1 0 1 0 0,0-1 0 0 0,0 1-1 0 0,0-1 1 0 0,0 0 0 0 0,0 0-1 0 0,3 3 1 0 0,-2-4 388 0 0,1 1-1 0 0,-1-1 1 0 0,1 0 0 0 0,-1 0 0 0 0,1 0-1 0 0,-1 0 1 0 0,1 0 0 0 0,-1-1-1 0 0,1 0 1 0 0,0 0 0 0 0,-1 0 0 0 0,1 0-1 0 0,-1-1 1 0 0,1 1 0 0 0,-1-1 0 0 0,1 0-1 0 0,-1 0 1 0 0,1 0 0 0 0,-1 0-1 0 0,1-1 1 0 0,-1 1 0 0 0,0-1 0 0 0,4-3-1 0 0,33-24 2660 0 0,-13-4-5187 0 0,-23 24 874 0 0,0 0 0 0 0,0 1 1 0 0,-1-1-1 0 0,3-15 0 0 0,-2 1-1025 0 0,1-44 0 0 0,-4 47 867 0 0,0 1-1 0 0,1-1 0 0 0,9-34 0 0 0,2 15-1578 0 0,-5 14 890 0 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8:43.038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20 0 1557 0 0,'-3'3'13443'0'0,"-3"9"-8298"0"0,3-1-3689 0 0,0 0 1 0 0,1 0 0 0 0,-1 20-1 0 0,6 74-1595 0 0,0-58 18 0 0,-1 97-3971 0 0,3 54-5306 0 0,-1-151 8997 0 0,1 19 4775 0 0,8-93-7741 0 0,-6 13 3375 0 0,7-23 74 0 0,-2 5-108 0 0,1 0-1 0 0,2 1 1 0 0,36-58 0 0 0,15 1 144 0 0,-66 87-159 0 0,0 1 1 0 0,0-1-1 0 0,0 1 0 0 0,1-1 0 0 0,-1 1 0 0 0,0-1 0 0 0,0 1 0 0 0,1 0 1 0 0,-1-1-1 0 0,0 1 0 0 0,1-1 0 0 0,-1 1 0 0 0,0 0 0 0 0,1-1 0 0 0,-1 1 0 0 0,1 0 1 0 0,-1 0-1 0 0,0-1 0 0 0,1 1 0 0 0,-1 0 0 0 0,1 0 0 0 0,-1 0 0 0 0,1-1 1 0 0,-1 1-1 0 0,1 0 0 0 0,-1 0 0 0 0,1 0 0 0 0,-1 0 0 0 0,1 0 0 0 0,-1 0 1 0 0,1 0-1 0 0,-1 0 0 0 0,1 0 0 0 0,-1 0 0 0 0,1 0 0 0 0,-1 1 0 0 0,1-1 1 0 0,-1 0-1 0 0,1 0 0 0 0,-1 0 0 0 0,0 1 0 0 0,1-1 0 0 0,-1 0 0 0 0,1 0 1 0 0,-1 1-1 0 0,0-1 0 0 0,1 1 0 0 0,10 21 268 0 0,-9-4 8 0 0,0 1 1 0 0,-2-1-1 0 0,0 0 0 0 0,-1 0 1 0 0,-1 0-1 0 0,-7 30 0 0 0,5-27-1068 0 0,1-1 0 0 0,1 0-1 0 0,0 1 1 0 0,3 41 0 0 0,-1-60-114 0 0,10 2 2732 0 0,-1-2-2608 0 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8:43.76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0 228 1281 0 0,'0'0'2772'0'0,"8"10"-1110"0"0,-3-7 1406 0 0,-1-3-1844 0 0,0-1 0 0 0,0 1-1 0 0,0-1 1 0 0,0 0-1 0 0,0 0 1 0 0,0-1-1 0 0,0 1 1 0 0,0-1-1 0 0,-1 0 1 0 0,1 0-1 0 0,-1 0 1 0 0,4-3-1 0 0,7-2 302 0 0,-2 1-1525 0 0,-1 0 0 0 0,0-1 0 0 0,-1 0 0 0 0,1 0 0 0 0,-1-1 0 0 0,0 0 0 0 0,-1-1 0 0 0,0 0 0 0 0,-1-1 0 0 0,0 0 0 0 0,12-18 0 0 0,-19 27-85 0 0,0 0 1 0 0,-1 0 0 0 0,1-1 0 0 0,0 1 0 0 0,-1 0 0 0 0,1 0 0 0 0,-1-1 0 0 0,0 1 0 0 0,1 0-1 0 0,-1-1 1 0 0,0 1 0 0 0,0 0 0 0 0,0-1 0 0 0,0 1 0 0 0,0 0 0 0 0,0-1 0 0 0,0 1 0 0 0,0 0-1 0 0,0-1 1 0 0,-1 1 0 0 0,1 0 0 0 0,-1 0 0 0 0,1-1 0 0 0,-1 1 0 0 0,1 0 0 0 0,-1 0 0 0 0,-1-2-1 0 0,1 2-101 0 0,0 0 0 0 0,0 0 0 0 0,0 0-1 0 0,-1 1 1 0 0,1-1 0 0 0,0 1-1 0 0,0-1 1 0 0,0 1 0 0 0,-1-1-1 0 0,1 1 1 0 0,0 0 0 0 0,-1-1-1 0 0,1 1 1 0 0,0 0 0 0 0,-1 0-1 0 0,1 0 1 0 0,-3 0 0 0 0,-1 2-311 0 0,0-1 1 0 0,0 1 0 0 0,1 0 0 0 0,-1 0-1 0 0,1 0 1 0 0,-1 1 0 0 0,1 0 0 0 0,0 0-1 0 0,0 0 1 0 0,0 0 0 0 0,0 0 0 0 0,0 1-1 0 0,1 0 1 0 0,-4 4 0 0 0,-5 8 231 0 0,0 0 1 0 0,-12 23 0 0 0,14-21 248 0 0,1 1 0 0 0,-12 33 0 0 0,19-46 31 0 0,0-1 1 0 0,1 1-1 0 0,-1 0 1 0 0,1 0 0 0 0,0-1-1 0 0,1 1 1 0 0,0 0 0 0 0,0 0-1 0 0,0 0 1 0 0,0 0 0 0 0,1 0-1 0 0,0 0 1 0 0,0-1 0 0 0,4 10-1 0 0,-4-13-8 0 0,1 1 0 0 0,-1-1 0 0 0,1 0 0 0 0,0 0 0 0 0,-1 0 1 0 0,1 0-1 0 0,0-1 0 0 0,0 1 0 0 0,1 0 0 0 0,-1-1 0 0 0,0 1 0 0 0,0-1 0 0 0,1 0 0 0 0,-1 0 0 0 0,1 0 0 0 0,-1 0 0 0 0,1 0 0 0 0,0-1 0 0 0,-1 1 0 0 0,1-1 0 0 0,0 1 0 0 0,-1-1 0 0 0,1 0 1 0 0,0 0-1 0 0,-1 0 0 0 0,6-2 0 0 0,8 0-40 0 0,0-1 1 0 0,0-1 0 0 0,20-6 0 0 0,-25 6-10 0 0,15-4-299 0 0,0-2 1 0 0,-1 0-1 0 0,-1-2 1 0 0,0 0 0 0 0,36-26-1 0 0,-46 27 131 0 0,0 0-1 0 0,-1-1 0 0 0,0 0 0 0 0,-1-1 0 0 0,-1 0 1 0 0,0-1-1 0 0,-1 0 0 0 0,0-1 0 0 0,12-27 1 0 0,1-31 9120 0 0,-26 78-4202 0 0,-4 13-1330 0 0,6-16-2825 0 0,-7 19-515 0 0,1 0 0 0 0,0 0 0 0 0,2 1 0 0 0,0 0-1 0 0,2 0 1 0 0,0 0 0 0 0,1 0 0 0 0,3 35 0 0 0,-2-57-38 0 0,1 1 0 0 0,0-1 0 0 0,0 0 0 0 0,0 1 0 0 0,0-1 0 0 0,0 1 0 0 0,0-1 0 0 0,0 0 0 0 0,0 1 0 0 0,0-1 0 0 0,0 1 0 0 0,0-1 0 0 0,0 1 0 0 0,0-1 0 0 0,1 0 0 0 0,-1 1 0 0 0,0-1 0 0 0,0 0 0 0 0,0 1 0 0 0,0-1 0 0 0,1 1 0 0 0,-1-1 0 0 0,0 0 0 0 0,0 0 0 0 0,1 1 0 0 0,-1-1 0 0 0,0 0 0 0 0,1 1 0 0 0,-1-1 0 0 0,0 0 0 0 0,1 0 0 0 0,-1 1 0 0 0,0-1 0 0 0,1 0 0 0 0,-1 0 0 0 0,1 0 0 0 0,-1 0 0 0 0,0 0 0 0 0,1 0 0 0 0,-1 1 0 0 0,1-1 0 0 0,-1 0 0 0 0,0 0 0 0 0,1 0 0 0 0,-1 0 0 0 0,1 0 0 0 0,-1 0 0 0 0,0-1 0 0 0,1 1 0 0 0,-1 0 0 0 0,1 0 0 0 0,-1 0 0 0 0,0 0 0 0 0,1 0 0 0 0,-1-1 0 0 0,0 1 0 0 0,1 0 0 0 0,-1 0 0 0 0,0 0 0 0 0,1-1 0 0 0,0 0 0 0 0,5-1-63 0 0,0 0 0 0 0,-1-1 1 0 0,1 0-1 0 0,-1 0 0 0 0,0-1 0 0 0,0 1 1 0 0,0-1-1 0 0,0 0 0 0 0,0-1 1 0 0,3-5-1 0 0,43-55-1424 0 0,-27 31 639 0 0,15-23-4405 0 0,0 0 1489 0 0,-33 49 3668 0 0,1 0 0 0 0,0 0-1 0 0,1 1 1 0 0,11-9-1 0 0,-18 15 91 0 0,0 1 96 0 0,0 0 1 0 0,0 0-1 0 0,1 0 0 0 0,-1 0 1 0 0,0 1-1 0 0,0-1 0 0 0,0 0 1 0 0,0 1-1 0 0,0-1 0 0 0,0 1 1 0 0,0-1-1 0 0,0 1 0 0 0,0-1 1 0 0,0 1-1 0 0,-1 0 0 0 0,1 0 1 0 0,0-1-1 0 0,0 1 0 0 0,-1 0 1 0 0,1 0-1 0 0,0 0 0 0 0,-1 0 1 0 0,1 0-1 0 0,-1 0 0 0 0,1 0 1 0 0,-1 0-1 0 0,1 0 0 0 0,-1 0 1 0 0,0 0-1 0 0,1 0 0 0 0,-1 0 1 0 0,0 0-1 0 0,0 0 0 0 0,0 2 1 0 0,-1 44-854 0 0,0-27 770 0 0,1-16-5 0 0,0 8-286 0 0,0 1-1 0 0,1-1 1 0 0,0 0 0 0 0,1 0 0 0 0,5 16 0 0 0,-5-25-32 0 0,-1 1 0 0 0,1-1 0 0 0,0 0 0 0 0,0 1 1 0 0,0-1-1 0 0,0 0 0 0 0,1 0 0 0 0,-1 0 0 0 0,1 0 0 0 0,0-1 0 0 0,-1 1 1 0 0,1-1-1 0 0,1 0 0 0 0,-1 0 0 0 0,0 0 0 0 0,0 0 0 0 0,1 0 1 0 0,-1-1-1 0 0,1 1 0 0 0,0-1 0 0 0,3 1 0 0 0,5 1-650 0 0,0-1 0 0 0,0-1 0 0 0,-1 0 0 0 0,22-1 0 0 0,18-1-1634 0 0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8:44.54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49 70 1438 0 0,'-3'-14'1621'0'0,"-7"15"3942"0"0,5 1-2368 0 0,0 5 1294 0 0,1 10-1908 0 0,3-12-1554 0 0,-14 62 4886 0 0,9 4-4957 0 0,6-57-1051 0 0,1 0 0 0 0,0 1-1 0 0,1-1 1 0 0,0 0 0 0 0,2 0 0 0 0,-1 0 0 0 0,11 23 0 0 0,-13-33-261 0 0,1 0 1 0 0,0 0 0 0 0,0 0-1 0 0,0 0 1 0 0,1-1-1 0 0,0 1 1 0 0,-1-1 0 0 0,1 0-1 0 0,0 0 1 0 0,7 6-1 0 0,-8-8-54 0 0,0 0-1 0 0,1 0 0 0 0,-1 0 1 0 0,0 0-1 0 0,1-1 1 0 0,-1 1-1 0 0,1 0 0 0 0,-1-1 1 0 0,1 0-1 0 0,-1 0 0 0 0,1 0 1 0 0,-1 0-1 0 0,1 0 0 0 0,-1 0 1 0 0,1 0-1 0 0,-1-1 1 0 0,1 1-1 0 0,-1-1 0 0 0,1 0 1 0 0,3-2-1 0 0,4-1 427 0 0,-1 0 0 0 0,0-1-1 0 0,0-1 1 0 0,0 1 0 0 0,-1-2 0 0 0,1 1 0 0 0,-2-1 0 0 0,1 0-1 0 0,12-16 1 0 0,0-3 50 0 0,29-54-1 0 0,-37 59-97 0 0,43-73-137 0 0,-54 93 136 0 0,-1 3-317 0 0,-16 67 252 0 0,11-54 97 0 0,1 0 0 0 0,0 1 0 0 0,1-1-1 0 0,1 1 1 0 0,1 0 0 0 0,0 0 0 0 0,3 29 0 0 0,-2-42 2 0 0,0 0 0 0 0,1 0 0 0 0,0 0 1 0 0,0 0-1 0 0,0 0 0 0 0,0 0 1 0 0,0 0-1 0 0,1 0 0 0 0,-1 0 1 0 0,1-1-1 0 0,0 1 0 0 0,0-1 0 0 0,0 1 1 0 0,0-1-1 0 0,0 0 0 0 0,1 1 1 0 0,-1-1-1 0 0,0-1 0 0 0,5 4 1 0 0,-4-4 3 0 0,1 1 0 0 0,0-1 1 0 0,-1 0-1 0 0,1 0 1 0 0,0-1-1 0 0,0 1 1 0 0,-1-1-1 0 0,1 0 1 0 0,0 0-1 0 0,0 0 1 0 0,0 0-1 0 0,-1-1 0 0 0,8-1 1 0 0,0-1 6 0 0,-1 0-1 0 0,0-1 1 0 0,0 0 0 0 0,-1-1 0 0 0,1 0-1 0 0,-1 0 1 0 0,0-1 0 0 0,0 0-1 0 0,-1-1 1 0 0,12-11 0 0 0,-10 6 12 0 0,-1 0 0 0 0,-1 0 1 0 0,0-1-1 0 0,0 0 0 0 0,-1 0 1 0 0,-1-1-1 0 0,6-19 0 0 0,25-106-630 0 0,-30 106-48 0 0,-6 22 78 0 0,3-7-997 0 0,-4 17 1527 0 0,0 1-1 0 0,0 0 1 0 0,0 0-1 0 0,0-1 1 0 0,0 1-1 0 0,0 0 0 0 0,0 0 1 0 0,0-1-1 0 0,0 1 1 0 0,1 0-1 0 0,-1 0 1 0 0,0-1-1 0 0,0 1 1 0 0,0 0-1 0 0,1 0 1 0 0,-1 0-1 0 0,0-1 1 0 0,0 1-1 0 0,0 0 0 0 0,1 0 1 0 0,-1 0-1 0 0,0 0 1 0 0,0 0-1 0 0,1-1 1 0 0,-1 1-1 0 0,0 0 1 0 0,0 0-1 0 0,1 0 1 0 0,-1 0-1 0 0,0 0 1 0 0,1 0-1 0 0,-1 0 1 0 0,0 0-1 0 0,0 0 0 0 0,1 0 1 0 0,-1 0-1 0 0,0 0 1 0 0,0 0-1 0 0,1 0 1 0 0,-1 0-1 0 0,0 0 1 0 0,1 1-1 0 0,-1-1 1 0 0,9 3-872 0 0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8:44.87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97 230 1355 0 0,'0'0'2334'0'0,"9"-10"6975"0"0,-6 7-8255 0 0,1 0 0 0 0,-1 0 0 0 0,1 1 0 0 0,0-1-1 0 0,0 1 1 0 0,0 0 0 0 0,7-3 0 0 0,15-9 3218 0 0,-17 7-4201 0 0,0 0 1 0 0,-1-1-1 0 0,0 0 0 0 0,-1-1 0 0 0,0 1 0 0 0,0-1 0 0 0,0-1 1 0 0,5-11-1 0 0,-11 18-74 0 0,0 1-1 0 0,1 0 1 0 0,-1-1 0 0 0,-1 1 0 0 0,1-1 0 0 0,0 1 0 0 0,-1-1 0 0 0,1 1 0 0 0,-1-1-1 0 0,0 0 1 0 0,0 1 0 0 0,0-1 0 0 0,0 1 0 0 0,0-1 0 0 0,0 0 0 0 0,-1 1 0 0 0,0-1-1 0 0,1 1 1 0 0,-1-1 0 0 0,0 1 0 0 0,0-1 0 0 0,0 1 0 0 0,0 0 0 0 0,-1-1 0 0 0,1 1-1 0 0,-1 0 1 0 0,1 0 0 0 0,-1 0 0 0 0,0 0 0 0 0,0 0 0 0 0,0 1 0 0 0,0-1 0 0 0,0 0-1 0 0,0 1 1 0 0,0 0 0 0 0,0-1 0 0 0,-1 1 0 0 0,1 0 0 0 0,-1 0 0 0 0,-2-1 0 0 0,-1 1-42 0 0,1-1 1 0 0,0 1 0 0 0,-1 0-1 0 0,1 0 1 0 0,-1 1-1 0 0,1 0 1 0 0,-1 0 0 0 0,1 0-1 0 0,-1 1 1 0 0,1-1 0 0 0,-1 1-1 0 0,1 1 1 0 0,0-1 0 0 0,-1 1-1 0 0,1 0 1 0 0,0 0-1 0 0,0 0 1 0 0,0 1 0 0 0,1-1-1 0 0,-1 1 1 0 0,0 1 0 0 0,1-1-1 0 0,-8 8 1 0 0,5-5-68 0 0,0 1-1 0 0,1 0 1 0 0,0 0 0 0 0,0 0 0 0 0,0 0-1 0 0,1 1 1 0 0,0 0 0 0 0,1 0 0 0 0,0 1-1 0 0,0-1 1 0 0,1 1 0 0 0,0 0 0 0 0,-3 16-1 0 0,5-17-505 0 0,0 0 0 0 0,1 1-1 0 0,0-1 1 0 0,0 0 0 0 0,1 0-1 0 0,0 0 1 0 0,1 0 0 0 0,0 0-1 0 0,0 0 1 0 0,0-1 0 0 0,1 1-1 0 0,0-1 1 0 0,1 1 0 0 0,0-1-1 0 0,0 0 1 0 0,0 0 0 0 0,1-1-1 0 0,8 10 1 0 0,-7-10 354 0 0,1 0 1 0 0,0 0-1 0 0,0-1 1 0 0,1 1-1 0 0,-1-2 1 0 0,12 6-1 0 0,-2-2-553 0 0,1-2-1 0 0,-1 0 1 0 0,1-1-1 0 0,0-1 1 0 0,1-1-1 0 0,-1 0 1 0 0,1-1-1 0 0,19-1 1 0 0,1-2-1802 0 0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8:45.63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324 1 1632 0 0,'-5'14'4006'0'0,"-2"24"14114"0"0,7-25-15664 0 0,-25 420-4108 0 0,17-335 1277 0 0,4 3-2370 0 0,17 175 1 0 0,-13-274 2607 0 0,11-20 5810 0 0,-7 7-5511 0 0,-1-1 0 0 0,0 0 0 0 0,-1 0 0 0 0,-1 0 0 0 0,1 0-1 0 0,-2 0 1 0 0,-1-17 0 0 0,0 11-25 0 0,-1-1 0 0 0,0 1 0 0 0,-2 0 0 0 0,-6-22 0 0 0,7 32-137 0 0,-1 0 0 0 0,1 1 0 0 0,-1-1 0 0 0,0 1 0 0 0,-1 0 0 0 0,0 0 0 0 0,0 0 0 0 0,0 1 0 0 0,-8-7 0 0 0,10 10 0 0 0,-1-1 0 0 0,1 1 0 0 0,-1 1 0 0 0,0-1 0 0 0,0 1 0 0 0,0-1 0 0 0,-1 1 0 0 0,1 0 0 0 0,0 1 0 0 0,-1-1 0 0 0,1 1 0 0 0,-1 0 0 0 0,0 0 0 0 0,1 0 0 0 0,-1 0 0 0 0,0 1 0 0 0,-9 0 0 0 0,6 2 0 0 0,0-1 0 0 0,0 1 0 0 0,0 1 0 0 0,1-1 0 0 0,-1 1 0 0 0,1 1 0 0 0,-1-1 0 0 0,1 1 0 0 0,0 1 0 0 0,0-1 0 0 0,1 1 0 0 0,0 0 0 0 0,-1 1 0 0 0,2-1 0 0 0,-1 1 0 0 0,1 0 0 0 0,0 1 0 0 0,0-1 0 0 0,0 1 0 0 0,-3 8 0 0 0,5-10 0 0 0,1 0 0 0 0,0 0 0 0 0,0 0 0 0 0,0 1 0 0 0,1-1 0 0 0,0 1 0 0 0,0-1 0 0 0,0 1 0 0 0,1-1 0 0 0,0 1 0 0 0,0-1 0 0 0,0 1 0 0 0,0-1 0 0 0,1 1 0 0 0,0-1 0 0 0,0 1 0 0 0,1-1 0 0 0,0 1 0 0 0,0-1 0 0 0,0 0 0 0 0,0 0 0 0 0,1 0 0 0 0,0 0 0 0 0,0-1 0 0 0,0 1 0 0 0,0-1 0 0 0,1 0 0 0 0,0 1 0 0 0,0-2 0 0 0,7 7 0 0 0,-1-2-290 0 0,1 0 0 0 0,0-1 0 0 0,0 0 1 0 0,1-1-1 0 0,0 0 0 0 0,0-1 1 0 0,0-1-1 0 0,1 0 0 0 0,0 0 1 0 0,-1-1-1 0 0,1-1 0 0 0,0 0 0 0 0,17 0 1 0 0,-4-2-575 0 0,-1-1 0 0 0,1-1 1 0 0,-1-2-1 0 0,0 0 0 0 0,47-15 1 0 0,-41 8-1603 0 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8:46.023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283 90 920 0 0,'0'0'534'0'0,"-4"-17"1761"0"0,0 6 3844 0 0,-24-8 3688 0 0,0 10-4575 0 0,24 8-5188 0 0,0 1 0 0 0,1 1 0 0 0,-1-1 1 0 0,0 0-1 0 0,1 1 0 0 0,-1 0 0 0 0,0 0 0 0 0,1 0 0 0 0,-1 0 1 0 0,1 1-1 0 0,-1-1 0 0 0,1 1 0 0 0,0 0 0 0 0,0 0 0 0 0,0 0 1 0 0,-4 3-1 0 0,-9 8-1015 0 0,1 1 0 0 0,0 0 0 0 0,1 1 1 0 0,-13 17-1 0 0,15-15-954 0 0,1-1-1 0 0,1 1 1 0 0,0 1 0 0 0,-9 23 0 0 0,18-38 1938 0 0,0-1 0 0 0,0 1 1 0 0,0-1-1 0 0,1 1 0 0 0,-1-1 1 0 0,1 1-1 0 0,-1-1 1 0 0,1 1-1 0 0,0-1 0 0 0,0 1 1 0 0,0-1-1 0 0,0 1 0 0 0,0 0 1 0 0,1-1-1 0 0,1 5 1 0 0,-2-5-21 0 0,1-1 0 0 0,0 0 1 0 0,0 0-1 0 0,0 1 1 0 0,-1-1-1 0 0,1 0 1 0 0,1 0-1 0 0,-1 0 1 0 0,0 0-1 0 0,0 0 1 0 0,0 0-1 0 0,0-1 1 0 0,1 1-1 0 0,-1 0 1 0 0,0-1-1 0 0,1 1 1 0 0,-1-1-1 0 0,0 1 1 0 0,1-1-1 0 0,1 1 1 0 0,3-1-1 0 0,-1 1 1 0 0,1-1 0 0 0,-1 0-1 0 0,1-1 1 0 0,-1 1-1 0 0,0-1 1 0 0,1 0-1 0 0,-1-1 1 0 0,0 1 0 0 0,1-1-1 0 0,-1 0 1 0 0,0 0-1 0 0,4-3 1 0 0,-1 0-15 0 0,-1 0 0 0 0,0 0 0 0 0,-1-1 0 0 0,1 1 0 0 0,-1-1 0 0 0,0-1-1 0 0,0 1 1 0 0,-1-1 0 0 0,0 0 0 0 0,0 0 0 0 0,-1-1 0 0 0,0 1 0 0 0,0-1 0 0 0,-1 0 0 0 0,0 0 0 0 0,3-11 0 0 0,-1-4-943 0 0,-1-1 1 0 0,-1-1 0 0 0,-1 1-1 0 0,-1-32 1 0 0,-6 32 212 0 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8:46.48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39 0 1414 0 0,'3'12'3315'0'0,"-3"-8"-1409"0"0,-1-1 1 0 0,0 0-1 0 0,0 1 1 0 0,0-1-1 0 0,0 0 1 0 0,0 0-1 0 0,-4 6 0 0 0,-2 4 2370 0 0,3-1-4114 0 0,-4 34 436 0 0,2-1 1 0 0,1 87 0 0 0,9-135-599 0 0,7-13 0 0 0,9-19 0 0 0,5-26-1028 0 0,-11 27-717 0 0,1-1 1 0 0,39-63 0 0 0,-53 97 1712 0 0,4 13-1169 0 0,-3-7 470 0 0,0 0 0 0 0,0 1 0 0 0,-1 0 0 0 0,1-1 0 0 0,0 12 0 0 0,-2 58-252 0 0,-1-38 493 0 0,9 77-366 0 0,-6-98 31 0 0,-2 8-1295 0 0,0-21 967 0 0,10-9 5244 0 0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8:46.83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118 1 1926 0 0,'0'0'4027'0'0,"1"3"-968"0"0,10 13 12063 0 0,-8-11-13042 0 0,-1-2-2080 0 0,0 1 0 0 0,0-1 0 0 0,0 1 0 0 0,0 0 0 0 0,-1-1 0 0 0,1 1 0 0 0,-1 0 0 0 0,0 0 0 0 0,0 0 0 0 0,-1 0 0 0 0,1 0 0 0 0,-1 0 0 0 0,0 1 0 0 0,0-1 0 0 0,0 0 0 0 0,-1 0 0 0 0,1 0 0 0 0,-1 0 0 0 0,0 0 0 0 0,0 0 0 0 0,0 0 0 0 0,-3 4 0 0 0,-5 4-9 0 0,-1 0 0 0 0,-1-1 0 0 0,0 0 1 0 0,0 0-1 0 0,-1-2 0 0 0,-1 1 0 0 0,-25 14 1 0 0,14-9-207 0 0,22-14-1207 0 0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8:47.173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293 0 1550 0 0,'-4'3'10740'0'0,"-6"8"-7563"0"0,3 2-1943 0 0,0 1 0 0 0,1 1 1 0 0,1-1-1 0 0,0 1 0 0 0,1 0 0 0 0,-4 21 1 0 0,-4 16 872 0 0,-29 95-3062 0 0,-108 363-7183 0 0,133-456 3666 0 0,-2 4 3737 0 0,18-57-128 0 0,3-6-320 0 0,8-12 7246 0 0,14-20-4149 0 0,-12 15-3525 0 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8:47.36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22 11 1372 0 0,'0'0'1536'0'0,"-21"6"1942"0"0,38 2 9960 0 0,12-7-7731 0 0,-17-1-5361 0 0,459-22-9 0 0,-428 18-337 0 0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8:48.34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45 1 1102 0 0,'-1'2'7131'0'0,"-7"12"8675"0"0,6-8-13631 0 0,0 7-2175 0 0,0 0 0 0 0,1 1 0 0 0,1-1 0 0 0,1 21 0 0 0,0 15 0 0 0,-26 542 0 0 0,19-500-12 0 0,6-89 16 0 0,9-26 4 0 0,9-48-734 0 0,33-113-4922 0 0,-40 154 4469 0 0,1 0 1 0 0,1 0-1 0 0,30-48 1 0 0,-32 61-393 0 0,17-25-639 0 0,-26 41 2211 0 0,1-1-1 0 0,-1 0 1 0 0,0 1-1 0 0,1 0 1 0 0,-1-1-1 0 0,1 1 1 0 0,0 0 0 0 0,0 0-1 0 0,0 1 1 0 0,0-1-1 0 0,5-2 1 0 0,-7 4 27 0 0,1 0 1 0 0,-1 0-1 0 0,0 0 1 0 0,1 0-1 0 0,-1 0 1 0 0,0 0-1 0 0,1 0 1 0 0,-1 1-1 0 0,0-1 0 0 0,0 0 1 0 0,1 1-1 0 0,-1-1 1 0 0,0 1-1 0 0,0-1 1 0 0,0 1-1 0 0,1 0 1 0 0,-1-1-1 0 0,0 1 1 0 0,0 0-1 0 0,0 0 0 0 0,0 0 1 0 0,0 0-1 0 0,-1 0 1 0 0,1 0-1 0 0,0 0 1 0 0,0 0-1 0 0,-1 0 1 0 0,1 0-1 0 0,0 1 1 0 0,-1-1-1 0 0,1 0 0 0 0,-1 0 1 0 0,0 0-1 0 0,1 1 1 0 0,-1-1-1 0 0,0 3 1 0 0,2 4 3 0 0,0 1 1 0 0,0-1-1 0 0,-1 1 1 0 0,0 12-1 0 0,-4 28 1600 0 0,-13 77 1 0 0,4-40-2618 0 0,6-1-3730 0 0,6-82 4520 0 0,0 0 1 0 0,-1 1-1 0 0,1-1 1 0 0,1 0-1 0 0,-1 0 0 0 0,0 0 1 0 0,1 0-1 0 0,0 0 1 0 0,-1 0-1 0 0,1 0 0 0 0,1 0 1 0 0,-1 0-1 0 0,0-1 1 0 0,1 1-1 0 0,-1 0 0 0 0,1-1 1 0 0,0 1-1 0 0,0-1 1 0 0,0 1-1 0 0,0-1 0 0 0,0 0 1 0 0,4 3-1 0 0,-2-3 17 0 0,0-1 1 0 0,0 1-1 0 0,0-1 0 0 0,1 0 0 0 0,-1 0 0 0 0,0-1 0 0 0,1 1 1 0 0,-1-1-1 0 0,0 0 0 0 0,1 0 0 0 0,-1 0 0 0 0,1-1 1 0 0,-1 0-1 0 0,7-2 0 0 0,43-12-1536 0 0,-25 4 672 0 0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8:49.118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339 102 1115 0 0,'-3'-4'275'0'0,"1"1"0"0"0,-2 0-1 0 0,1 0 1 0 0,0 0 0 0 0,-1 1 0 0 0,1-1-1 0 0,-1 1 1 0 0,0 0 0 0 0,-5-2 0 0 0,4 2 628 0 0,-1 0 0 0 0,1 0 0 0 0,-1 1 1 0 0,1 0-1 0 0,-1 0 0 0 0,0 1 0 0 0,0-1 1 0 0,1 1-1 0 0,-1 1 0 0 0,-10 1 0 0 0,9-1 327 0 0,-1 1 0 0 0,0 0 0 0 0,0 1 0 0 0,1-1 0 0 0,-1 2 0 0 0,1-1 0 0 0,-9 6 0 0 0,10-5-801 0 0,1 0 0 0 0,-1 0 1 0 0,1 1-1 0 0,1-1 0 0 0,-6 7 1 0 0,-1 4-430 0 0,1 0 0 0 0,0 1 0 0 0,1 0 0 0 0,-12 31 0 0 0,-20 74 0 0 0,39-117 0 0 0,2-4 0 0 0,-4 10 0 0 0,1 1 0 0 0,0 0 0 0 0,0 0 0 0 0,1 0 0 0 0,0 0 0 0 0,1 0 0 0 0,0 0 0 0 0,1 0 0 0 0,0 0 0 0 0,3 18 0 0 0,-3-29-3 0 0,0 1 1 0 0,0 0-1 0 0,0-1 1 0 0,1 1-1 0 0,-1-1 1 0 0,0 1-1 0 0,0-1 1 0 0,0 1-1 0 0,1 0 1 0 0,-1-1-1 0 0,0 1 1 0 0,1-1-1 0 0,-1 1 1 0 0,0-1-1 0 0,1 1 1 0 0,-1-1 0 0 0,0 0-1 0 0,1 1 1 0 0,-1-1-1 0 0,1 1 1 0 0,-1-1-1 0 0,1 0 1 0 0,-1 1-1 0 0,1-1 1 0 0,-1 0-1 0 0,1 0 1 0 0,0 1-1 0 0,-1-1 1 0 0,1 0-1 0 0,-1 0 1 0 0,1 0-1 0 0,0 0 1 0 0,-1 0-1 0 0,1 0 1 0 0,-1 0-1 0 0,1 0 1 0 0,0 0-1 0 0,-1 0 1 0 0,1 0 0 0 0,-1 0-1 0 0,1 0 1 0 0,0 0-1 0 0,-1-1 1 0 0,1 1-1 0 0,0-1 1 0 0,0 1-205 0 0,8-2-299 0 0,0-1-1 0 0,-1 1 1 0 0,1-2-1 0 0,-1 1 1 0 0,0-1-1 0 0,0 0 1 0 0,0-1-1 0 0,-1 0 1 0 0,0 0-1 0 0,0-1 1 0 0,9-8-1 0 0,0-1-1118 0 0,-2-1-1 0 0,1 0 1 0 0,20-32-1 0 0,-27 33 1567 0 0,1 0-1 0 0,-2-1 1 0 0,0 0-1 0 0,-1 0 1 0 0,0 0-1 0 0,5-28 1 0 0,-6 12-42 0 0,-1 0 0 0 0,-1-51 0 0 0,5 126 11648 0 0,-4-27-8369 0 0,-2-1-4458 0 0,9 80 1352 0 0,2 10-983 0 0,-2-38-2691 0 0,-11-66 3606 0 0,0 0-1 0 0,0-1 1 0 0,0 1 0 0 0,1 0 0 0 0,-1-1-1 0 0,0 1 1 0 0,0 0 0 0 0,1 0 0 0 0,-1-1-1 0 0,1 1 1 0 0,-1-1 0 0 0,0 1 0 0 0,1 0-1 0 0,-1-1 1 0 0,1 1 0 0 0,0-1-1 0 0,-1 1 1 0 0,1-1 0 0 0,-1 1 0 0 0,1-1-1 0 0,0 0 1 0 0,-1 1 0 0 0,1-1 0 0 0,0 0-1 0 0,-1 1 1 0 0,1-1 0 0 0,0 0 0 0 0,0 0-1 0 0,-1 0 1 0 0,1 0 0 0 0,0 1 0 0 0,0-1-1 0 0,-1 0 1 0 0,1 0 0 0 0,0-1 0 0 0,0 1-1 0 0,0 0 1 0 0,-1 0 0 0 0,1 0-1 0 0,0 0 1 0 0,-1-1 0 0 0,2 0 0 0 0,2 0-273 0 0,0 0 0 0 0,-1-1 0 0 0,1 0 0 0 0,-1 0 0 0 0,1 0 0 0 0,4-5 0 0 0,5-4-87 0 0,-1-1-1 0 0,16-20 1 0 0,-18 18-1154 0 0,-1 1 0 0 0,-1-1-1 0 0,0-1 1 0 0,0 0 0 0 0,-2 0 0 0 0,1 0 0 0 0,-2-1-1 0 0,6-29 1 0 0,-5-20 1754 0 0,-7 57 3324 0 0,-2 19 3225 0 0,-1 12 1067 0 0,2-10-5382 0 0,2-12-2422 0 0,-5 29-399 0 0,2-14-252 0 0,0 1 0 0 0,0-1 1 0 0,2 1-1 0 0,0 0 0 0 0,1 0 1 0 0,4 27-1 0 0,-4-42 438 0 0,1 0 0 0 0,-1 0 0 0 0,1-1 1 0 0,-1 1-1 0 0,1 0 0 0 0,-1 0 0 0 0,1-1 1 0 0,0 1-1 0 0,0-1 0 0 0,0 1 0 0 0,0-1 0 0 0,0 1 1 0 0,0-1-1 0 0,1 0 0 0 0,-1 1 0 0 0,0-1 1 0 0,1 0-1 0 0,-1 0 0 0 0,1 0 0 0 0,-1 0 0 0 0,1 0 1 0 0,1 0-1 0 0,-1 0 145 0 0,1-1-1 0 0,-1 1 1 0 0,1-1-1 0 0,-1 0 1 0 0,0 0 0 0 0,1 0-1 0 0,-1 0 1 0 0,1-1 0 0 0,-1 1-1 0 0,0-1 1 0 0,1 1-1 0 0,-1-1 1 0 0,0 0 0 0 0,4-1-1 0 0,3-3-1 0 0,0-1 0 0 0,1 1-1 0 0,-2-2 1 0 0,1 1 0 0 0,-1-1 0 0 0,10-10-1 0 0,-10 8-458 0 0,0-1-1 0 0,0 0 0 0 0,-1 0 0 0 0,-1 0 1 0 0,1-1-1 0 0,-2 0 0 0 0,1 0 1 0 0,4-14-1 0 0,-6 10 424 0 0,-1 1 0 0 0,0-1 0 0 0,-1 1-1 0 0,0-1 1 0 0,-1 0 0 0 0,-2-20 0 0 0,3-48-3632 0 0,-2 81 2715 0 0,2 2-455 0 0,-1 0 1782 0 0,1 0 1 0 0,-1 0 0 0 0,1 1-1 0 0,-1-1 1 0 0,1 0 0 0 0,-1 1 0 0 0,0-1-1 0 0,1 1 1 0 0,-1-1 0 0 0,0 1-1 0 0,1 0 1 0 0,-1 0 0 0 0,0-1-1 0 0,0 1 1 0 0,0 0 0 0 0,0 0-1 0 0,0 0 1 0 0,0 0 0 0 0,0 0 0 0 0,0 1-1 0 0,0-1 1 0 0,0 0 0 0 0,0 0-1 0 0,0 2 1 0 0,10 36 1591 0 0,-8-25-2447 0 0,2 9-445 0 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8:49.77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99 325 1272 0 0,'0'0'462'0'0,"18"-18"5011"0"0,-15 12-4791 0 0,-1-1 1465 0 0,0 0 0 0 0,0 0 0 0 0,0 0 0 0 0,-1 0 0 0 0,0 0 0 0 0,0-9-1 0 0,-4-24 1151 0 0,3 37-3297 0 0,0 0 0 0 0,0 0 0 0 0,0 0 0 0 0,0 0 0 0 0,-1 0 0 0 0,0 0 0 0 0,0 0 0 0 0,0 0 0 0 0,0 0 0 0 0,0 0 0 0 0,0 0 0 0 0,-1 0 0 0 0,1 1 0 0 0,-1-1 0 0 0,0 1 0 0 0,0-1 0 0 0,0 1 0 0 0,-2-3 0 0 0,-2-1 0 0 0,-13-15-7 0 0,18 20 2 0 0,17-15 14 0 0,66-49-5497 0 0,-81 64 5569 0 0,2-7 3160 0 0,-2 7-3180 0 0,-1 1 1 0 0,0-1 0 0 0,1 0 0 0 0,-1 1 0 0 0,0-1 0 0 0,0 0 0 0 0,0 0 0 0 0,1 1-1 0 0,-1-1 1 0 0,0 0 0 0 0,0 0 0 0 0,0 1 0 0 0,0-1 0 0 0,0 0 0 0 0,-1 0 0 0 0,1 1-1 0 0,0-1 1 0 0,0 0 0 0 0,0 0 0 0 0,-1 1 0 0 0,1-1 0 0 0,0 0 0 0 0,-1 1-1 0 0,1-1 1 0 0,0 0 0 0 0,-1 1 0 0 0,1-1 0 0 0,-1 1 0 0 0,1-1 0 0 0,-1 0 0 0 0,1 1-1 0 0,-1-1 1 0 0,0 1 0 0 0,0-1 0 0 0,0 0-73 0 0,-11-2-1618 0 0,-3 2-6751 0 0,5 4 7671 0 0,1 1-1 0 0,1 0 1 0 0,-1 0-1 0 0,0 1 1 0 0,1 0 0 0 0,0 0-1 0 0,-8 8 1 0 0,9-7 737 0 0,1 0 0 0 0,0 1 0 0 0,0 0 1 0 0,0 0-1 0 0,1 1 0 0 0,0-1 0 0 0,1 1 0 0 0,0 0 0 0 0,0 1 1 0 0,0-1-1 0 0,1 1 0 0 0,0-1 0 0 0,1 1 0 0 0,0 0 0 0 0,1 0 1 0 0,-1 0-1 0 0,2 0 0 0 0,-1 0 0 0 0,1 0 0 0 0,2 13 0 0 0,-1-15-7 0 0,0 17 236 0 0,2 0 0 0 0,1 0 1 0 0,1 0-1 0 0,15 44 0 0 0,-18-63-298 0 0,0 0 0 0 0,0-1 0 0 0,0 1 0 0 0,1 0-1 0 0,0-1 1 0 0,0 1 0 0 0,0-1 0 0 0,1 0-1 0 0,-1 0 1 0 0,1 0 0 0 0,0-1 0 0 0,0 1 0 0 0,1-1-1 0 0,-1 0 1 0 0,1 0 0 0 0,-1-1 0 0 0,1 1-1 0 0,0-1 1 0 0,0 0 0 0 0,0 0 0 0 0,0-1 0 0 0,0 1-1 0 0,0-1 1 0 0,1 0 0 0 0,-1-1 0 0 0,0 1-1 0 0,1-1 1 0 0,7 0 0 0 0,8-3-1450 0 0,0-1 1 0 0,1 0-1 0 0,-2-2 0 0 0,1 0 0 0 0,34-16 1 0 0,-35 14-777 0 0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8:50.42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209 94 758 0 0,'0'0'1422'0'0,"12"-17"10248"0"0,-7 9-1737 0 0,0-20-6977 0 0,-5 26-2983 0 0,0 1 1 0 0,-1-1 0 0 0,1 0 0 0 0,0 0-1 0 0,-1 1 1 0 0,1-1 0 0 0,-1 0 0 0 0,0 1-1 0 0,0-1 1 0 0,1 1 0 0 0,-1-1 0 0 0,0 1-1 0 0,0-1 1 0 0,-1 1 0 0 0,1-1 0 0 0,0 1-1 0 0,0 0 1 0 0,-1 0 0 0 0,-2-2 0 0 0,3 2 26 0 0,0 0 0 0 0,0 0 0 0 0,0 0 0 0 0,-1 1 0 0 0,1-1 0 0 0,-1 0 0 0 0,1 1 0 0 0,0-1 0 0 0,-1 1 0 0 0,1 0 0 0 0,-1-1 0 0 0,1 1 0 0 0,-1 0 0 0 0,1 0 0 0 0,-1 0 0 0 0,1 0 0 0 0,-1 0 0 0 0,1 0 0 0 0,-1 0 0 0 0,1 1 0 0 0,-1-1 0 0 0,1 0 0 0 0,-1 1 0 0 0,1-1 0 0 0,0 1 0 0 0,-3 1 0 0 0,0 1 0 0 0,0 0 0 0 0,0 0 0 0 0,0 0 0 0 0,0 1 0 0 0,-5 6 0 0 0,2-2 0 0 0,-9 9-412 0 0,0 1 0 0 0,2 0-1 0 0,0 1 1 0 0,-21 38 0 0 0,29-45 60 0 0,0 1-1 0 0,0 0 1 0 0,2 0-1 0 0,-1 0 1 0 0,2 0-1 0 0,0 0 1 0 0,0 1-1 0 0,1 0 1 0 0,0 22 0 0 0,2-35 129 0 0,0 1 1 0 0,0 0 0 0 0,0-1 0 0 0,0 1 0 0 0,0 0 0 0 0,1-1 0 0 0,-1 1 0 0 0,0-1 0 0 0,1 1 0 0 0,-1 0 0 0 0,1-1 0 0 0,0 1 0 0 0,-1-1 0 0 0,1 1 0 0 0,0-1 0 0 0,0 0 0 0 0,0 1 0 0 0,0-1 0 0 0,0 0 0 0 0,0 0 0 0 0,1 0 0 0 0,-1 0 0 0 0,2 2 0 0 0,-1-3 104 0 0,0 1-1 0 0,0-1 1 0 0,0 1 0 0 0,0-1-1 0 0,0 0 1 0 0,0 1 0 0 0,0-1 0 0 0,0 0-1 0 0,0-1 1 0 0,0 1 0 0 0,0 0-1 0 0,0 0 1 0 0,0-1 0 0 0,0 1-1 0 0,3-2 1 0 0,7-3 468 0 0,0-1 0 0 0,-1 0 0 0 0,0-1 1 0 0,17-12-1 0 0,-19 11-554 0 0,0 0 0 0 0,-1 0 0 0 0,0-1 0 0 0,0 0 0 0 0,-1 0 0 0 0,0-1 0 0 0,-1 0 0 0 0,6-11-1 0 0,0-6 84 0 0,19-54-1 0 0,-29 59 1796 0 0,-1 38 7580 0 0,2 53-6829 0 0,-3-46-2736 0 0,2 0 1 0 0,6 38-1 0 0,4-14-5232 0 0,-12-45 4589 0 0,13-2-2772 0 0,4-5-5687 0 0,-15 2 9034 0 0,1 1-1 0 0,-1 0 0 0 0,0 0 0 0 0,0-1 1 0 0,0 1-1 0 0,0-1 0 0 0,0 0 1 0 0,-1 1-1 0 0,1-1 0 0 0,-1 0 1 0 0,2-5-1 0 0,2-4-923 0 0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8:50.81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7 62 1057 0 0,'-1'8'14865'0'0,"-1"11"-8278"0"0,0 26-5500 0 0,1-19-215 0 0,1 0 1 0 0,3 33 0 0 0,2-40-873 0 0,-3-17 0 0 0,-2-1 0 0 0,1-1 0 0 0,-1 0 0 0 0,0 0 0 0 0,1 1 0 0 0,-1-1 0 0 0,1 0 0 0 0,-1 0 0 0 0,1 0 0 0 0,-1 1 0 0 0,1-1 0 0 0,-1 0 0 0 0,1 0 0 0 0,-1 0 0 0 0,0 0 0 0 0,1 0 0 0 0,-1 0 0 0 0,1 0 0 0 0,-1 0 0 0 0,1 0 0 0 0,-1 0 0 0 0,1 0 0 0 0,-1 0 0 0 0,1 0 0 0 0,-1-1 0 0 0,1 1 0 0 0,-1 0 0 0 0,1 0 0 0 0,-1 0 0 0 0,0-1 0 0 0,1 1 0 0 0,-1 0 0 0 0,1-1 0 0 0,-1 1 0 0 0,0 0 0 0 0,1-1 0 0 0,-1 1 0 0 0,0 0 0 0 0,1-1 0 0 0,-1 0 0 0 0,12-10 0 0 0,16-19 0 0 0,-1-2 0 0 0,32-48 0 0 0,24-28-1 0 0,-81 106-1 0 0,-2 2-8 0 0,1 0 10 0 0,0 0 0 0 0,-1 1 0 0 0,1-1 0 0 0,0 0 0 0 0,0 0 0 0 0,-1 0 0 0 0,1 0 0 0 0,0 1 0 0 0,-1-1 0 0 0,1 0 0 0 0,0 1 0 0 0,-1-1 0 0 0,1 1 0 0 0,-1-1 0 0 0,1 0-1 0 0,-1 1 1 0 0,1 0 0 0 0,-1-1 0 0 0,1 1 0 0 0,-1-1 0 0 0,1 1 0 0 0,-1-1 0 0 0,1 1 0 0 0,-1 1 0 0 0,5 23 4 0 0,-12 29 6 0 0,7-52-10 0 0,-11 70-4566 0 0,10-64 3735 0 0,1 1 0 0 0,0 0 0 0 0,0-1 0 0 0,1 1 0 0 0,0-1 0 0 0,3 15 0 0 0,-3-21 454 0 0,0-1 0 0 0,-1 1 0 0 0,1-1 0 0 0,0 1 0 0 0,0-1 0 0 0,0 0 0 0 0,0 1 0 0 0,1-1 0 0 0,-1 0 0 0 0,0 0 0 0 0,1 0-1 0 0,-1 0 1 0 0,0 0 0 0 0,1 0 0 0 0,-1 0 0 0 0,1 0 0 0 0,-1-1 0 0 0,1 1 0 0 0,0-1 0 0 0,-1 1 0 0 0,1-1 0 0 0,0 1 0 0 0,-1-1 0 0 0,1 0 0 0 0,2 0 0 0 0,45-3-3378 0 0,-43 2 3479 0 0,21-3-1715 0 0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8:51.21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228 76 1279 0 0,'-1'-24'755'0'0,"1"22"-275"0"0,-1 1 0 0 0,0-1 0 0 0,0 0-1 0 0,0 1 1 0 0,0-1 0 0 0,0 1 0 0 0,0 0 0 0 0,-1-1-1 0 0,1 1 1 0 0,0 0 0 0 0,-1 0 0 0 0,1 0 0 0 0,-2-2-1 0 0,-2 0 4007 0 0,3 0-3850 0 0,0 1 0 0 0,0 0 0 0 0,-1 0 0 0 0,1 0 0 0 0,-1 0 0 0 0,1 0 1 0 0,-1 0-1 0 0,0 1 0 0 0,1-1 0 0 0,-1 1 0 0 0,0 0 0 0 0,0-1 0 0 0,0 1 0 0 0,0 1 0 0 0,0-1 0 0 0,-4 0 0 0 0,5 1-481 0 0,0 0-1 0 0,0 0 1 0 0,0 1-1 0 0,1-1 1 0 0,-1 0-1 0 0,0 1 1 0 0,0-1 0 0 0,0 1-1 0 0,1 0 1 0 0,-1 0-1 0 0,0 0 1 0 0,1 0-1 0 0,-2 1 1 0 0,-4 3-155 0 0,1 1 0 0 0,-1 0 0 0 0,2 0 0 0 0,-1 1 0 0 0,1 0 0 0 0,0-1 0 0 0,0 2 0 0 0,-6 13 0 0 0,-2 8 0 0 0,-10 33 0 0 0,7-15 0 0 0,12-38 0 0 0,0 0 0 0 0,1 1 0 0 0,1-1 0 0 0,-1 1 0 0 0,2-1 0 0 0,-1 1 0 0 0,1 0 0 0 0,1-1 0 0 0,-1 1 0 0 0,2 0 0 0 0,1 15 0 0 0,-2-24 0 0 0,0 0 0 0 0,1 0 0 0 0,-1 0 0 0 0,0 0 0 0 0,0 0 0 0 0,1 0 0 0 0,-1 0 0 0 0,0 0 0 0 0,1 0 0 0 0,-1 0 0 0 0,1 0 0 0 0,0 0 0 0 0,-1 0 0 0 0,1-1 0 0 0,-1 1 0 0 0,1 0 0 0 0,0 0 0 0 0,0 0 0 0 0,0-1 0 0 0,-1 1 0 0 0,1-1 0 0 0,0 1 0 0 0,0 0 0 0 0,0-1 0 0 0,0 1 0 0 0,0-1 0 0 0,0 0 0 0 0,0 1 0 0 0,0-1 0 0 0,0 0 0 0 0,0 0 0 0 0,0 0 0 0 0,0 1 0 0 0,1-1 0 0 0,-1 0 0 0 0,0 0 0 0 0,0-1 0 0 0,1 1 0 0 0,2-1 0 0 0,0-1 0 0 0,-1 1 0 0 0,1-1 0 0 0,-1 0 0 0 0,1 0 0 0 0,-1 0 0 0 0,4-3 0 0 0,-2 1 0 0 0,5-2-176 0 0,-1-1 1 0 0,0 0-1 0 0,-1 0 1 0 0,1-1-1 0 0,-1 0 1 0 0,-1 0 0 0 0,0-1-1 0 0,0 0 1 0 0,0 0-1 0 0,-1-1 1 0 0,-1 0-1 0 0,5-11 1 0 0,-6 13-5 0 0,-1-1 1 0 0,-1 1-1 0 0,1-1 1 0 0,-1 0-1 0 0,-1 0 1 0 0,0 0-1 0 0,0 0 1 0 0,-1 0-1 0 0,0 0 0 0 0,0 0 1 0 0,-1 0-1 0 0,0 0 1 0 0,-1 0-1 0 0,0 0 1 0 0,-3-8-1 0 0,4 14 164 0 0,0 0 1 0 0,1 0-1 0 0,-1 0 0 0 0,1 0 1 0 0,0-1-1 0 0,0 1 0 0 0,0 0 1 0 0,0 0-1 0 0,1 0 0 0 0,-1 0 0 0 0,1 0 1 0 0,0 0-1 0 0,0 0 0 0 0,1-4 1 0 0,-1 6 202 0 0,0-1-1700 0 0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8:51.73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100 192 1403 0 0,'18'-44'1930'0'0,"14"-22"6083"0"0,-9 21-1774 0 0,-19 34-4535 0 0,8-13 1834 0 0,-7 22-2010 0 0,0 14-318 0 0,-4 3-1150 0 0,1-1-1 0 0,-2 1 1 0 0,0 0 0 0 0,0-1-1 0 0,-2 1 1 0 0,-3 21 0 0 0,-28 89 160 0 0,24-95-209 0 0,-82 256-11 0 0,83-254 0 0 0,10-31 0 0 0,7-7 0 0 0,11-10 0 0 0,13-18-13 0 0,75-69-129 0 0,-88 86 99 0 0,0 1 0 0 0,1 1 0 0 0,38-20 0 0 0,-56 34 42 0 0,-1-1-1 0 0,1 1 1 0 0,0 0-1 0 0,-1 0 1 0 0,1 0-1 0 0,0 1 1 0 0,0-1 0 0 0,0 1-1 0 0,0-1 1 0 0,0 1-1 0 0,0 0 1 0 0,0 0 0 0 0,0 0-1 0 0,0 1 1 0 0,0-1-1 0 0,0 1 1 0 0,-1-1 0 0 0,1 1-1 0 0,0 0 1 0 0,5 2-1 0 0,-7-1 14 0 0,1-1-1 0 0,0 0 0 0 0,-1 1 1 0 0,1-1-1 0 0,-1 1 1 0 0,0-1-1 0 0,0 1 0 0 0,1-1 1 0 0,-1 1-1 0 0,0 0 0 0 0,0 0 1 0 0,-1 0-1 0 0,1 0 0 0 0,0-1 1 0 0,-1 1-1 0 0,1 0 1 0 0,-1 0-1 0 0,1 0 0 0 0,-1 0 1 0 0,0 0-1 0 0,0 0 0 0 0,0 1 1 0 0,0-1-1 0 0,0 0 1 0 0,0 0-1 0 0,-1 0 0 0 0,1 0 1 0 0,-1 0-1 0 0,0 0 0 0 0,0 2 1 0 0,-5 12-520 0 0,-1-1 0 0 0,0 0 0 0 0,-1 0 0 0 0,-1 0 0 0 0,0-1 0 0 0,-1 0 0 0 0,0-1 0 0 0,-1 0 0 0 0,-1-1-1 0 0,-23 20 1 0 0,8-11-1049 0 0,-1 0-1 0 0,0-3 1 0 0,-2 0-1 0 0,-42 19 0 0 0,43-25-1244 0 0,-40 13-1 0 0,68-25 2537 0 0,0 0-1 0 0,-1 0 1 0 0,1-1-1 0 0,0 1 1 0 0,0 0-1 0 0,0 0 0 0 0,-1-1 1 0 0,1 1-1 0 0,0 0 1 0 0,0-1-1 0 0,0 1 1 0 0,0-1-1 0 0,0 1 1 0 0,-1-2-1 0 0,0 1-594 0 0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8:52.21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276 186 1425 0 0,'0'0'308'0'0,"-1"0"0"0"0,1 0 0 0 0,0 0-1 0 0,-1-1 1 0 0,1 1 0 0 0,0 0 0 0 0,0-1 0 0 0,-1 1-1 0 0,1 0 1 0 0,0-1 0 0 0,0 1 0 0 0,-1 0 0 0 0,1-1 0 0 0,0 1-1 0 0,0 0 1 0 0,0-1 0 0 0,0 1 0 0 0,0 0 0 0 0,-1-1 0 0 0,1 1-1 0 0,0-1 1 0 0,0 1 0 0 0,0 0 0 0 0,0-1 0 0 0,0 1-1 0 0,0-1 1 0 0,0 1 0 0 0,0 0 0 0 0,1-1 0 0 0,-1 1 0 0 0,0-1-1 0 0,0 1 1 0 0,0 0 0 0 0,0-1 0 0 0,0 1 0 0 0,1 0 0 0 0,-1-1-1 0 0,0 1 1 0 0,16-24 8125 0 0,6 0-4052 0 0,-4 8-4532 0 0,80-84 272 0 0,-90 94-121 0 0,-8 6 0 0 0,0 0 0 0 0,0-1 0 0 0,0 1 0 0 0,1 0 0 0 0,-1 0 0 0 0,0 0 0 0 0,0 0 0 0 0,0-1 0 0 0,1 1 0 0 0,-1 0 0 0 0,0 0 0 0 0,0 0 0 0 0,1 0 0 0 0,-1 0 0 0 0,0 0 0 0 0,0 0 0 0 0,1 0 0 0 0,-1 0 0 0 0,0 0 0 0 0,1 0 0 0 0,-1 0 0 0 0,0 0 0 0 0,0 0 0 0 0,1 0 0 0 0,-1 0 0 0 0,0 0 0 0 0,0 0 0 0 0,1 0 0 0 0,-1 0 0 0 0,0 0 0 0 0,0 0 0 0 0,1 0 0 0 0,-1 1 0 0 0,0-1 0 0 0,0 0 0 0 0,0 0 0 0 0,1 0 0 0 0,-1 0 0 0 0,0 1 0 0 0,0-1 0 0 0,0 0 0 0 0,1 0 0 0 0,-1 1 0 0 0,0-1 0 0 0,0 0 0 0 0,0 0 0 0 0,0 1 0 0 0,0-1 0 0 0,0 0 0 0 0,0 0 0 0 0,0 1 0 0 0,1-1 0 0 0,-1 0 0 0 0,0 1 0 0 0,1 12 0 0 0,-2 14-817 0 0,-2 0 0 0 0,-1 0 0 0 0,-10 32 0 0 0,-6 42-2126 0 0,15-64 997 0 0,-1 0 0 0 0,-16 45 0 0 0,10-47 1775 0 0,-1 0-1 0 0,-24 43 1 0 0,23-51 394 0 0,8-14-192 0 0,-1-1 0 0 0,1 0 1 0 0,-2 0-1 0 0,-11 14 0 0 0,16-23 88 0 0,0 0 1 0 0,0 0-1 0 0,-1 0 1 0 0,1-1-1 0 0,-1 1 1 0 0,0-1-1 0 0,1 0 1 0 0,-1 0-1 0 0,0 0 1 0 0,0 0-1 0 0,0-1 1 0 0,-1 1-1 0 0,1-1 1 0 0,0 0-1 0 0,0-1 1 0 0,-1 1-1 0 0,1-1 1 0 0,-5 1-1 0 0,-2-2-129 0 0,-1 1 0 0 0,0-2 0 0 0,1 1 0 0 0,-1-1 0 0 0,1-1-1 0 0,0 0 1 0 0,-17-8 0 0 0,24 10-77 0 0,0-1-1 0 0,0 0 1 0 0,1 0-1 0 0,-1 0 1 0 0,0-1-1 0 0,1 1 1 0 0,0-1-1 0 0,0 0 1 0 0,0 0-1 0 0,0 0 1 0 0,0 0-1 0 0,0 0 1 0 0,1-1-1 0 0,-1 1 1 0 0,1-1-1 0 0,0 0 1 0 0,0 1-1 0 0,1-1 1 0 0,-1 0 0 0 0,1 0-1 0 0,0 0 1 0 0,0-1-1 0 0,-1-7 1 0 0,2 0-424 0 0,1 0 1 0 0,0-1-1 0 0,1 1 1 0 0,0 0 0 0 0,1 0-1 0 0,0 0 1 0 0,1 1-1 0 0,10-23 1 0 0,5-2-1405 0 0,31-47 1 0 0,-16 35-740 0 0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8:52.38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42 3 2230 0 0,'-7'-3'19519'0'0,"-9"32"-15607"0"0,6-12-3775 0 0,2-4-2214 0 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8:52.84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55 214 1256 0 0,'0'0'2282'0'0,"6"-1"4188"0"0,13-4-2592 0 0,8-8-1707 0 0,-1-1 0 0 0,33-23 0 0 0,-48 29-1444 0 0,1-1-1 0 0,-1 0 1 0 0,-1 0 0 0 0,0-1 0 0 0,0-1 0 0 0,-1 0 0 0 0,9-13 0 0 0,-18 24-727 0 0,1-1 0 0 0,0 0 0 0 0,-1 1 0 0 0,1-1 0 0 0,-1 0 0 0 0,1 0 0 0 0,-1 0 0 0 0,1 1 0 0 0,-1-1 0 0 0,1 0 0 0 0,-1 0 0 0 0,0 0 0 0 0,1 0 0 0 0,-1 0 0 0 0,0 0 0 0 0,0 0 0 0 0,0 0 0 0 0,0 0 0 0 0,0 0 0 0 0,0-1 0 0 0,0-1 0 0 0,0-14 0 0 0,-4 13 0 0 0,2 3 0 0 0,1 1 0 0 0,1-1 0 0 0,-1 0 0 0 0,1 1 0 0 0,-1-1 0 0 0,1 0 0 0 0,-1 1 0 0 0,1-1 0 0 0,-1 1 0 0 0,0-1 0 0 0,1 1 0 0 0,-1 0 0 0 0,0-1 0 0 0,0 1 0 0 0,1 0 0 0 0,-1-1 0 0 0,0 1 0 0 0,0 0 0 0 0,1 0 0 0 0,-1-1 0 0 0,0 1 0 0 0,0 0 0 0 0,0 0 0 0 0,1 0 0 0 0,-1 0 0 0 0,0 0 0 0 0,0 0 0 0 0,0 1 0 0 0,1-1 0 0 0,-1 0 0 0 0,0 0 0 0 0,0 0 0 0 0,0 1 0 0 0,-2 0 0 0 0,-6 1-375 0 0,0 0 1 0 0,0 1 0 0 0,0 0 0 0 0,1 0 0 0 0,-1 1 0 0 0,1 0-1 0 0,0 0 1 0 0,0 1 0 0 0,0 0 0 0 0,1 0 0 0 0,-1 1-1 0 0,1 0 1 0 0,1 1 0 0 0,-11 11 0 0 0,1 2-928 0 0,0 1-1 0 0,2 0 1 0 0,0 1 0 0 0,-10 25-1 0 0,14-28 455 0 0,1 2 0 0 0,-8 26 0 0 0,16-42 813 0 0,-1 0 1 0 0,1 0 0 0 0,0 1-1 0 0,0-1 1 0 0,0 0-1 0 0,1 1 1 0 0,0-1 0 0 0,0 0-1 0 0,1 0 1 0 0,-1 1-1 0 0,1-1 1 0 0,0 0 0 0 0,0 0-1 0 0,1 1 1 0 0,2 5-1 0 0,-2-9-17 0 0,-1 0 0 0 0,1-1 0 0 0,0 1 0 0 0,0-1 0 0 0,0 1 0 0 0,-1-1 0 0 0,1 0-1 0 0,1 0 1 0 0,-1 1 0 0 0,0-2 0 0 0,0 1 0 0 0,0 0 0 0 0,0 0 0 0 0,1-1 0 0 0,-1 1 0 0 0,0-1 0 0 0,1 1-1 0 0,-1-1 1 0 0,0 0 0 0 0,1 0 0 0 0,-1 0 0 0 0,0-1 0 0 0,5 0 0 0 0,5 0-832 0 0,1-1-1 0 0,24-8 1 0 0,53-27-4080 0 0,-62 24 2843 0 0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8:53.10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335 21 1535 0 0,'-1'-1'408'0'0,"0"-1"1"0"0,0 1-1 0 0,0-1 0 0 0,0 1 0 0 0,-1 0 1 0 0,1-1-1 0 0,0 1 0 0 0,0 0 1 0 0,-1 0-1 0 0,1 0 0 0 0,-1 0 0 0 0,1 0 1 0 0,-1 1-1 0 0,1-1 0 0 0,-1 0 1 0 0,0 1-1 0 0,1-1 0 0 0,-1 1 0 0 0,0-1 1 0 0,0 1-1 0 0,1 0 0 0 0,-1 0 0 0 0,0 0 1 0 0,0 0-1 0 0,1 0 0 0 0,-1 0 1 0 0,-3 1-1 0 0,-1-1 462 0 0,1 1 0 0 0,-1 0 1 0 0,1 1-1 0 0,-1-1 0 0 0,1 1 1 0 0,-1 0-1 0 0,1 0 0 0 0,-6 4 1 0 0,-6 6-314 0 0,1 1 1 0 0,0 0 0 0 0,1 1 0 0 0,1 0-1 0 0,-23 29 1 0 0,14-12 131 0 0,2 1 0 0 0,-22 42 1 0 0,38-66-690 0 0,1 0 0 0 0,0 0 0 0 0,0 1 0 0 0,1 0 0 0 0,0 0 0 0 0,0 0 0 0 0,1 0 0 0 0,1 0 0 0 0,-1 0 0 0 0,1 0 0 0 0,1 1 0 0 0,0 12 0 0 0,0-20 0 0 0,1-1 0 0 0,-1 1 0 0 0,1 0 0 0 0,-1-1 0 0 0,1 1 0 0 0,0 0 0 0 0,0-1 0 0 0,-1 1 0 0 0,1-1 0 0 0,0 1 0 0 0,0-1 0 0 0,1 0 0 0 0,-1 1 0 0 0,0-1 0 0 0,0 0 0 0 0,1 0 0 0 0,-1 0 0 0 0,0 0 0 0 0,1 0 0 0 0,2 2 0 0 0,0-2 0 0 0,-1 0 0 0 0,1 0 0 0 0,0 0 0 0 0,0 0 0 0 0,-1-1 0 0 0,1 1 0 0 0,0-1 0 0 0,0 0 0 0 0,4-1 0 0 0,6 0 0 0 0,0-2 0 0 0,0 0 0 0 0,-1 0 0 0 0,16-8 0 0 0,-7 3-812 0 0,-1-1 0 0 0,-1-1 0 0 0,0-1 0 0 0,0-1 1 0 0,-1-1-1 0 0,19-15 0 0 0,-11 2-2226 0 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8:53.38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458 0 1951 0 0,'0'0'2927'0'0,"-2"1"-2285"0"0,-20 10 8510 0 0,5 8-3645 0 0,-8 28-792 0 0,18-32-3823 0 0,-108 252-833 0 0,42-94-2305 0 0,-28 87-5859 0 0,41-84 5746 0 0,29-83 3601 0 0,27-72-19 0 0,12-31 2025 0 0,15-37-242 0 0,-16 21-2798 0 0,-1-2-325 0 0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8:53.55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0 134 1721 0 0,'18'1'1155'0'0,"-1"-1"167"0"0,-10 6-192 0 0,8-10 1538 0 0,10-3-754 0 0,-3 2 1504 0 0,7 0-1236 0 0,4-3-36 0 0,5 0 473 0 0,5 0-1203 0 0,3 2 401 0 0,1-4-2756 0 0,7-4-329 0 0,3-1-1577 0 0,-3-1 514 0 0,2 0-917 0 0,9-2-622 0 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8:54.13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245 0 1555 0 0,'-14'14'3857'0'0,"1"0"0"0"0,0 1 0 0 0,-19 30 0 0 0,-12 20-1914 0 0,11-18 411 0 0,2 1 0 0 0,-32 67 1 0 0,61-109-3192 0 0,8-12 237 0 0,-2 1 1276 0 0,14-14 310 0 0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8:54.32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64 12 2434 0 0,'-1'-2'1305'0'0,"-5"-6"1983"0"0,-3 7 1896 0 0,-5 3 5996 0 0,13-2-11033 0 0,0 1-1 0 0,-1-1 0 0 0,1 1 0 0 0,0 0 0 0 0,0-1 0 0 0,0 1 0 0 0,-1 0 0 0 0,1 0 0 0 0,0 0 1 0 0,0 0-1 0 0,0 0 0 0 0,0 0 0 0 0,1 0 0 0 0,-1 0 0 0 0,0 0 0 0 0,0 1 0 0 0,1-1 0 0 0,-1 0 1 0 0,0 2-1 0 0,-8 29-1825 0 0,7-21 1199 0 0,-1 1 2539 0 0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8:54.71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188 81 1501 0 0,'-10'21'1175'0'0,"-2"0"0"0"0,0-1-1 0 0,-1 0 1 0 0,-19 21 0 0 0,-8 12 3191 0 0,26-33-2453 0 0,-22 37 8690 0 0,18-19-8646 0 0,18-38-1957 0 0,0 0 0 0 0,0 0 0 0 0,0 1 0 0 0,0-1 0 0 0,0 0 0 0 0,0 0 0 0 0,0 0 0 0 0,-1 0 0 0 0,1 0 0 0 0,0 0 0 0 0,0 0 0 0 0,0 0 0 0 0,0 0 0 0 0,0 1 0 0 0,0-1 0 0 0,0 0 0 0 0,0 0 0 0 0,0 0 0 0 0,0 0 0 0 0,0 0 0 0 0,0 0 0 0 0,0 0 0 0 0,0 1 0 0 0,0-1 0 0 0,0 0 0 0 0,0 0 0 0 0,0 0 0 0 0,0 0 0 0 0,0 0 0 0 0,0 0 0 0 0,0 0 0 0 0,0 1 0 0 0,0-1 0 0 0,1 0 0 0 0,-1 0 0 0 0,0 0 0 0 0,0 0 0 0 0,0 0 0 0 0,0 0 0 0 0,0 0 0 0 0,0 0 0 0 0,0 0 0 0 0,0 0 0 0 0,0 0 0 0 0,0 0 0 0 0,1 1 0 0 0,-1-1 0 0 0,0 0 0 0 0,0 0 0 0 0,0 0 0 0 0,0 0 0 0 0,0 0 0 0 0,0 0 0 0 0,0 0 0 0 0,1 0 0 0 0,8-3 0 0 0,8-6 0 0 0,17-14-1656 0 0,0-2 1 0 0,-1-2-1 0 0,-1-1 1 0 0,-2-1-1 0 0,-1-1 1 0 0,-1-2-1 0 0,37-54 1 0 0,-60 78 1557 0 0,7-10-23 0 0,1 0 0 0 0,21-22 0 0 0,-33 39 55 0 0,8 25-83 0 0,-8-7 134 0 0,-2 1 0 0 0,-1 0 0 0 0,0-1 0 0 0,-1 1-1 0 0,0-1 1 0 0,-8 19 0 0 0,3-6 12 0 0,4-13 19 0 0,0 1 0 0 0,1-1 0 0 0,1 0 0 0 0,1 1 0 0 0,0 0 0 0 0,4 29 0 0 0,-3-42-76 0 0,1 1 0 0 0,0-1 1 0 0,1 1-1 0 0,-1-1 0 0 0,1 0 1 0 0,0 0-1 0 0,0 0 1 0 0,1 0-1 0 0,-1 0 0 0 0,1 0 1 0 0,1 0-1 0 0,-1-1 0 0 0,0 1 1 0 0,1-1-1 0 0,0 0 1 0 0,0 0-1 0 0,0-1 0 0 0,1 1 1 0 0,-1-1-1 0 0,1 0 0 0 0,0 0 1 0 0,0 0-1 0 0,0-1 1 0 0,10 4-1 0 0,-1-2-581 0 0,1-1 1 0 0,0 0-1 0 0,-1-1 1 0 0,1-1-1 0 0,0 0 0 0 0,0-1 1 0 0,0-1-1 0 0,-1 0 1 0 0,1-1-1 0 0,0-1 0 0 0,-1 0 1 0 0,17-6-1 0 0,-3-4-1830 0 0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8:55.61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273 1 1629 0 0,'-7'3'14226'0'0,"-3"6"-9453"0"0,7-3-3841 0 0,0 1 0 0 0,0 0 0 0 0,0 0 0 0 0,-2 13-1 0 0,-4 11-101 0 0,-169 427-2188 0 0,170-439 1338 0 0,-23 71-3709 0 0,27-79 3022 0 0,2 1 0 0 0,0-1 0 0 0,0 0 0 0 0,1 1 0 0 0,0 22 0 0 0,1-32 813 0 0,0 1-1 0 0,0 0 1 0 0,1-1 0 0 0,-1 1 0 0 0,1 0-1 0 0,-1-1 1 0 0,1 1 0 0 0,0 0 0 0 0,0-1 0 0 0,0 1-1 0 0,1-1 1 0 0,-1 0 0 0 0,1 1 0 0 0,-1-1-1 0 0,1 0 1 0 0,0 0 0 0 0,-1 0 0 0 0,1 0-1 0 0,0 0 1 0 0,0 0 0 0 0,1-1 0 0 0,-1 1-1 0 0,0 0 1 0 0,1-1 0 0 0,-1 0 0 0 0,1 0-1 0 0,-1 0 1 0 0,1 0 0 0 0,-1 0 0 0 0,1 0-1 0 0,0-1 1 0 0,-1 1 0 0 0,1-1 0 0 0,0 0-1 0 0,0 1 1 0 0,4-2 0 0 0,7 0 457 0 0,0 0 0 0 0,0-1 0 0 0,-1-1 0 0 0,1 0 0 0 0,22-9 0 0 0,-15 5-1456 0 0,1-2-1 0 0,-1 0 0 0 0,-1-1 0 0 0,1-1 0 0 0,-2 0 0 0 0,0-2 0 0 0,0-1 1 0 0,-1 0-1 0 0,19-20 0 0 0,-14 6-201 0 0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8:56.573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145 273 1155 0 0,'-70'17'4593'0'0,"59"-14"-634"0"0,-1 2 0 0 0,1 0 0 0 0,-19 11 0 0 0,29-16-3894 0 0,1 0 0 0 0,-1 0 1 0 0,1 0-1 0 0,-1 1 0 0 0,1-1 1 0 0,-1 0-1 0 0,1 1 0 0 0,-1-1 1 0 0,1 0-1 0 0,-1 1 0 0 0,1-1 1 0 0,-1 1-1 0 0,1-1 0 0 0,0 1 1 0 0,-1-1-1 0 0,1 1 0 0 0,0-1 1 0 0,-1 1-1 0 0,1-1 0 0 0,0 1 1 0 0,0-1-1 0 0,-1 1 0 0 0,1 0 1 0 0,0-1-1 0 0,0 1 0 0 0,0-1 1 0 0,0 1-1 0 0,0 0 1 0 0,0-1-1 0 0,0 1 0 0 0,0-1 1 0 0,0 1-1 0 0,0 0 0 0 0,0-1 1 0 0,0 1-1 0 0,1-1 0 0 0,-1 1 1 0 0,0 0-1 0 0,0-1 0 0 0,1 1 1 0 0,-1-1-1 0 0,0 1 0 0 0,1-1 1 0 0,-1 1-1 0 0,0-1 0 0 0,1 1 1 0 0,-1-1-1 0 0,1 0 0 0 0,-1 1 1 0 0,0-1-1 0 0,1 1 0 0 0,0-1 1 0 0,2 2 50 0 0,-1 0 1 0 0,1-1 0 0 0,0 1-1 0 0,-1-1 1 0 0,1 0 0 0 0,0 0 0 0 0,0 0-1 0 0,0 0 1 0 0,4 1 0 0 0,13-2-117 0 0,1 0 0 0 0,-1-1 0 0 0,0-1 0 0 0,0-1 0 0 0,21-6 0 0 0,97-34 0 0 0,-125 38-5 0 0,31-11-143 0 0,40-22 1 0 0,-72 32 144 0 0,-1-1 0 0 0,0 0 1 0 0,0 0-1 0 0,-1-1 0 0 0,0 0 0 0 0,0-1 0 0 0,-1 0 0 0 0,12-15 1 0 0,-13 12 38 0 0,-1-1 0 0 0,-1 1 0 0 0,0-1 0 0 0,-1 0 0 0 0,0-1 0 0 0,-1 1 0 0 0,-1-1 0 0 0,4-25 0 0 0,-4 26-35 0 0,-63 281-5280 0 0,37-184 2156 0 0,-42 103 1 0 0,41-129 230 0 0,1-8 2961 0 0,-15 56 1 0 0,38-104 366 0 0,3-18 10016 0 0,10-8-9131 0 0,-5 11-960 0 0,4-11 323 0 0,11-25-1489 0 0,3 2 1 0 0,1 1-1 0 0,3 1 1 0 0,35-41-1 0 0,-64 85 958 0 0,0-1 1 0 0,0 1-1 0 0,0 0 0 0 0,0 0 0 0 0,0 0 1 0 0,1 0-1 0 0,-1 0 0 0 0,0 0 0 0 0,1 0 0 0 0,-1 1 1 0 0,1-1-1 0 0,-1 0 0 0 0,1 1 0 0 0,-1-1 1 0 0,1 1-1 0 0,-1 0 0 0 0,1-1 0 0 0,0 1 0 0 0,2 0 1 0 0,-3 0-89 0 0,0 1 1 0 0,1-1 0 0 0,-1 1 0 0 0,0-1 0 0 0,0 1-1 0 0,0 0 1 0 0,0-1 0 0 0,0 1 0 0 0,0 0 0 0 0,-1 0 0 0 0,1 0-1 0 0,0-1 1 0 0,0 1 0 0 0,0 0 0 0 0,-1 0 0 0 0,1 0-1 0 0,-1 0 1 0 0,1 0 0 0 0,0 1 0 0 0,-1-1 0 0 0,0 0-1 0 0,1 0 1 0 0,-1 0 0 0 0,0 0 0 0 0,0 0 0 0 0,1 1-1 0 0,-1-1 1 0 0,0 2 0 0 0,1 11-62 0 0,-1 1 0 0 0,-1 0 0 0 0,0 0 0 0 0,0 0 0 0 0,-7 26 1 0 0,4-29-29 0 0,2 1 0 0 0,-1 0 0 0 0,2 0 0 0 0,0 0 0 0 0,0 0 0 0 0,1 0 0 0 0,4 24 0 0 0,-4-36-81 0 0,1 1-1 0 0,-1-1 1 0 0,0 0-1 0 0,1 1 1 0 0,0-1-1 0 0,-1 0 1 0 0,1 0-1 0 0,0 0 0 0 0,-1 0 1 0 0,1 0-1 0 0,0 0 1 0 0,0 0-1 0 0,0 0 1 0 0,0 0-1 0 0,0 0 1 0 0,0 0-1 0 0,0 0 1 0 0,0-1-1 0 0,1 1 1 0 0,-1 0-1 0 0,0-1 1 0 0,2 1-1 0 0,1 0 20 0 0,-1 0 1 0 0,1 0-1 0 0,0-1 0 0 0,-1 0 0 0 0,1 1 1 0 0,0-1-1 0 0,0-1 0 0 0,3 1 1 0 0,5-2 111 0 0,-1-1 0 0 0,0 1 1 0 0,0-2-1 0 0,14-5 0 0 0,59-36-6483 0 0,-32 10-4655 0 0,-44 27 11386 0 0,1 1 0 0 0,-1-1-1 0 0,-1-1 1 0 0,11-13-1 0 0,20-41 5341 0 0,-37 59-5787 0 0,0 0 0 0 0,0 0 0 0 0,0 0 0 0 0,0-1-1 0 0,0 1 1 0 0,-1 0 0 0 0,0 0 0 0 0,0 0 0 0 0,0-1-1 0 0,0 1 1 0 0,-1 0 0 0 0,0 0 0 0 0,-1-5 0 0 0,-5-13 1863 0 0,6 20-747 0 0,-9 5 1147 0 0,-5 1 4996 0 0,11-1-6579 0 0,-1 1 1 0 0,0-1 0 0 0,1 1-1 0 0,-1 0 1 0 0,-4 6 0 0 0,-17 28-955 0 0,18-21-2109 0 0,0 0 0 0 0,-10 35 0 0 0,17-48 2317 0 0,0 1 0 0 0,0-1 0 0 0,0 1-1 0 0,0 0 1 0 0,1 0 0 0 0,-1-1 0 0 0,1 1 0 0 0,1 0 0 0 0,-1 0 0 0 0,1-1 0 0 0,0 1-1 0 0,0 0 1 0 0,0-1 0 0 0,0 1 0 0 0,1-1 0 0 0,0 1 0 0 0,3 4 0 0 0,-3-6 185 0 0,0 0 0 0 0,0 0 0 0 0,1 0 0 0 0,0-1-1 0 0,-1 1 1 0 0,1-1 0 0 0,0 0 0 0 0,0 0 0 0 0,0 0 0 0 0,0 0 0 0 0,1-1 0 0 0,-1 1 0 0 0,0-1 0 0 0,1 1 0 0 0,-1-1 0 0 0,1-1 0 0 0,-1 1 0 0 0,1 0 0 0 0,0-1 0 0 0,-1 0 0 0 0,1 1 0 0 0,-1-2 0 0 0,7 0-1 0 0,36-4-1466 0 0,-1-2-1 0 0,-1-3 1 0 0,1-1-1 0 0,-2-2 1 0 0,75-33-1 0 0,-78 28-378 0 0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8:56.96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218 7 1480 0 0,'0'0'560'0'0,"-14"-5"578"0"0,8 4 2443 0 0,-2 0-2120 0 0,0 1 0 0 0,0 0 0 0 0,1 1 1 0 0,-1 0-1 0 0,0 0 0 0 0,0 1 0 0 0,0 0 0 0 0,1 1 1 0 0,-1-1-1 0 0,-9 6 0 0 0,-18 13 1921 0 0,31-18-3498 0 0,-1 1 0 0 0,1 0-1 0 0,0 0 1 0 0,0 0 0 0 0,1 0 0 0 0,-1 1 0 0 0,1-1 0 0 0,0 1 0 0 0,0 0 0 0 0,0 0 0 0 0,1 0 0 0 0,0 0 0 0 0,0 1 0 0 0,-3 9 0 0 0,4-8-275 0 0,0 1 0 0 0,1 0 0 0 0,0-1 0 0 0,0 1 0 0 0,0 0 1 0 0,1-1-1 0 0,0 1 0 0 0,1-1 0 0 0,4 14 0 0 0,2-1-529 0 0,2 0-1 0 0,0 0 1 0 0,0-1 0 0 0,2 0 0 0 0,1-1-1 0 0,21 25 1 0 0,-23-29 797 0 0,-1 0-1 0 0,-1 1 1 0 0,0 1-1 0 0,-1-1 1 0 0,0 1-1 0 0,-1 1 1 0 0,-1 0-1 0 0,4 18 1 0 0,-10-33 136 0 0,0-1 1 0 0,0 1-1 0 0,0-1 0 0 0,0 1 1 0 0,-1-1-1 0 0,1 1 1 0 0,0-1-1 0 0,-1 0 0 0 0,1 1 1 0 0,-1-1-1 0 0,0 1 0 0 0,1-1 1 0 0,-1 0-1 0 0,0 1 0 0 0,0-1 1 0 0,0 0-1 0 0,0 0 0 0 0,0 0 1 0 0,-1 1-1 0 0,-23 18 92 0 0,12-14-64 0 0,0 0 0 0 0,0-2 0 0 0,-1 0 1 0 0,1 0-1 0 0,-1-1 0 0 0,-20 2 0 0 0,28-5-640 0 0,0 0 1 0 0,-1 0-1 0 0,1-1 0 0 0,-1 1 1 0 0,-8-4-1 0 0,13 4-462 0 0,2-3 1282 0 0,0 0-1 0 0,0 0 0 0 0,1 0 0 0 0,-1 0 0 0 0,1 0 0 0 0,0 0 1 0 0,-1 0-1 0 0,3-3 0 0 0,10-12-2174 0 0,10-2-766 0 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8:57.73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11 194 1558 0 0,'0'0'3006'0'0,"5"-14"-1263"0"0,-1 8 1351 0 0,0 2-1128 0 0,0 1 1 0 0,1 0 0 0 0,-1 0 0 0 0,1 0 0 0 0,0 0 0 0 0,9-3 0 0 0,9-5 1078 0 0,-20 8-3045 0 0,56-34 0 0 0,-54 33 0 0 0,0 0 0 0 0,0 0 0 0 0,-1 0 0 0 0,0-1 0 0 0,0 0 0 0 0,0 1 0 0 0,0-2 0 0 0,-1 1 0 0 0,4-8 0 0 0,-6 13 0 0 0,0-1 0 0 0,-1 0 0 0 0,1 0 0 0 0,-1 0 0 0 0,1 0 0 0 0,-1 1 0 0 0,0-1 0 0 0,1 0 0 0 0,-1 0 0 0 0,0 0 0 0 0,0 0 0 0 0,0 0 0 0 0,1 0 0 0 0,-1 0 0 0 0,0 0 0 0 0,0 0 0 0 0,0 0 0 0 0,-1 0 0 0 0,1-1 0 0 0,-1-2 0 0 0,1 3 0 0 0,0 0 0 0 0,0 0 0 0 0,0 1 0 0 0,0-1 0 0 0,-1 0 0 0 0,1 0 0 0 0,0 0 0 0 0,0 0 0 0 0,-1 0 0 0 0,1 1 0 0 0,0-1 0 0 0,-1 0 0 0 0,1 0 0 0 0,-1 1 0 0 0,1-1 0 0 0,-1 0 0 0 0,0 1 0 0 0,1-1 0 0 0,-1 0 0 0 0,0 1 0 0 0,1-1 0 0 0,-1 1 0 0 0,0-1 0 0 0,0 1 0 0 0,1-1 0 0 0,-1 1 0 0 0,0 0 0 0 0,0-1 0 0 0,0 1 0 0 0,0 0 0 0 0,1 0 0 0 0,-1 0 0 0 0,0-1 0 0 0,0 1 0 0 0,0 0 0 0 0,0 0 0 0 0,0 0 0 0 0,0 0 0 0 0,0 1 0 0 0,1-1 0 0 0,-1 0 0 0 0,0 0 0 0 0,0 0 0 0 0,0 1 0 0 0,0-1 0 0 0,0 1 0 0 0,1-1 0 0 0,-2 1 0 0 0,1-1 0 0 0,-4 3-5 0 0,-1-1 1 0 0,1 1 0 0 0,0 0 0 0 0,0 0 0 0 0,0 1 0 0 0,0 0-1 0 0,0 0 1 0 0,1 0 0 0 0,0 0 0 0 0,-7 8 0 0 0,-33 52-186 0 0,36-49-600 0 0,0 1 1 0 0,-11 29 0 0 0,14-29-994 0 0,0 0 1 0 0,2 0 0 0 0,-1 0-1 0 0,2 1 1 0 0,-1 22 0 0 0,3-37 1754 0 0,0 0 0 0 0,0-1 0 0 0,0 1 0 0 0,0 0 0 0 0,0-1 0 0 0,0 1 0 0 0,1 0 0 0 0,-1-1 0 0 0,1 1 0 0 0,-1-1 0 0 0,1 1 0 0 0,-1-1 0 0 0,1 1 0 0 0,0-1 0 0 0,0 1 0 0 0,0-1 0 0 0,0 0 1 0 0,0 1-1 0 0,0-1 0 0 0,0 0 0 0 0,0 0 0 0 0,1 0 0 0 0,1 2 0 0 0,0-2-118 0 0,-1 0 1 0 0,1 0-1 0 0,0 0 0 0 0,-1-1 1 0 0,1 1-1 0 0,-1-1 0 0 0,1 0 1 0 0,0 0-1 0 0,0 0 0 0 0,-1 0 1 0 0,1 0-1 0 0,0 0 0 0 0,3-2 1 0 0,6-1-215 0 0,0 0-1 0 0,0-2 1 0 0,0 1 0 0 0,-1-2 0 0 0,14-7 0 0 0,-12 4 1241 0 0,0 0-1 0 0,0-1 1 0 0,-1 0-1 0 0,-1-1 1 0 0,0 0-1 0 0,13-18 1 0 0,51-83 8776 0 0,-33 45-7309 0 0,-30 45-2348 0 0,-12 22 0 0 0,0 0 0 0 0,0 0 0 0 0,0 1 0 0 0,1-1 0 0 0,-1 0 0 0 0,0 0 0 0 0,0 0 0 0 0,0 1 0 0 0,0-1 0 0 0,0 0 0 0 0,0 0 0 0 0,0 0 0 0 0,1 0 0 0 0,-1 0 0 0 0,0 1 0 0 0,0-1 0 0 0,0 0 0 0 0,0 0 0 0 0,1 0 0 0 0,-1 0 0 0 0,0 0 0 0 0,0 0 0 0 0,0 0 0 0 0,1 0 0 0 0,-1 0 0 0 0,0 1 0 0 0,0-1 0 0 0,0 0 0 0 0,1 0 0 0 0,-1 0 0 0 0,0 0 0 0 0,0 0 0 0 0,0 0 0 0 0,1 0 0 0 0,-1 0 0 0 0,0-1 0 0 0,0 1 0 0 0,0 0 0 0 0,1 0 0 0 0,-1 0 0 0 0,0 0 0 0 0,0 0 0 0 0,0 0 0 0 0,1 0 0 0 0,-1 0 0 0 0,0 0 0 0 0,0-1 0 0 0,0 1 0 0 0,0 0 0 0 0,0 0 0 0 0,1 0 0 0 0,-1 0 0 0 0,0-1 0 0 0,0 1 0 0 0,0 0 0 0 0,0 0 0 0 0,0 0 0 0 0,0 0 0 0 0,0-1 0 0 0,0 1 0 0 0,0 0 0 0 0,1 0 0 0 0,-1 0 0 0 0,0-1 0 0 0,0 1 0 0 0,0 0 0 0 0,0 0 0 0 0,0 0 0 0 0,0-1 0 0 0,3 13 0 0 0,-3-3-160 0 0,0 1 0 0 0,0-1 0 0 0,-1 1 0 0 0,-1 0 0 0 0,0-1 0 0 0,-4 14 0 0 0,-24 59-1509 0 0,21-59 1434 0 0,-5 10-1572 0 0,9-23-171 0 0,0-1-1 0 0,1 1 0 0 0,1 0 1 0 0,-4 18-1 0 0,6-26 2362 0 0,37-26 11419 0 0,-4-8-7924 0 0,24-42-7057 0 0,-29 36 2619 0 0,37-36-10657 0 0,-43 94 11070 0 0,-19-15 142 0 0,0 0 1 0 0,0 0-1 0 0,0 0 1 0 0,-1 0-1 0 0,0 0 1 0 0,0 0-1 0 0,-1 0 1 0 0,1 10 0 0 0,-4 46 356 0 0,2-49-9 0 0,0 40-462 0 0,-2 21-2677 0 0,4-34-66 0 0,-1-38 1923 0 0,2-1-123 0 0,0 0 1074 0 0,0 0 0 0 0,0 0-1 0 0,0-1 1 0 0,0 1 0 0 0,0-1-1 0 0,0 1 1 0 0,0-1 0 0 0,0 0 0 0 0,0 0-1 0 0,2-1 1 0 0,5-9 270 0 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8:58.05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216 63 1285 0 0,'4'-28'2037'0'0,"2"13"2175"0"0,-5 13-1917 0 0,-8-15-342 0 0,6 17-1848 0 0,1 0-1 0 0,0 0 1 0 0,0 0 0 0 0,0 0-1 0 0,-1 0 1 0 0,1 0 0 0 0,0 0-1 0 0,0 0 1 0 0,-1 0 0 0 0,1 0-1 0 0,0 0 1 0 0,0 0 0 0 0,0 0-1 0 0,-1 0 1 0 0,1 0 0 0 0,0 0 0 0 0,0 1-1 0 0,0-1 1 0 0,0 0 0 0 0,-1 0-1 0 0,1 0 1 0 0,0 0 0 0 0,0 0-1 0 0,0 1 1 0 0,0-1 0 0 0,0 0-1 0 0,-1 0 1 0 0,1 0 0 0 0,0 1-1 0 0,0-1 1 0 0,0 0 0 0 0,0 0 0 0 0,0 0-1 0 0,0 1 1 0 0,0-1 0 0 0,0 0-1 0 0,0 0 1 0 0,0 1 0 0 0,0-1-1 0 0,-8 41 8680 0 0,5-25-7323 0 0,-60 263-1461 0 0,42-177-807 0 0,-47 182-4518 0 0,28-132-733 0 0,30-88 7568 0 0,10-63-1340 0 0,1 0 0 0 0,-1 0 0 0 0,1 0-1 0 0,-1 0 1 0 0,1 0 0 0 0,-1 0 0 0 0,1 0 0 0 0,0 0 0 0 0,-1 0-1 0 0,1-1 1 0 0,0 1 0 0 0,0 0 0 0 0,0 0 0 0 0,0-1 0 0 0,0 1 0 0 0,0-1-1 0 0,0 1 1 0 0,0-1 0 0 0,0 1 0 0 0,0-1 0 0 0,0 0 0 0 0,1 1-1 0 0,2-2 19 0 0,-1 1-1 0 0,0-1 0 0 0,-1 0 0 0 0,1 0 1 0 0,0-1-1 0 0,0 1 0 0 0,0 0 0 0 0,-1-1 1 0 0,1 0-1 0 0,-1 0 0 0 0,1 0 0 0 0,-1 0 1 0 0,0 0-1 0 0,3-2 0 0 0,0-2 177 0 0,-1 1 0 0 0,1 0-1 0 0,-1-1 1 0 0,7-12 0 0 0,-9 15-169 0 0,-1-1 0 0 0,1 0 0 0 0,-1 0 0 0 0,0 0 0 0 0,0-1 0 0 0,-1 1 0 0 0,1 0 0 0 0,-1 0 0 0 0,0 0 1 0 0,-1-8-1 0 0,-2-9-195 0 0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8:58.27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29 2179 0 0,'0'0'624'0'0,"2"0"477"0"0,75 6 11216 0 0,1-6-5734 0 0,0-7-5564 0 0,1-7-5394 0 0,-70 12 3229 0 0,54-8-6722 0 0,-60 9 7439 0 0,-1 1 0 0 0,1 0 0 0 0,0 0 0 0 0,0 0 0 0 0,0 0-1 0 0,-1 0 1 0 0,1 0 0 0 0,0 1 0 0 0,0 0 0 0 0,-1-1 0 0 0,1 1 0 0 0,0 0 0 0 0,-1 0 0 0 0,1 1 0 0 0,-1-1 0 0 0,0 0 0 0 0,1 1 0 0 0,2 2 0 0 0,0 6-1846 0 0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8:58.678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28 244 1584 0 0,'0'0'5523'0'0,"12"-8"-1232"0"0,41-22 8541 0 0,-16 9-9626 0 0,14-15-3878 0 0,-44 31 519 0 0,-1-1 0 0 0,-1 1 0 0 0,1-2 0 0 0,-1 1 0 0 0,0 0-1 0 0,0-1 1 0 0,-1 0 0 0 0,0 0 0 0 0,0-1 0 0 0,5-14 0 0 0,-8 21-37 0 0,0-1 1 0 0,-1 0 0 0 0,1 1-1 0 0,0-1 1 0 0,-1 0-1 0 0,1 1 1 0 0,-1-1 0 0 0,0 0-1 0 0,0 1 1 0 0,1-1-1 0 0,-1 0 1 0 0,0 0 0 0 0,-1 0-1 0 0,1 1 1 0 0,0-1 0 0 0,0 0-1 0 0,-1 1 1 0 0,1-1-1 0 0,-1 0 1 0 0,1 1 0 0 0,-1-1-1 0 0,0 0 1 0 0,0 1 0 0 0,0-1-1 0 0,0 1 1 0 0,0-1-1 0 0,0 1 1 0 0,0 0 0 0 0,0-1-1 0 0,0 1 1 0 0,-1 0 0 0 0,1 0-1 0 0,-1 0 1 0 0,1 0-1 0 0,0 0 1 0 0,-1 0 0 0 0,0 0-1 0 0,1 1 1 0 0,-1-1 0 0 0,-3 0-1 0 0,1-1-129 0 0,-1 2-1 0 0,0-1 0 0 0,0 0 1 0 0,0 1-1 0 0,0 0 1 0 0,0 0-1 0 0,0 1 0 0 0,0 0 1 0 0,0-1-1 0 0,0 1 0 0 0,0 1 1 0 0,-6 2-1 0 0,3 0 317 0 0,0 1-1 0 0,0 0 1 0 0,0 0-1 0 0,1 1 0 0 0,0 0 1 0 0,0 1-1 0 0,1-1 1 0 0,0 1-1 0 0,0 1 1 0 0,0-1-1 0 0,1 1 0 0 0,0 0 1 0 0,-5 11-1 0 0,2-2 29 0 0,0 0-1 0 0,1 1 1 0 0,2-1-1 0 0,-1 2 1 0 0,-3 27 0 0 0,7-35 15 0 0,1 1 0 0 0,0-1 0 0 0,1 0 0 0 0,0 1 0 0 0,1-1 0 0 0,3 21 1 0 0,-3-29-96 0 0,-1-1 0 0 0,1 0 0 0 0,0 1 1 0 0,0-1-1 0 0,0 0 0 0 0,0 0 0 0 0,0 1 1 0 0,0-1-1 0 0,1 0 0 0 0,-1 0 0 0 0,1-1 1 0 0,-1 1-1 0 0,1 0 0 0 0,0 0 0 0 0,-1-1 1 0 0,1 1-1 0 0,0-1 0 0 0,0 1 0 0 0,0-1 1 0 0,1 0-1 0 0,-1 0 0 0 0,0 0 0 0 0,0 0 1 0 0,1 0-1 0 0,-1-1 0 0 0,0 1 1 0 0,1-1-1 0 0,-1 1 0 0 0,0-1 0 0 0,1 0 1 0 0,-1 0-1 0 0,1 0 0 0 0,-1 0 0 0 0,1 0 1 0 0,-1-1-1 0 0,0 1 0 0 0,5-2 0 0 0,2 0-551 0 0,0-1 0 0 0,1 0 0 0 0,-1 0 0 0 0,0-1 0 0 0,-1 0 0 0 0,1-1 0 0 0,-1 0 0 0 0,0 0 0 0 0,0-1 0 0 0,0 0 0 0 0,-1 0-1 0 0,0-1 1 0 0,0 0 0 0 0,11-15 0 0 0,-3 2-1754 0 0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8:59.12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64 1 1394 0 0,'0'0'1726'0'0,"-15"10"2393"0"0,9 9 8148 0 0,3 17-8008 0 0,2-25-2791 0 0,-18 119-190 0 0,0 7-4489 0 0,19-107-2036 0 0,0-19 964 0 0,15-17 6926 0 0,-3 1 3335 0 0,-6 0-5202 0 0,1 1 1 0 0,-1-2-1 0 0,0 1 0 0 0,7-9 1 0 0,36-53-1271 0 0,-27 34 661 0 0,16-27-1639 0 0,-3 2-4641 0 0,-26 49 3175 0 0,-7 7 3059 0 0,0 1 1 0 0,-1-1-1 0 0,1 0 1 0 0,0 1-1 0 0,0-1 1 0 0,1 1-1 0 0,-1 0 1 0 0,0 0-1 0 0,0 0 1 0 0,1 0-1 0 0,4-1 1 0 0,-7 12 836 0 0,-1 10 5849 0 0,-2-2-6409 0 0,0-1 0 0 0,-1 0 0 0 0,-14 34-1 0 0,13-36-448 0 0,-1 0 0 0 0,2 0-1 0 0,0 0 1 0 0,0 1 0 0 0,0 16-1 0 0,4-28-313 0 0,0-1 0 0 0,0 0 0 0 0,1 0 0 0 0,-1 0-1 0 0,1 1 1 0 0,0-1 0 0 0,0 0 0 0 0,0 0 0 0 0,0 0-1 0 0,1 0 1 0 0,-1-1 0 0 0,1 1 0 0 0,2 3 0 0 0,-4-6 357 0 0,2 1 158 0 0,0 0 0 0 0,0 0 1 0 0,0 0-1 0 0,0-1 0 0 0,0 1 0 0 0,0-1 0 0 0,0 1 0 0 0,0-1 0 0 0,1 0 0 0 0,-1 0 0 0 0,0 0 1 0 0,0 0-1 0 0,0 0 0 0 0,3-1 0 0 0,-4 1-216 0 0,16-4-55 0 0,6-2-245 0 0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8:59.438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270 6 1783 0 0,'-1'-1'128'0'0,"1"1"0"0"0,0-1 0 0 0,-1 1 0 0 0,1 0 0 0 0,-1-1 0 0 0,1 1 0 0 0,-1-1 0 0 0,1 1 0 0 0,-1 0 0 0 0,1 0 0 0 0,-1-1 0 0 0,1 1 0 0 0,-1 0 0 0 0,0 0 0 0 0,1 0 0 0 0,-1-1 0 0 0,1 1 0 0 0,-1 0 0 0 0,0 0 0 0 0,0 0 0 0 0,-29 7 9543 0 0,-1 10-103 0 0,17-7-7064 0 0,-6 10-2504 0 0,1 1 0 0 0,1 0 0 0 0,1 1 0 0 0,1 1 0 0 0,-17 31 0 0 0,24-36 0 0 0,0-1 0 0 0,1 1 0 0 0,1 1 0 0 0,1-1 0 0 0,0 1 0 0 0,2 0 0 0 0,0 0 0 0 0,-2 29 0 0 0,6-44 0 0 0,0 0 0 0 0,0-1 0 0 0,0 1 0 0 0,0 0 0 0 0,1 0 0 0 0,-1-1 0 0 0,1 1 0 0 0,0 0 0 0 0,0-1 0 0 0,0 1 0 0 0,1-1 0 0 0,2 6 0 0 0,-2-7 0 0 0,-1-1 0 0 0,1 0 0 0 0,-1 1 0 0 0,1-1 0 0 0,-1 0 0 0 0,1 0 0 0 0,0 0 0 0 0,0 0 0 0 0,0 0 0 0 0,-1-1 0 0 0,1 1 0 0 0,0 0 0 0 0,0-1 0 0 0,0 1 0 0 0,0-1 0 0 0,0 0 0 0 0,0 0 0 0 0,0 0 0 0 0,0 0 0 0 0,0 0 0 0 0,0 0 0 0 0,0 0 0 0 0,0-1 0 0 0,0 1 0 0 0,4-2 0 0 0,6-1-985 0 0,0-1 0 0 0,0 0 0 0 0,-1-1 0 0 0,1 0 0 0 0,-1-1 0 0 0,0 0 0 0 0,-1 0 0 0 0,15-12 0 0 0,-10 4-2678 0 0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8:59.883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58 194 1544 0 0,'7'-11'5065'0'0,"-7"11"-4903"0"0,0-1 1 0 0,0 0-1 0 0,1 1 0 0 0,-1-1 1 0 0,0 0-1 0 0,1 1 0 0 0,-1-1 1 0 0,1 1-1 0 0,-1-1 0 0 0,0 1 1 0 0,1-1-1 0 0,-1 1 0 0 0,1-1 1 0 0,-1 1-1 0 0,1-1 0 0 0,0 1 1 0 0,-1 0-1 0 0,1-1 0 0 0,-1 1 1 0 0,1 0-1 0 0,0-1 0 0 0,-1 1 1 0 0,2 0-1 0 0,24-6 3110 0 0,14-4 6114 0 0,-15 0-6335 0 0,-21 8-3051 0 0,2-1 0 0 0,0 0 0 0 0,0 0 0 0 0,-1 0 0 0 0,1-1 0 0 0,-1 0 0 0 0,6-6 0 0 0,-5 3 0 0 0,-1 0 0 0 0,1 0 0 0 0,-2-1 0 0 0,1 0 0 0 0,-1 0 0 0 0,0 0 0 0 0,2-10 0 0 0,-2 9-1 0 0,-4 8 1 0 0,0-1 0 0 0,-1 1 0 0 0,1-1 0 0 0,0 1 0 0 0,0 0 0 0 0,-1-1 0 0 0,1 1 0 0 0,-1 0 0 0 0,1 0 0 0 0,-1-1 0 0 0,1 1 0 0 0,-1 0 0 0 0,0 0 0 0 0,0 0 0 0 0,0 0 0 0 0,0-1 0 0 0,1 1 0 0 0,-1 1 0 0 0,0-1 1 0 0,-1 0-1 0 0,-1-2 0 0 0,3 3 0 0 0,-2-1 0 0 0,0 0 0 0 0,0 1 0 0 0,0-1 0 0 0,0 0 0 0 0,0 1 0 0 0,0-1 0 0 0,0 1 0 0 0,0 0 0 0 0,0-1 0 0 0,0 1 0 0 0,-1 0 0 0 0,1 0 0 0 0,0 1 0 0 0,0-1 0 0 0,0 0 0 0 0,0 1 0 0 0,0-1 0 0 0,0 1 0 0 0,0 0 0 0 0,0-1 0 0 0,0 1 0 0 0,0 0 0 0 0,-2 2 0 0 0,0-1 0 0 0,-6 4-439 0 0,0 0 0 0 0,0 0 0 0 0,0 2 0 0 0,1-1 0 0 0,0 1 0 0 0,1 0 0 0 0,-1 1 0 0 0,2 0 0 0 0,-1 0 0 0 0,1 1-1 0 0,-7 13 1 0 0,-6 14-2193 0 0,-26 69-1 0 0,45-106 2633 0 0,-1 6 63 0 0,0-1-1 0 0,0 1 0 0 0,0 0 0 0 0,1 0 1 0 0,0 0-1 0 0,0 0 0 0 0,0 0 1 0 0,1 0-1 0 0,0 0 0 0 0,0 0 1 0 0,1 0-1 0 0,-1 0 0 0 0,1 0 0 0 0,2 6 1 0 0,-1-8-96 0 0,-1 0 1 0 0,1-1 0 0 0,0 1 0 0 0,0-1 0 0 0,0 1-1 0 0,1-1 1 0 0,-1 0 0 0 0,1 0 0 0 0,0 0-1 0 0,0 0 1 0 0,0-1 0 0 0,0 1 0 0 0,0-1-1 0 0,1 1 1 0 0,-1-1 0 0 0,1 0 0 0 0,-1-1-1 0 0,1 1 1 0 0,0-1 0 0 0,0 1 0 0 0,-1-1 0 0 0,7 1-1 0 0,10 1-601 0 0,0 0 0 0 0,0-1-1 0 0,1-1 1 0 0,25-2-1 0 0,83-12-5053 0 0,-88 7 4468 0 0,6-1-1376 0 0,-2-3-592 0 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9:00.258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527 7 1330 0 0,'-1'-6'6411'0'0,"-1"11"-285"0"0,1-3-5589 0 0,1 0-1 0 0,-1 0 0 0 0,1 0 0 0 0,0 0 0 0 0,0 0 1 0 0,0 0-1 0 0,0 0 0 0 0,0 0 0 0 0,0-1 0 0 0,1 1 1 0 0,0 4-1 0 0,9 20-142 0 0,-2 0 0 0 0,0 1 0 0 0,-2 0 0 0 0,-1 1 0 0 0,-1 0 0 0 0,-1-1 1 0 0,-1 1-1 0 0,-2 0 0 0 0,-1 0 0 0 0,-1 0 0 0 0,-2 0 0 0 0,0-1 0 0 0,-2 0 0 0 0,-18 53 1 0 0,9-45-1340 0 0,-1-1-1 0 0,-2 0 1 0 0,-1-1 0 0 0,-1-2 0 0 0,-2 0 0 0 0,-1-1 0 0 0,-32 32 0 0 0,21-28-775 0 0,-3-2 0 0 0,0-1 1 0 0,-2-2-1 0 0,-1-2 0 0 0,-50 26 0 0 0,26-20-3601 0 0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9:25.37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9 556 0 0,'0'0'1135'0'0,"16"-8"17928"0"0,-13 22-14176 0 0,-3-11-4843 0 0,1 0 0 0 0,-1 0 0 0 0,1 0 0 0 0,0 1 0 0 0,0-1 0 0 0,0 0 0 0 0,0 0 0 0 0,1-1 0 0 0,-1 1 0 0 0,1 0 0 0 0,0 0 0 0 0,2 2 0 0 0,-3-3-45 0 0,2 7 4 0 0,-1 0-18 0 0,-13-23 19 0 0,10 13-17 0 0,4-20-16 0 0,-3 19 25 0 0,17 12-3394 0 0,-16 0 6852 0 0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9:44.83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305 371 782 0 0,'-1'1'14106'0'0,"-6"2"-6156"0"0,-8 10-4569 0 0,13-10-3399 0 0,1 0 0 0 0,-1 0 0 0 0,0 1 0 0 0,1-1 1 0 0,0 1-1 0 0,0-1 0 0 0,-1 5 0 0 0,2-7 111 0 0,-2 9-90 0 0,1 1 1 0 0,0 0 0 0 0,0 0-1 0 0,1-1 1 0 0,1 1 0 0 0,2 17-1 0 0,-1-19-1 0 0,0-1-1 0 0,0 1 1 0 0,0 0-1 0 0,1-1 0 0 0,0 0 1 0 0,1 0-1 0 0,0 0 1 0 0,0 0-1 0 0,6 7 1 0 0,-9-14-2 0 0,-1 1 0 0 0,1 0 0 0 0,0-1 0 0 0,0 1 0 0 0,0-1 0 0 0,0 0 1 0 0,0 1-1 0 0,0-1 0 0 0,0 0 0 0 0,1 0 0 0 0,-1 0 0 0 0,0 0 0 0 0,1 0 0 0 0,-1 0 1 0 0,1 0-1 0 0,-1 0 0 0 0,1 0 0 0 0,-1-1 0 0 0,1 1 0 0 0,0 0 0 0 0,-1-1 0 0 0,1 0 1 0 0,0 1-1 0 0,-1-1 0 0 0,1 0 0 0 0,0 0 0 0 0,0 0 0 0 0,-1 0 0 0 0,1 0 0 0 0,0 0 1 0 0,0-1-1 0 0,-1 1 0 0 0,1 0 0 0 0,0-1 0 0 0,-1 1 0 0 0,1-1 0 0 0,-1 0 0 0 0,3-1 1 0 0,5-5-1 0 0,0-2 0 0 0,0 1 0 0 0,8-12 0 0 0,-13 15-563 0 0,-1 0 1 0 0,0 0-1 0 0,0-1 1 0 0,-1 0-1 0 0,1 1 1 0 0,-1-1-1 0 0,-1 0 1 0 0,1 0-1 0 0,-1 0 1 0 0,0 0-1 0 0,0 0 1 0 0,0-1-1 0 0,-1 1 1 0 0,-1-8-1 0 0,0 6-204 0 0,-1 0 0 0 0,0 0 0 0 0,0 1 1 0 0,0-1-1 0 0,-1 1 0 0 0,-1-1 0 0 0,1 1 0 0 0,-1 0 0 0 0,0 0 0 0 0,-9-10 0 0 0,9 12-381 0 0,-17-21 12504 0 0,12 22-9182 0 0,-9 10 1930 0 0,2 10-3626 0 0,-13 27-5450 0 0,14-19 1252 0 0,-4 2-1874 0 0,-1 1 4440 0 0,-21 28 2144 0 0,38-52-959 0 0,0-1-1 0 0,-1 1 1 0 0,1-1-1 0 0,-1 0 1 0 0,0 0-1 0 0,0 0 0 0 0,0 0 1 0 0,0-1-1 0 0,-5 2 1 0 0,4-1-10 0 0,3-1 15 0 0,-1 0 450 0 0,1-1 0 0 0,-1 1-1 0 0,0-1 1 0 0,0 1 0 0 0,1-1-1 0 0,-1 0 1 0 0,0 0 0 0 0,0 0-1 0 0,0 0 1 0 0,-3-1-1 0 0,0 0-1395 0 0,-21-8 4543 0 0,23 7-3939 0 0,1-1 0 0 0,-1 1 0 0 0,1-1 0 0 0,-1 0 0 0 0,1 0 0 0 0,0 0 0 0 0,-3-5 0 0 0,-1-3-1261 0 0,0 0 0 0 0,0-1 1 0 0,-5-15-1 0 0,5 14 2769 0 0,6 8-1194 0 0,-1 0 0 0 0,1 0 0 0 0,0 0 1 0 0,0 0-1 0 0,0 0 0 0 0,0-7 1 0 0,-1-6 7 0 0,0 8-6 0 0,1 0 1 0 0,0-1 0 0 0,1 1 0 0 0,0 0 0 0 0,0-1-1 0 0,1 1 1 0 0,0 0 0 0 0,5-19 0 0 0,3-30 24 0 0,-2-107 265 0 0,-12 146-221 0 0,5 19-77 0 0,-1 0 0 0 0,1 0 1 0 0,-1 0-1 0 0,1 0 0 0 0,0 0 0 0 0,-1 0 0 0 0,1 0 1 0 0,0 0-1 0 0,-1 0 0 0 0,1 0 0 0 0,0 0 0 0 0,0 0 1 0 0,0 0-1 0 0,0 0 0 0 0,0 0 0 0 0,0 0 0 0 0,1-1 1 0 0,-1 1-1 0 0,0 0 0 0 0,0 0 0 0 0,1 0 0 0 0,-1 0 1 0 0,1 0-1 0 0,-1 0 0 0 0,1 0 0 0 0,0 0 0 0 0,-2-18 3954 0 0,1 15-7112 0 0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9:46.35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751 51 640 0 0,'0'0'2934'0'0,"0"-12"1244"0"0,1 12-3704 0 0,-1-1-1 0 0,0 1 1 0 0,0-1 0 0 0,0 1 0 0 0,1-1-1 0 0,-1 0 1 0 0,0 1 0 0 0,0-1-1 0 0,0 1 1 0 0,0-1 0 0 0,0 0 0 0 0,0 1-1 0 0,0-1 1 0 0,0 1 0 0 0,0-1-1 0 0,-1 1 1 0 0,1-1 0 0 0,0 0 0 0 0,0 1-1 0 0,0-1 1 0 0,-1 1 0 0 0,1-1-1 0 0,0 1 1 0 0,-1-1 0 0 0,1 1 0 0 0,0-1-1 0 0,-1 1 1 0 0,1-1 0 0 0,-1 1-1 0 0,1 0 1 0 0,-1-1 0 0 0,-10-7 2829 0 0,0-4-3304 0 0,10 11-1 0 0,19 25 5 0 0,-14-18-3 0 0,-1-1 0 0 0,1 1 0 0 0,-1 0 1 0 0,-1 0-1 0 0,1 0 0 0 0,-1 0 0 0 0,3 11 1 0 0,-1-2-5 0 0,1 0 1 0 0,10 20-1 0 0,-11-10 5 0 0,-3-23-15 0 0,-1-2 14 0 0,-1 0 0 0 0,1 0 0 0 0,0 0 0 0 0,0 1 0 0 0,0-1 0 0 0,-1 0 0 0 0,1 0 0 0 0,0 1 0 0 0,0-1 1 0 0,0 0-1 0 0,0 1 0 0 0,0-1 0 0 0,-1 0 0 0 0,1 0 0 0 0,0 1 0 0 0,0-1 0 0 0,0 0 0 0 0,0 1 0 0 0,0-1 1 0 0,0 0-1 0 0,0 1 0 0 0,0-1 0 0 0,0 0 0 0 0,0 0 0 0 0,0 1 0 0 0,0-1 0 0 0,0 0 0 0 0,1 1 0 0 0,-1-1 1 0 0,0 0-1 0 0,0 1 0 0 0,0-1 0 0 0,0 0 0 0 0,0 0 0 0 0,1 1 0 0 0,-1-1 0 0 0,0 0 0 0 0,0 0 0 0 0,0 0 1 0 0,1 1-1 0 0,-1-1 0 0 0,1 2 0 0 0,0 1 0 0 0,0-1 1 0 0,0 1-1 0 0,-1-1 0 0 0,1 1 1 0 0,-1-1-1 0 0,1 1 0 0 0,-1-1 1 0 0,0 1-1 0 0,0-1 0 0 0,-1 5 1 0 0,0-4 0 0 0,0-1-1 0 0,0 0 1 0 0,0 0 0 0 0,-1 0 0 0 0,1 0-1 0 0,-1 0 1 0 0,1 0 0 0 0,-1 0 0 0 0,0-1 0 0 0,0 1-1 0 0,0 0 1 0 0,1-1 0 0 0,-2 0 0 0 0,1 1-1 0 0,0-1 1 0 0,0 0 0 0 0,-3 1 0 0 0,-45 16-67 0 0,38-14-45 0 0,-27 9-2322 0 0,-55 15-6597 0 0,63-13 9004 0 0,17-3 6961 0 0,9-10-3384 0 0,5-2-3571 0 0,-1 0 0 0 0,1 0-1 0 0,0 0 1 0 0,0 0 0 0 0,-1 0 0 0 0,1 0 0 0 0,0 0 0 0 0,0 1 0 0 0,-1-1 0 0 0,1 0 0 0 0,0 0-1 0 0,0 0 1 0 0,-1 0 0 0 0,1 0 0 0 0,0 1 0 0 0,0-1 0 0 0,0 0 0 0 0,-1 0 0 0 0,1 0 0 0 0,0 1-1 0 0,0-1 1 0 0,0 0 0 0 0,0 0 0 0 0,-1 1 0 0 0,1-1 0 0 0,0 0 0 0 0,0 0 0 0 0,0 1 0 0 0,0-1-1 0 0,0 0 1 0 0,0 0 0 0 0,0 1 0 0 0,0-1 0 0 0,0 0 0 0 0,0 1 0 0 0,0-1 0 0 0,0 0 0 0 0,0 0-1 0 0,0 1 1 0 0,0-1 0 0 0,0 0 0 0 0,0 0 0 0 0,0 1 0 0 0,0-1 0 0 0,0 0 0 0 0,1 0 0 0 0,-1 1-1 0 0,0-1 1 0 0,0 0 0 0 0,0 0 0 0 0,0 1 0 0 0,0-1 0 0 0,1 0 0 0 0,-1 0 0 0 0,0 0 0 0 0,0 1-1 0 0,1-1 1 0 0,-1 0 0 0 0,8 9-5140 0 0,4 0 3807 0 0,33 14 8605 0 0,-22-13-4374 0 0,-11-3-4278 0 0,-6-3 190 0 0,1 1 1 0 0,0 0 0 0 0,-1 1 0 0 0,9 9 0 0 0,-11-11 1163 0 0,-1 1 0 0 0,0-1 0 0 0,0 1 0 0 0,0-1 0 0 0,-1 1 0 0 0,0 0 0 0 0,1 0 0 0 0,-2 0 0 0 0,1 0 0 0 0,1 8 0 0 0,-2-7 148 0 0,-1 0 1 0 0,1 0-1 0 0,-1-1 1 0 0,0 1 0 0 0,-1 0-1 0 0,0 0 1 0 0,0 0-1 0 0,-3 10 1 0 0,-14 26-3610 0 0,9-29 3475 0 0,-1 0 0 0 0,1-1 0 0 0,-2 0 0 0 0,0-1 0 0 0,0 0 0 0 0,-1 0 0 0 0,0-2 0 0 0,-1 1 0 0 0,0-2 0 0 0,-1 1 0 0 0,0-2 0 0 0,0 0 0 0 0,0 0 0 0 0,-1-2 0 0 0,-21 6 0 0 0,16-5 290 0 0,1-2 0 0 0,-1-1 0 0 0,0 0-1 0 0,-1-1 1 0 0,1-1 0 0 0,0-2 0 0 0,0 1 0 0 0,0-2 0 0 0,-1-1 0 0 0,1 0 0 0 0,-31-11-1 0 0,36 9-825 0 0,0-1-1 0 0,0-1 1 0 0,1 0-1 0 0,0-1 1 0 0,-24-17-1 0 0,32 20 620 0 0,1 1 0 0 0,-1-1 0 0 0,1 0 0 0 0,1-1 0 0 0,-1 1 0 0 0,1-1 0 0 0,0 0 0 0 0,0 0 0 0 0,0-1 0 0 0,1 1-1 0 0,0-1 1 0 0,0 0 0 0 0,1 1 0 0 0,0-1 0 0 0,-2-11 0 0 0,3 7-146 0 0,0 0 0 0 0,1 0 0 0 0,0 0 0 0 0,1 0 0 0 0,0 0 0 0 0,0 1 0 0 0,1-1 0 0 0,1 0 0 0 0,5-15 0 0 0,-1 9-194 0 0,1 1 0 0 0,0-1 0 0 0,1 2 0 0 0,1-1 0 0 0,13-16-1 0 0,-1 7-987 0 0,1 0-1 0 0,25-22 0 0 0,50-31-5972 0 0,-77 63 4113 0 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9:47.23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8 656 0 0,'3'1'16003'0'0,"4"1"-9785"0"0,4 3-3010 0 0,-9 0-3204 0 0,2 4 92 0 0,-5-24-71 0 0,0 13-41 0 0,10-8-681 0 0,-7 8-204 0 0,-9 10 1549 0 0,-6 6-2116 0 0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9:49.18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254 79 663 0 0,'0'0'3399'0'0,"-14"7"-3365"0"0,1-5 15186 0 0,3-2-8863 0 0,-18 1-5827 0 0,26-1-556 0 0,-21-5 57 0 0,22 5-32 0 0,0-1 1 0 0,1 0-1 0 0,-1 0 0 0 0,0 0 0 0 0,1 1 0 0 0,-1-1 0 0 0,1 0 1 0 0,-1 0-1 0 0,1 0 0 0 0,0 0 0 0 0,-1 0 0 0 0,1 0 0 0 0,0 0 1 0 0,0 0-1 0 0,0 0 0 0 0,0 0 0 0 0,0 0 0 0 0,0 0 0 0 0,0 0 1 0 0,0 0-1 0 0,0 0 0 0 0,0 0 0 0 0,0 0 0 0 0,1 0 0 0 0,-1 0 1 0 0,0 0-1 0 0,1 0 0 0 0,-1 0 0 0 0,1-1 0 0 0,0 1 7 0 0,19-18-14 0 0,-13 16 31 0 0,-6 2-29 0 0,0 0 6 0 0,0 0-1 0 0,-1-1 0 0 0,1 1 0 0 0,0 0 0 0 0,0 0 1 0 0,0 0-1 0 0,0 0 0 0 0,0 0 0 0 0,0 0 0 0 0,0 0 0 0 0,0 1 1 0 0,0-1-1 0 0,0 0 0 0 0,1 0 0 0 0,-1 1 0 0 0,2-2 0 0 0,22-9 25 0 0,-17 9-28 0 0,-7 1 4 0 0,16 7 1 0 0,-15-5-10 0 0,19 19 14 0 0,-12 9-10 0 0,-9-27 4 0 0,-14 24 20 0 0,-17 12-15657 0 0,30-37 15380 0 0,-28 24-3514 0 0,2-9 3518 0 0,0-1 1 0 0,-31 11 0 0 0,-20 0-3626 0 0,53-18 1977 0 0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9:52.11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989 651 634 0 0,'-5'-12'6351'0'0,"-17"15"12877"0"0,20-2-19229 0 0,1 1 1 0 0,0-1-1 0 0,0 0 0 0 0,0 0 1 0 0,0 1-1 0 0,0-1 0 0 0,0 1 1 0 0,0-1-1 0 0,0 1 1 0 0,0-1-1 0 0,0 1 0 0 0,1 0 1 0 0,-1-1-1 0 0,1 1 1 0 0,-1 0-1 0 0,1 0 0 0 0,0-1 1 0 0,0 1-1 0 0,0 0 0 0 0,0 0 1 0 0,0-1-1 0 0,0 3 1 0 0,0 3-8 0 0,0-5 8 0 0,-1 0 0 0 0,1 0 0 0 0,0 1 0 0 0,0-1 0 0 0,1 0 0 0 0,-1 0 0 0 0,0 1 0 0 0,1-1 0 0 0,-1 0 0 0 0,1 0 0 0 0,0 0 0 0 0,0 1 0 0 0,0-1 0 0 0,0 0 0 0 0,0 0 0 0 0,2 2 0 0 0,0 1 3 0 0,-2-3-2 0 0,0 0 0 0 0,1 0 0 0 0,-1 0 0 0 0,1 0 0 0 0,0 0 0 0 0,-1 0 0 0 0,1-1 0 0 0,0 1 0 0 0,0 0 1 0 0,0-1-1 0 0,3 2 0 0 0,-3-2-3 0 0,0 0 0 0 0,-1 0 1 0 0,1 0-1 0 0,0 0 0 0 0,0 0 0 0 0,0-1 1 0 0,0 1-1 0 0,0-1 0 0 0,0 0 1 0 0,0 1-1 0 0,3-1 0 0 0,38-8 20 0 0,-35 4-23 0 0,-1 0-1 0 0,0-1 1 0 0,0 0 0 0 0,0 0 0 0 0,-1 0 0 0 0,9-10 0 0 0,-14 14 4 0 0,1 0-1 0 0,7-57 13 0 0,-11 18-1770 0 0,1 36 1459 0 0,-1 1-1 0 0,1-1 1 0 0,-1 1 0 0 0,-1 0-1 0 0,1-1 1 0 0,0 1 0 0 0,-1 0-1 0 0,1 0 1 0 0,-1 1 0 0 0,-4-4 0 0 0,-8-6-4894 0 0,8 6 313 0 0,5 5 3172 0 0,0-3 25 0 0,-4 1 3645 0 0,-21-5 12811 0 0,19 8-13108 0 0,-46 29-1860 0 0,20-5-4471 0 0,25-15 9163 0 0,-1 10-4176 0 0,2-2-125 0 0,-9 10-5666 0 0,13-21 6039 0 0,0 1 1 0 0,0-1-1 0 0,-1 0 1 0 0,0 0 0 0 0,0 0-1 0 0,0-1 1 0 0,-1 1-1 0 0,-8 5 1 0 0,6-6-932 0 0,0 0 0 0 0,0-1 0 0 0,0-1 0 0 0,0 1 0 0 0,0-1 0 0 0,-1 0 0 0 0,-13 2-1 0 0,4-2 1722 0 0,16-3-1004 0 0,-34-10-5123 0 0,32 8 4631 0 0,1 0 1 0 0,0 0-1 0 0,-1-1 1 0 0,1 0-1 0 0,1 0 1 0 0,-1 0-1 0 0,0 0 1 0 0,1 0-1 0 0,-1 0 1 0 0,1-1-1 0 0,0 1 1 0 0,0-1 0 0 0,0 1-1 0 0,-1-6 1 0 0,-10-30 1456 0 0,8 16 5685 0 0,5 21-7063 0 0,-4-17 44 0 0,4 24 17 0 0,0 1 0 0 0,0 0 0 0 0,0 0 0 0 0,-1-1 0 0 0,1 1 0 0 0,-1 0-1 0 0,-1-1 1 0 0,1 1 0 0 0,-1-1 0 0 0,0 1 0 0 0,0-1 0 0 0,-1 0 0 0 0,1 0 0 0 0,-1 0 0 0 0,0 0 0 0 0,-1 0 0 0 0,1-1 0 0 0,-1 1-1 0 0,0-1 1 0 0,0 0 0 0 0,0 0 0 0 0,-1 0 0 0 0,1-1 0 0 0,-6 4 0 0 0,5-4-292 0 0,-1 0 1 0 0,1-1 0 0 0,-1 1-1 0 0,0-1 1 0 0,1 0-1 0 0,-1-1 1 0 0,0 1-1 0 0,0-1 1 0 0,-6 0-1 0 0,8 0 397 0 0,-1-1-1 0 0,1 0 0 0 0,0-1 0 0 0,0 1 0 0 0,0-1 0 0 0,0 1 0 0 0,-6-3 0 0 0,8 2-741 0 0,-1 0 0 0 0,0 0 0 0 0,0-1 0 0 0,0 1 0 0 0,1-1 0 0 0,-1 0 1 0 0,1 0-1 0 0,-1 0 0 0 0,1 0 0 0 0,0 0 0 0 0,0 0 0 0 0,-4-5 0 0 0,4 3-509 0 0,-1-1 0 0 0,1 1 0 0 0,-1-1 1 0 0,1 0-1 0 0,1 0 0 0 0,-3-6 0 0 0,0-14 2433 0 0,3 23-1328 0 0,-1-8 6 0 0,-1-2 57 0 0,11 18-19 0 0,-3 1 32 0 0,-1 0-1 0 0,1 1 1 0 0,-1-1 0 0 0,-1 1-1 0 0,5 13 1 0 0,0 5 3475 0 0,-8-24-3402 0 0,-1 7 8072 0 0,0 8-4996 0 0,-21 11-1284 0 0,12-22-3201 0 0,1 0-1 0 0,-1-1 1 0 0,0 0-1 0 0,0 0 0 0 0,0-1 1 0 0,-1-1-1 0 0,1 0 1 0 0,-20 4-1 0 0,13-5-217 0 0,0 0 1 0 0,-21-1-1 0 0,-7-4 3975 0 0,21-6-3465 0 0,-4-12 5248 0 0,25 19-3871 0 0,2 1 289 0 0,-2-43-1192 0 0,-6-24 9656 0 0,3 26-9055 0 0,-1-9 339 0 0,-34-207-12127 0 0,15 148 10432 0 0,-26-98 1871 0 0,51 206-523 0 0,-3-12 5185 0 0,2 10-6454 0 0,8 6-4669 0 0,-5-2 5828 0 0,-1 1 0 0 0,1 0 1 0 0,0 0-1 0 0,0 0 0 0 0,0-1 0 0 0,-1 1 0 0 0,1 0 0 0 0,0 0 0 0 0,-1 0 0 0 0,1 0 0 0 0,0 2 0 0 0,0 11 15369 0 0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9:52.90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 10 1649 0 0,'-3'-10'22182'0'0,"7"17"-19890"0"0,-3-6-2594 0 0,0 0 1 0 0,0-1 0 0 0,0 1-1 0 0,0 0 1 0 0,0 0 0 0 0,0 0 0 0 0,0 0-1 0 0,0-1 1 0 0,0 1 0 0 0,0 0-1 0 0,0-1 1 0 0,0 1 0 0 0,0-1 0 0 0,1 0-1 0 0,-1 1 1 0 0,0-1 0 0 0,0 0-1 0 0,3 1 1 0 0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9:53.23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0 1099 0 0,'1'2'16476'0'0,"1"6"-10415"0"0,1 2-3735 0 0,-1-5-2033 0 0,6 4-341 0 0,-7-8 7 0 0,25-4-1977 0 0,-13-10 1821 0 0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9:53.99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 29 736 0 0,'3'-1'1780'0'0,"2"0"-807"0"0,-3 9 5676 0 0,1 5 9411 0 0,4 4-16050 0 0,-7-15-26 0 0,-19-11 32 0 0,19 8-20 0 0,-1 1 1 0 0,1-1 0 0 0,-1 0-1 0 0,1 1 1 0 0,0-1 0 0 0,-1 0-1 0 0,1 1 1 0 0,0-1 0 0 0,-1 0-1 0 0,1 0 1 0 0,0 1 0 0 0,0-1-1 0 0,0 0 1 0 0,0 0 0 0 0,0 0-1 0 0,0 1 1 0 0,0-1 0 0 0,0 0-1 0 0,0 0 1 0 0,0 0 0 0 0,0 1-1 0 0,0-1 1 0 0,1-1 0 0 0,4-16-547 0 0,8 3 48 0 0,-2 9-4800 0 0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9:59.31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284 1 731 0 0,'-1'2'9116'0'0,"-3"11"5270"0"0,2-8-12405 0 0,-6 13-1981 0 0,-1 0 0 0 0,-1-1 0 0 0,0-1 0 0 0,-23 28 0 0 0,-57 55 0 0 0,55-66 13 0 0,23-23-30 0 0,1 0-1 0 0,0 1 1 0 0,0 1 0 0 0,1 0-1 0 0,-16 25 1 0 0,25-35-463 0 0,3-14 1051 0 0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29:59.928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439 142 922 0 0,'0'0'2679'0'0,"-12"4"1364"0"0,-12 1 11666 0 0,19-5-12848 0 0,0 2-2861 0 0,-3-1 0 0 0,-1 1 0 0 0,1-2 0 0 0,0 1 0 0 0,-1-1 0 0 0,-8 0 0 0 0,14 0-1 0 0,1 0 1 0 0,-1 0 0 0 0,1-1-1 0 0,-1 1 1 0 0,1 0 0 0 0,-1-1-1 0 0,1 1 1 0 0,-1-1 0 0 0,1 0-1 0 0,0 0 1 0 0,-1 0 0 0 0,1 0 0 0 0,0-1-1 0 0,0 1 1 0 0,0 0 0 0 0,-4-4-1 0 0,5 4-53 0 0,0-1 0 0 0,0 1 0 0 0,1-1 0 0 0,-1 1-1 0 0,0-1 1 0 0,1 1 0 0 0,-1-1 0 0 0,1 0 0 0 0,-1 0 0 0 0,1 1-1 0 0,0-1 1 0 0,0 0 0 0 0,0 1 0 0 0,0-1 0 0 0,0 0 0 0 0,0 0-1 0 0,0 1 1 0 0,1-1 0 0 0,-1 0 0 0 0,1 1 0 0 0,-1-1 0 0 0,1 0-1 0 0,-1 1 1 0 0,1-1 0 0 0,0 1 0 0 0,0-1 0 0 0,0 1 0 0 0,0-1-1 0 0,1-1 1 0 0,6-6-2205 0 0,-1 0 0 0 0,1 0 0 0 0,13-10 1 0 0,-1 0-4704 0 0,-17 16 6821 0 0,1 1 0 0 0,0-1 0 0 0,0 1 0 0 0,0 0 0 0 0,0 0 0 0 0,0 0-1 0 0,0 1 1 0 0,0-1 0 0 0,1 1 0 0 0,6-1 0 0 0,1-1 1246 0 0,-11 2-1037 0 0,7 5 5554 0 0,9 5-2512 0 0,-14-5-1225 0 0,-1-3-1496 0 0,-1 1 0 0 0,0-1 0 0 0,0 1 0 0 0,0 0 0 0 0,0-1 0 0 0,0 1 0 0 0,0 0 0 0 0,-1 0-1 0 0,1-1 1 0 0,0 1 0 0 0,-1 0 0 0 0,0 0 0 0 0,1 0 0 0 0,-1 0 0 0 0,0 0 0 0 0,0-1 0 0 0,0 1 0 0 0,0 4 0 0 0,-1 5-1115 0 0,0 0 0 0 0,-1-1 1 0 0,-1 1-1 0 0,1 0 1 0 0,-1-1-1 0 0,-1 1 0 0 0,0-1 1 0 0,-1 0-1 0 0,-9 15 0 0 0,-7 10-3327 0 0,-32 38 0 0 0,31-49 3656 0 0,0 0-1 0 0,-2-1 1 0 0,0-2-1 0 0,-2 0 0 0 0,0-2 1 0 0,-1 0-1 0 0,-1-2 1 0 0,-51 22-1 0 0,76-37 14 0 0,-1-1-1 0 0,0 0 1 0 0,0 0 0 0 0,1 0-1 0 0,-1 0 1 0 0,0 0 0 0 0,-8-1-1 0 0,-1 1-1139 0 0,-5 1-1143 0 0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0:30.14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197 4 1177 0 0,'-2'-3'21571'0'0,"44"24"-17715"0"0,5 12-3871 0 0,-25-16-360 0 0,40 36-1137 0 0,-31-24 889 0 0,8-5-13517 0 0,-38-23 14658 0 0,-20 22 15239 0 0,0-7-16785 0 0,0-1 0 0 0,-1-1-1 0 0,0 0 1 0 0,-44 21 0 0 0,-96 31-6880 0 0,83-36 6437 0 0,69-27 990 0 0,-24-1 15482 0 0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0:31.08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541 134 1386 0 0,'-1'0'14434'0'0,"-9"1"-7142"0"0,10-1-7142 0 0,-1 0 1 0 0,0 0 0 0 0,1 0-1 0 0,-1 0 1 0 0,1 1 0 0 0,-1-1-1 0 0,0 0 1 0 0,1 0 0 0 0,-1 0-1 0 0,1 1 1 0 0,-1-1 0 0 0,0 0-1 0 0,1 1 1 0 0,-1-1 0 0 0,1 0-1 0 0,-1 1 1 0 0,1-1 0 0 0,-1 1 0 0 0,1-1-1 0 0,0 1 1 0 0,-1-1 0 0 0,1 1-1 0 0,-1 0 1 0 0,0 17-532 0 0,1-16 248 0 0,-1 18 132 0 0,1-1 1 0 0,1 1-1 0 0,0 0 1 0 0,2-1 0 0 0,6 29-1 0 0,-8-45 1 0 0,-1-1-7 0 0,-1 10 17 0 0,1-10-10 0 0,0-1 0 0 0,0 0 0 0 0,0 0 0 0 0,0 0 0 0 0,-1 0 0 0 0,1 0 0 0 0,0 0 0 0 0,-1 0 0 0 0,1 0 0 0 0,-1 0 0 0 0,1 0 0 0 0,-1 0 0 0 0,0 0 0 0 0,1 0 0 0 0,-1 0 0 0 0,0 0 0 0 0,0 0 0 0 0,1 0 0 0 0,-1-1 0 0 0,0 1 0 0 0,0 0 0 0 0,0-1 0 0 0,0 1 0 0 0,0 0 0 0 0,0-1 0 0 0,0 1 0 0 0,0-1 0 0 0,0 0 0 0 0,0 1 0 0 0,0-1 0 0 0,0 0 0 0 0,-1 0 0 0 0,1 0 0 0 0,0 0 0 0 0,0 0 0 0 0,0 0 0 0 0,0 0 0 0 0,-2 0 0 0 0,1 0 0 0 0,-10 0-466 0 0,0-1 0 0 0,1-1 0 0 0,-1 1 0 0 0,1-2 0 0 0,-1 0 0 0 0,1 0 1 0 0,0-1-1 0 0,0 0 0 0 0,1-1 0 0 0,-1 0 0 0 0,1-1 0 0 0,0 0 0 0 0,0 0 0 0 0,-17-16 1 0 0,13 9-308 0 0,1 0 1 0 0,0-1 0 0 0,1 0-1 0 0,1-1 1 0 0,0-1 0 0 0,1 1-1 0 0,1-1 1 0 0,-13-30 0 0 0,-18-45 3588 0 0,40 90-2612 0 0,-1 1-1 0 0,1-1 1 0 0,0 0-1 0 0,-1 0 1 0 0,1 1 0 0 0,-1-1-1 0 0,1 0 1 0 0,-1 1-1 0 0,0-1 1 0 0,1 0-1 0 0,-1 1 1 0 0,0-1 0 0 0,1 1-1 0 0,-1-1 1 0 0,0 1-1 0 0,0 0 1 0 0,1-1-1 0 0,-3 0 1 0 0,-8-5 2258 0 0,0-3 2327 0 0,10 8-4801 0 0,10 24 7 0 0,-3-11-11 0 0,0-1-1 0 0,2-1 1 0 0,-1 1-1 0 0,12 11 1 0 0,20 28-1401 0 0,-16-11-3861 0 0,32 74 0 0 0,-51-104 5809 0 0,0 1-1 0 0,-1 0 1 0 0,-1 1-1 0 0,0-1 1 0 0,2 21-1 0 0,-4-29-564 0 0,0 1 57 0 0,-1 1 125 0 0,1 0 0 0 0,-1 0-1 0 0,0-1 1 0 0,0 1 0 0 0,0 0-1 0 0,-1-1 1 0 0,0 1 0 0 0,1 0-1 0 0,-1-1 1 0 0,0 0 0 0 0,-1 1-1 0 0,1-1 1 0 0,0 0 0 0 0,-1 0-1 0 0,0-1 1 0 0,0 1 0 0 0,0 0-1 0 0,0-1 1 0 0,0 0 0 0 0,0 1-1 0 0,-1-1 1 0 0,1-1 0 0 0,-1 1-1 0 0,-6 2 1 0 0,-9 3 620 0 0,-1-2 0 0 0,0 0 0 0 0,-34 4 0 0 0,24-4-203 0 0,15-3-2647 0 0,-8-1 3593 0 0,-3 1 412 0 0,8 0-4212 0 0,5 1-3765 0 0,0 2-5198 0 0,16 2 11121 0 0,1 8 13426 0 0,-6-3-11952 0 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0:31.473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1 1132 0 0,'0'0'2307'0'0,"16"15"14180"0"0,-15-10-16038 0 0,1-1 0 0 0,0 0 0 0 0,0 1 0 0 0,0-1 0 0 0,0 0 1 0 0,1 0-1 0 0,0 0 0 0 0,0-1 0 0 0,0 1 0 0 0,0-1 0 0 0,0 1 0 0 0,1-1 0 0 0,6 5 1 0 0,11 8-794 0 0,-4-3-1170 0 0,-9-17 768 0 0,0-4 1546 0 0,-7 7-493 0 0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0:31.73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12 0 1177 0 0,'-1'1'14572'0'0,"-6"3"-7233"0"0,7-4-7222 0 0,-1 1 1 0 0,1 0-1 0 0,0 0 0 0 0,-1 0 0 0 0,1-1 1 0 0,0 1-1 0 0,-1 0 0 0 0,1 0 0 0 0,0 0 1 0 0,0 0-1 0 0,0 0 0 0 0,0 0 1 0 0,0-1-1 0 0,0 1 0 0 0,0 0 0 0 0,0 0 1 0 0,0 0-1 0 0,0 0 0 0 0,0 0 0 0 0,0 0 1 0 0,1-1-1 0 0,-1 1 0 0 0,0 0 1 0 0,1 0-1 0 0,-1 0 0 0 0,1 0 0 0 0,-1-1 1 0 0,2 2-1 0 0,16 29-406 0 0,-17-30 52 0 0,-1 0-1 0 0,1-1 0 0 0,0 1 0 0 0,-1-1 0 0 0,1 1 1 0 0,-1-1-1 0 0,1 1 0 0 0,0-1 0 0 0,-1 1 1 0 0,1-1-1 0 0,0 0 0 0 0,0 1 0 0 0,-1-1 0 0 0,1 0 1 0 0,0 0-1 0 0,0 0 0 0 0,0 1 0 0 0,-1-1 0 0 0,1 0 1 0 0,1 0-1 0 0,-2 0 105 0 0,1 0 0 0 0,-1 0 0 0 0,1 0 0 0 0,-1-1 0 0 0,0 1 0 0 0,0 0 0 0 0,1 0 0 0 0,-1 0 0 0 0,0 0 1 0 0,1 0-1 0 0,-1-1 0 0 0,0 1 0 0 0,1 0 0 0 0,-1 0 0 0 0,0 0 0 0 0,0-1 0 0 0,1 1 0 0 0,-1 0 0 0 0,0 0 0 0 0,0-1 0 0 0,0 1 0 0 0,1 0 0 0 0,-1-1 0 0 0,0 1 1 0 0,0 0-1 0 0,0-1 0 0 0,0 1 0 0 0,0 0 0 0 0,0-1 0 0 0,0 1 0 0 0,0 0 0 0 0,0-1 0 0 0,0 1 0 0 0,0 0 0 0 0,0-1 0 0 0,0 1 0 0 0,0 0 0 0 0,0-1 0 0 0,0 1 0 0 0,0 0 1 0 0,0-1-1 0 0,0 1 0 0 0,0-1 0 0 0,-8-7-3138 0 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0:32.98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205 84 1188 0 0,'-5'-6'12708'0'0,"2"24"-2943"0"0,3 0-7212 0 0,4 17-2553 0 0,-2-17 0 0 0,0-15 0 0 0,5 12 0 0 0,-3-10 0 0 0,-1 0 0 0 0,1 0 0 0 0,0 0 0 0 0,0-1 0 0 0,0 1 0 0 0,1-1 0 0 0,0 0 0 0 0,0 0 0 0 0,0-1 0 0 0,0 1 0 0 0,0-1 0 0 0,1 0 0 0 0,7 2 0 0 0,-8-3-11 0 0,0 0 1 0 0,0-1-1 0 0,0 0 0 0 0,0 0 1 0 0,0-1-1 0 0,0 1 1 0 0,0-1-1 0 0,0 0 1 0 0,0 0-1 0 0,1-1 1 0 0,-1 0-1 0 0,0 0 1 0 0,6-2-1 0 0,-3 0-768 0 0,-1-1 0 0 0,1 0 1 0 0,-1 0-1 0 0,0 0 0 0 0,0-1 0 0 0,0-1 0 0 0,-1 1 0 0 0,0-1 1 0 0,0 0-1 0 0,0 0 0 0 0,-1-1 0 0 0,6-8 0 0 0,21-39-2899 0 0,-9 3 3753 0 0,-21 49-90 0 0,-1 0 1 0 0,-1 0-1 0 0,1 0 1 0 0,0-1-1 0 0,0 1 1 0 0,-1 0-1 0 0,1 0 1 0 0,-1 0-1 0 0,0 0 1 0 0,0-1-1 0 0,1 1 0 0 0,-2 0 1 0 0,1 0-1 0 0,0-1 1 0 0,0 1-1 0 0,-1 0 1 0 0,1 0-1 0 0,-1 0 1 0 0,1 0-1 0 0,-1 0 1 0 0,-2-4-1 0 0,1 4 79 0 0,1 1 0 0 0,-1-1 0 0 0,0 1 0 0 0,0 0 0 0 0,0 0 0 0 0,1 0 0 0 0,-1 0 1 0 0,0 0-1 0 0,-1 0 0 0 0,1 0 0 0 0,0 1 0 0 0,0-1 0 0 0,0 1 0 0 0,0 0 0 0 0,0-1 0 0 0,-1 1 0 0 0,-3 0 0 0 0,-10 1 709 0 0,0 1-1 0 0,-1 1 1 0 0,1 0 0 0 0,-21 7 0 0 0,-37 15-4612 0 0,-39 18 2923 0 0,-15 6 1199 0 0,126-49-247 0 0,-34 10 2836 0 0,36-9-2597 0 0,-1-1-1 0 0,0 0 1 0 0,0 0-1 0 0,1 1 1 0 0,-1-1 0 0 0,0 1-1 0 0,1-1 1 0 0,-1 1-1 0 0,1-1 1 0 0,-1 1 0 0 0,0-1-1 0 0,1 1 1 0 0,-1-1-1 0 0,1 1 1 0 0,0 0 0 0 0,-1-1-1 0 0,1 1 1 0 0,-1 0-1 0 0,1 0 1 0 0,0-1 0 0 0,0 1-1 0 0,-1 0 1 0 0,1 0-1 0 0,0-1 1 0 0,0 1 0 0 0,0 0-1 0 0,0 0 1 0 0,0-1-1 0 0,0 1 1 0 0,0 0 0 0 0,0 0-1 0 0,0 0 1 0 0,0-1-1 0 0,0 1 1 0 0,0 0 0 0 0,1 0-1 0 0,0 1 1 0 0,-1 0 33 0 0,1 11-311 0 0,3 19-40 0 0,-2 1 0 0 0,-3 36 0 0 0,4 350-9641 0 0,-2-409 9670 0 0,7 187 270 0 0,0-120 559 0 0,-5-63-1050 0 0,-3-8 75 0 0,-4 16 1917 0 0,4-22-1529 0 0,0 6 796 0 0,0-1 0 0 0,0 1 0 0 0,0 0 0 0 0,1-1 0 0 0,-1 1 0 0 0,3 5 0 0 0,-3-9-1068 0 0,8-25-2232 0 0,-13 14-362 0 0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3T19:30:33.68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5 14 17962,'0'1'0,"0"-1"0,0 1 0,0-1 0,0 1 0,0-1 0,0 1 0,0 0 0,-1-1 0,1 1 0,0-1 0,0 1 0,0-1 0,0 1 0,0-1 0,0 0 0,0 1 0,0-1 0,0 1 0,0-1 0,0 0 0,0 1 0,0-1 0,0 1 0,0-1 0,0 0 0,0 0 0,0 1 0,-1-1 0,1 0 0,0 0 0,0 1 0,0-1 0,0 0 0,0 0 0,0 0 0,0 0 0,0 0 0,0 0 0,0 0 0,0 0 0,-1 0 0,1 0 0,0 0 0,0 0 0,0 0 0,0 0 0,0 0 0,0-1 0,0 1 0,0 0 0,0 0 0,0-1 0,0 1 0,-1 0 0,1 0 0,0-1 0,0 1 0,0-1 0,0 1 0,0 0 0,0-1 0,0 1 0,0-1 0,0 1 0,0 0 0,0-1 0,0 1 0,0-1 0,0 1 0,0-1 0,0 1 0,0-1 0,0 0 0,0 1 0,0-1 0,0 1 0,0-1 0,0 1 0,0-1 0,0 1 0,0-1 0,0 1 0,0-1 0,0 0 0,0 1 0,0-1 0,0 1 0,0-1 0,0 1 0,0-1 0,0 1 0,0-1 0,0 1 0,0-1 0,0 1 0,0 0 0,0-1 0,0 1 0,0-1 0,0 1 0,0 0 0,0-1 0,0 1 0,0 0 0,1-1 0,-1 1 0,0 0 0,0-1 0,0 1 0,0 0 0,0 0 0,0 0 0,0 0 0,0-1 0,0 1 0,0 0 0,0 0 0,1 0 0,-1 0 0,0 0 0,0 0 0,0 0 0,0 0 0,0 0 0,0 1 0,0-1 0,0 0 0,0 0 0,0 0 0,0 0 0,1 1 0,-1-1 0,0 0 0,0 1 0,0-1 0,0 0 0,0 1 0,0-1 0,0 0 0,0 1 0,0-1 0,0 1 0,0-1 0,0 0 0,0 1 0,0-1 0,0 1 0,0-1 0,0 1 0,0-1 0,1 1 0,-1-1 0,0 1 0,0-1 0,0 1 0,0 0 0,0-1 0,0 1 0,0-1 0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0:40.16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39 6 779 0 0,'0'0'98'0'0,"0"0"0"0"0,1-1 0 0 0,-1 1-1 0 0,0 0 1 0 0,0-1 0 0 0,0 1 0 0 0,1 0 0 0 0,-1-1-1 0 0,0 1 1 0 0,0 0 0 0 0,1-1 0 0 0,-1 1 0 0 0,0 0 0 0 0,0 0-1 0 0,1-1 1 0 0,-1 1 0 0 0,0 0 0 0 0,1 0 0 0 0,-1 0 0 0 0,0 0-1 0 0,1-1 1 0 0,-1 1 0 0 0,1 0 0 0 0,-1 0 0 0 0,0 0 0 0 0,1 0-1 0 0,-1 0 1 0 0,0 0 0 0 0,1 0 0 0 0,-1 0 0 0 0,1 0-1 0 0,-1 0 1 0 0,0 0 0 0 0,1 0 0 0 0,-1 0 0 0 0,0 0 0 0 0,1 1-1 0 0,-1-1 1 0 0,0 0 0 0 0,1 0 0 0 0,-1 0 0 0 0,0 0 0 0 0,1 1-1 0 0,4 6 6507 0 0,-4 3 4573 0 0,-4-2-7410 0 0,-8-8-5146 0 0,-5-9-1991 0 0,15 8 3550 0 0,0 1 1 0 0,1-1-1 0 0,-1 1 1 0 0,1 0-1 0 0,-1-1 1 0 0,0 1-1 0 0,1-1 1 0 0,-1 1-1 0 0,0 0 1 0 0,0 0-1 0 0,1 0 1 0 0,-1-1-1 0 0,0 1 1 0 0,0 0-1 0 0,1 0 1 0 0,-1 0-1 0 0,0 0 1 0 0,0 0-1 0 0,1 0 1 0 0,-1 0-1 0 0,0 0 1 0 0,1 1-1 0 0,-2-1 1 0 0,-8 3-181 0 0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0:40.91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132 24 1058 0 0,'0'-15'4771'0'0,"-6"9"-580"0"0,0 3 2400 0 0,6 8-521 0 0,2 12-2537 0 0,-5 19-3533 0 0,-9 51 0 0 0,6-46 0 0 0,-47 226-8938 0 0,32-173 7428 0 0,17-78 2730 0 0,-1 3 970 0 0,4-8-6534 0 0,-16-24 15726 0 0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0:41.45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558 178 1109 0 0,'0'0'1081'0'0,"-7"-12"-129"0"0,3 9 2674 0 0,2 4-2125 0 0,-34 10 13701 0 0,9-7-12459 0 0,13-3-2743 0 0,8 0 0 0 0,-1 0 0 0 0,0-1 0 0 0,0 0 0 0 0,1 0 0 0 0,-1 0 0 0 0,0-1 0 0 0,1 0 0 0 0,-1 0 0 0 0,0-1 0 0 0,1 0 0 0 0,-1 0 0 0 0,1-1 0 0 0,-6-2 0 0 0,10 4-1 0 0,0 0 1 0 0,0 0-1 0 0,1 0 1 0 0,-1-1-1 0 0,0 1 1 0 0,1 0-1 0 0,-1-1 1 0 0,1 1-1 0 0,0-1 1 0 0,-1 1-1 0 0,1-1 1 0 0,0 1-1 0 0,0-1 1 0 0,0 0-1 0 0,0 0 1 0 0,0 0-1 0 0,0 0 1 0 0,1 0-1 0 0,-1 1 1 0 0,1-1-1 0 0,-1 0 1 0 0,1 0-1 0 0,0 0 1 0 0,0-1-1 0 0,0 1 1 0 0,0 0-1 0 0,0 0 1 0 0,0 0-1 0 0,0 0 1 0 0,1 0-1 0 0,-1 0 1 0 0,1 0-1 0 0,-1 0 1 0 0,1 1-1 0 0,0-1 1 0 0,0 0-1 0 0,0 0 1 0 0,0 0-1 0 0,2-2 1 0 0,-3 4 0 0 0,3-5-502 0 0,-1-1 0 0 0,2 1 1 0 0,-1 0-1 0 0,0 0 0 0 0,1 1 1 0 0,0-1-1 0 0,0 1 0 0 0,0 0 1 0 0,1 0-1 0 0,0 0 0 0 0,-1 1 1 0 0,1-1-1 0 0,1 1 0 0 0,-1 0 1 0 0,7-2-1 0 0,-1 0-646 0 0,0 1-1 0 0,0 1 1 0 0,0 0 0 0 0,1 0-1 0 0,-1 1 1 0 0,19-1-1 0 0,-29 3 1234 0 0,1 0 0 0 0,0 0 0 0 0,0 0 0 0 0,-1 0 0 0 0,1 0-1 0 0,0 1 1 0 0,-1-1 0 0 0,1 0 0 0 0,0 1 0 0 0,-1-1 0 0 0,1 1-1 0 0,0 0 1 0 0,-1 0 0 0 0,1-1 0 0 0,-1 1 0 0 0,0 0 0 0 0,1 0-1 0 0,-1 0 1 0 0,0 1 0 0 0,1-1 0 0 0,-1 0 0 0 0,0 0 0 0 0,1 2-1 0 0,0 0 50 0 0,-1 0 0 0 0,1 1-1 0 0,-1-1 1 0 0,0 0 0 0 0,0 1-1 0 0,0-1 1 0 0,0 0-1 0 0,-1 1 1 0 0,1-1 0 0 0,-1 7-1 0 0,-1 1 250 0 0,1 0-1 0 0,-2-1 0 0 0,1 1 0 0 0,-2 0 0 0 0,1-1 0 0 0,-6 13 1 0 0,3-12-712 0 0,-1-1 0 0 0,0 1 0 0 0,-1-1 0 0 0,0-1 0 0 0,-1 0 1 0 0,0 0-1 0 0,0 0 0 0 0,-1-1 0 0 0,0 0 0 0 0,-15 10 1 0 0,-12 5 43 0 0,-60 29 0 0 0,85-47 420 0 0,-32 17-259 0 0,-54 17 0 0 0,80-33-694 0 0,-1-1 0 0 0,0-1 0 0 0,-27 3 0 0 0,42-7 540 0 0,0 0-1 0 0,-1 1 1 0 0,1-1-1 0 0,0-1 1 0 0,0 1 0 0 0,0 0-1 0 0,0-1 1 0 0,-1 1-1 0 0,1-1 1 0 0,0 0-1 0 0,0 0 1 0 0,0 0-1 0 0,0-1 1 0 0,1 1-1 0 0,-1-1 1 0 0,0 0 0 0 0,1 1-1 0 0,-1-1 1 0 0,1 0-1 0 0,-1-1 1 0 0,-3-3-1 0 0,-2-2 1231 0 0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0:42.06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303 428 1118 0 0,'0'0'4984'0'0,"-8"4"-1133"0"0,7-4-3482 0 0,1 0-1 0 0,-1 0 1 0 0,1 0 0 0 0,-1 0 0 0 0,1 0 0 0 0,-1 0 0 0 0,1 1 0 0 0,-1-1 0 0 0,1 0-1 0 0,-1 0 1 0 0,1 1 0 0 0,0-1 0 0 0,-1 0 0 0 0,1 1 0 0 0,-1-1 0 0 0,1 0-1 0 0,0 1 1 0 0,-1-1 0 0 0,1 0 0 0 0,0 1 0 0 0,-1-1 0 0 0,1 1 0 0 0,0-1 0 0 0,0 1-1 0 0,-1-1 1 0 0,1 1 0 0 0,0-1 0 0 0,0 1 0 0 0,0-1 0 0 0,0 1 0 0 0,0-1-1 0 0,0 1 1 0 0,0-1 0 0 0,0 1 0 0 0,-3 19 2982 0 0,-7 29-4434 0 0,8-34-69 0 0,-1 1 0 0 0,-1-1 0 0 0,0 0 0 0 0,-1 0 0 0 0,-8 16 0 0 0,11-26 934 0 0,-1-1 0 0 0,0 1 0 0 0,0-1 0 0 0,0 0 1 0 0,-1 0-1 0 0,1 0 0 0 0,-1-1 0 0 0,0 1 0 0 0,0-1 0 0 0,0 0 1 0 0,-1 0-1 0 0,1-1 0 0 0,-1 1 0 0 0,0-1 0 0 0,1 0 0 0 0,-1 0 0 0 0,0 0 1 0 0,0-1-1 0 0,0 0 0 0 0,-6 1 0 0 0,4-1 276 0 0,1 0 0 0 0,-1 0 0 0 0,0-1 0 0 0,0 0 0 0 0,1 0 0 0 0,-1-1 0 0 0,0 0 0 0 0,1 0 0 0 0,-1 0 0 0 0,0-1 0 0 0,1 0 0 0 0,0 0 0 0 0,-1-1 0 0 0,1 1 1 0 0,0-1-1 0 0,0-1 0 0 0,-7-5 0 0 0,11 7 193 0 0,0-1 0 0 0,0 1 0 0 0,0-1 0 0 0,0 1 0 0 0,1-1 0 0 0,-1 0-1 0 0,1 0 1 0 0,-1 0 0 0 0,1 0 0 0 0,0 0 0 0 0,0 0 0 0 0,0-6 0 0 0,-4-38-2237 0 0,7 16 1922 0 0,1 1 0 0 0,1-1 0 0 0,1 1 0 0 0,10-31 0 0 0,-3 11 64 0 0,-7 29 36 0 0,0-2-23 0 0,0-1 0 0 0,-1 0 0 0 0,0-37 0 0 0,-3 46-99 0 0,1 0-1 0 0,0 1 0 0 0,6-18 1 0 0,4-30 1303 0 0,-13 22 4882 0 0,1 38-6511 0 0,-1 10-4237 0 0,-2 8 11297 0 0,0-5-6520 0 0,0-1 1 0 0,-2-1 0 0 0,1 1-1 0 0,-9 12 1 0 0,1-4 1152 0 0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0:42.49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87 0 1504 0 0,'-2'1'13388'0'0,"-5"3"-5442"0"0,-2 4-4412 0 0,1 9-3098 0 0,3-8-1030 0 0,4-8 594 0 0,1-1 0 0 0,-1 1 0 0 0,0-1 0 0 0,1 1 0 0 0,-1-1 0 0 0,0 0 0 0 0,1 1 0 0 0,-1-1 0 0 0,0 0 0 0 0,1 0 0 0 0,-1 1 0 0 0,0-1 0 0 0,0 0 0 0 0,1 0 0 0 0,-1 0 0 0 0,0 0 0 0 0,0 0 0 0 0,1 0 0 0 0,-1 0 0 0 0,0 0 0 0 0,0 0 0 0 0,1-1 0 0 0,-1 1 0 0 0,0 0 0 0 0,0 0 0 0 0,1-1 0 0 0,-1 1 0 0 0,0 0 0 0 0,0-1 0 0 0,-10-7 0 0 0,-1 2 0 0 0,8 3 0 0 0,-1-5-2 0 0,4 6-18 0 0,16-7 42 0 0,-10 10-33 0 0,-1 0 0 0 0,1 0 0 0 0,0 0 0 0 0,0 1 1 0 0,0 0-1 0 0,-1 0 0 0 0,1 0 0 0 0,7 5 0 0 0,-4-3-292 0 0,10 6-1702 0 0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0:43.08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281 0 1018 0 0,'0'0'4190'0'0,"12"5"-288"0"0,-10-5-3219 0 0,0 0 1 0 0,0 1-1 0 0,-1 0 1 0 0,1-1 0 0 0,0 1-1 0 0,0 0 1 0 0,-1 0-1 0 0,1 0 1 0 0,-1 0 0 0 0,1 0-1 0 0,-1 0 1 0 0,1 1-1 0 0,-1-1 1 0 0,0 0-1 0 0,0 1 1 0 0,0-1 0 0 0,1 1-1 0 0,-1-1 1 0 0,-1 1-1 0 0,1 0 1 0 0,0-1-1 0 0,1 4 1 0 0,1 2 698 0 0,5 7-1388 0 0,-2 1 0 0 0,1-1 1 0 0,-2 1-1 0 0,0 0 1 0 0,-1 1-1 0 0,0-1 1 0 0,-1 1-1 0 0,-1-1 1 0 0,-1 1-1 0 0,0 18 0 0 0,-2 13-77 0 0,-2 1 0 0 0,-9 49 0 0 0,4-53-1339 0 0,-2-1 1 0 0,-2 0 0 0 0,-2-1 0 0 0,-20 43 0 0 0,12-40-903 0 0,-1 0 1 0 0,-3-2 0 0 0,-1-1-1 0 0,-2-1 1 0 0,-2-1 0 0 0,-39 38-1 0 0,18-27-202 0 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0:43.71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261 1 962 0 0,'-2'0'275'0'0,"1"0"-1"0"0,-1-1 0 0 0,1 1 1 0 0,-1 0-1 0 0,1 0 1 0 0,-1 1-1 0 0,0-1 1 0 0,1 0-1 0 0,-1 0 1 0 0,1 1-1 0 0,-1-1 1 0 0,1 1-1 0 0,-1-1 1 0 0,1 1-1 0 0,0 0 1 0 0,-1-1-1 0 0,1 1 1 0 0,0 0-1 0 0,-1 0 1 0 0,1 0-1 0 0,0 0 1 0 0,0 0-1 0 0,0 0 1 0 0,0 1-1 0 0,0-1 1 0 0,-2 3-1 0 0,-4 4 2767 0 0,-44 52 5818 0 0,2 4-3918 0 0,31-38-4462 0 0,1 2 0 0 0,-26 57 0 0 0,36-70-907 0 0,1 0 0 0 0,1 1 0 0 0,0-1 1 0 0,1 1-1 0 0,1 1 0 0 0,0-1 0 0 0,1 0 1 0 0,1 1-1 0 0,1-1 0 0 0,0 1 0 0 0,1-1 1 0 0,1 1-1 0 0,0-1 0 0 0,1 0 0 0 0,1 0 1 0 0,1 0-1 0 0,6 16 0 0 0,1-8-673 0 0,0-2 0 0 0,1 1-1 0 0,2-2 1 0 0,0 0 0 0 0,1-1-1 0 0,24 24 1 0 0,-3-9 236 0 0,2-1 0 0 0,51 35 0 0 0,-41-36-1944 0 0,61 30 0 0 0,-59-38-212 0 0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0:51.81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21 0 939 0 0,'0'0'7729'0'0,"8"11"-4490"0"0,6 2-1806 0 0,0-1-1 0 0,1 0 1 0 0,1-1-1 0 0,0-1 0 0 0,0 0 1 0 0,1-1-1 0 0,0-1 1 0 0,21 8-1 0 0,28 13-17 0 0,-50-19-1415 0 0,-15-10 0 0 0,-1 0 0 0 0,0 1 0 0 0,1-1 0 0 0,-1 0 0 0 0,0 1 0 0 0,1-1 0 0 0,-1 0 0 0 0,0 0 0 0 0,0 1 0 0 0,0-1 0 0 0,1 1 0 0 0,-1-1 0 0 0,0 0 0 0 0,0 1 0 0 0,0-1 0 0 0,0 0 0 0 0,0 1 0 0 0,0-1 0 0 0,1 1 0 0 0,-1-1 0 0 0,0 0 0 0 0,0 1 0 0 0,0-1 0 0 0,0 1 0 0 0,0-1 0 0 0,-1 0 0 0 0,1 1 0 0 0,0-1 0 0 0,0 1 0 0 0,0-1 0 0 0,0 0 0 0 0,0 1 0 0 0,0-1 0 0 0,-1 0 0 0 0,1 1 0 0 0,0-1 0 0 0,0 0 0 0 0,-1 1 0 0 0,1-1 0 0 0,0 0 0 0 0,0 0 0 0 0,-1 1 0 0 0,0-1 0 0 0,-12 11 0 0 0,12-10 0 0 0,-103 66-5917 0 0,-20 15-2494 0 0,122-81 7990 0 0,-14 7 165 0 0,7-14 11077 0 0,4-2-8584 0 0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0:52.27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31 1 1113 0 0,'0'0'7555'0'0,"0"2"-4935"0"0,-4 13 10498 0 0,3-10-11310 0 0,-7 61-1808 0 0,0 98 0 0 0,6-77-4 0 0,2-57-1240 0 0,1 1 0 0 0,10 50 0 0 0,-6-46-1100 0 0,-4-34 1578 0 0,-7 9 4478 0 0,6-10-3672 0 0,0 1 1 0 0,0 0-1 0 0,0-1 0 0 0,-1 1 0 0 0,1 0 1 0 0,0-1-1 0 0,0 1 0 0 0,-1 0 0 0 0,1-1 1 0 0,0 1-1 0 0,-1-1 0 0 0,1 1 1 0 0,0 0-1 0 0,-1-1 0 0 0,1 1 0 0 0,-1-1 1 0 0,1 1-1 0 0,-1-1 0 0 0,1 0 0 0 0,-2 1 1 0 0,-9 2-1496 0 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0:53.68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1383 0 1003 0 0,'0'0'3806'0'0,"-5"10"107"0"0,3-5-2285 0 0,-3 7 9360 0 0,7 10-6112 0 0,-12 41-4876 0 0,8-47 0 0 0,-2-5 0 0 0,0-2 0 0 0,-2 4 0 0 0,6-12 0 0 0,-1 1 0 0 0,0-1 0 0 0,0 1 0 0 0,-1-1 0 0 0,1 1 0 0 0,0-1 0 0 0,0 0 0 0 0,-1 0 0 0 0,1 1 0 0 0,0-1 0 0 0,-1 0 0 0 0,0 0 0 0 0,1-1 0 0 0,-4 3 0 0 0,3-3-7 0 0,0 0 0 0 0,0 1 0 0 0,0-1 1 0 0,0 0-1 0 0,0 0 0 0 0,0 0 0 0 0,0 0 1 0 0,0 0-1 0 0,0 0 0 0 0,0-1 1 0 0,0 1-1 0 0,0-1 0 0 0,0 1 0 0 0,0-1 1 0 0,0 0-1 0 0,0 0 0 0 0,0 0 0 0 0,1 0 1 0 0,-1 0-1 0 0,0 0 0 0 0,1 0 0 0 0,-1 0 1 0 0,1-1-1 0 0,-1 1 0 0 0,1-1 1 0 0,-1 1-1 0 0,1-1 0 0 0,-2-3 0 0 0,0 2-194 0 0,-22-41-5068 0 0,13 14-4434 0 0,12 28 8341 0 0,-6-8 7888 0 0,4 6-6777 0 0,0 15-755 0 0,0 7-3698 0 0,-11 34 9611 0 0,6-35-7207 0 0,6-15 2357 0 0,-15 15 3744 0 0,-5-20-9838 0 0,5-8 4949 0 0,13 8 1152 0 0,0-1 1 0 0,0 1-1 0 0,1-1 1 0 0,-1 0-1 0 0,1 0 1 0 0,0 0-1 0 0,-3-8 1 0 0,-15-46-30 0 0,19 56-30 0 0,-1-11-34 0 0,1 5-115 0 0,-2 17 82 0 0,-1 4 43 0 0,3-6 52 0 0,0 0 1 0 0,-1 0-1 0 0,0 0 1 0 0,0 0 0 0 0,-1-1-1 0 0,0 1 1 0 0,0-1-1 0 0,0 0 1 0 0,-1 0-1 0 0,0 0 1 0 0,0 0 0 0 0,-1 0-1 0 0,-9 8 1 0 0,13-13 18 0 0,-14-2-35 0 0,-6-2 686 0 0,10-6 3457 0 0,-6-17-802 0 0,12 18 2285 0 0,4 6-4128 0 0,-10-17-1032 0 0,-14 46-245 0 0,18-19-1168 0 0,0 0 1 0 0,0-1-1 0 0,-1 0 1 0 0,0 0-1 0 0,-14 9 0 0 0,13-11-388 0 0,0 0 1 0 0,0-1-1 0 0,0 0 0 0 0,0-1 0 0 0,-1 0 0 0 0,1-1 0 0 0,-16 3 0 0 0,16-4 1647 0 0,1-1 0 0 0,0 0 0 0 0,0 0 0 0 0,0-1-1 0 0,-13-2 1 0 0,18 1-379 0 0,-1 1-1 0 0,1-1 1 0 0,-1 0-1 0 0,1 0 1 0 0,0 0-1 0 0,0-1 1 0 0,0 1-1 0 0,0-1 1 0 0,0 0-1 0 0,0 1 1 0 0,1-1-1 0 0,-1 0 1 0 0,1-1 0 0 0,-3-3-1 0 0,5 6 94 0 0,-8-11 12400 0 0,18 28-10139 0 0,-5-6-2793 0 0,0 0 0 0 0,-1 0 0 0 0,0 0 0 0 0,0 0-1 0 0,-2 0 1 0 0,1 1 0 0 0,-1-1 0 0 0,-1 1 0 0 0,1 0 0 0 0,-2 0 0 0 0,0 0 0 0 0,0-1 0 0 0,-1 1 0 0 0,0 0 0 0 0,-1 0 0 0 0,0-1 0 0 0,-1 1 0 0 0,0-1 0 0 0,0 0 0 0 0,-1 0 0 0 0,-1 0 0 0 0,0 0 0 0 0,0-1 0 0 0,-1 0 0 0 0,0 0 0 0 0,0 0 0 0 0,-12 12 0 0 0,5-9 513 0 0,0-1 1 0 0,-1 0-1 0 0,0-1 1 0 0,0 0-1 0 0,-1-1 1 0 0,-1-1-1 0 0,1 0 1 0 0,-1-1-1 0 0,-1-1 1 0 0,1 0-1 0 0,-1-1 1 0 0,-24 3-1 0 0,11-2 16 0 0,0-2-1 0 0,-1-1 1 0 0,-55-1-1 0 0,69-3-17 0 0,1-1-1 0 0,0 0 1 0 0,-1-1 0 0 0,1-1-1 0 0,1 0 1 0 0,-1-1-1 0 0,0-1 1 0 0,-26-14-1 0 0,37 17 190 0 0,1 0-1 0 0,-1 0 1 0 0,0 0 0 0 0,1-1-1 0 0,-1 1 1 0 0,1-1 0 0 0,0 0-1 0 0,1-1 1 0 0,-1 1-1 0 0,1-1 1 0 0,-1 1 0 0 0,1-1-1 0 0,1 0 1 0 0,-1 0 0 0 0,1 0-1 0 0,0-1 1 0 0,0 1-1 0 0,0 0 1 0 0,1-1 0 0 0,-1 0-1 0 0,2 1 1 0 0,-1-1-1 0 0,0 1 1 0 0,1-1 0 0 0,0 0-1 0 0,1 0 1 0 0,-1 1 0 0 0,1-1-1 0 0,0 1 1 0 0,3-10-1 0 0,0 1 248 0 0,1 1-1 0 0,1-1 1 0 0,0 1-1 0 0,0 0 1 0 0,17-23-1 0 0,24-21-2336 0 0,-28 38 468 0 0,1 1 1 0 0,0 1 0 0 0,1 1 0 0 0,33-18 0 0 0,-28 19-3697 0 0,50-19 0 0 0,-42 23 1793 0 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0:54.24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1 1126 0 0,'0'0'8354'0'0,"0"12"-5426"0"0,2 3 9296 0 0,1-12-9897 0 0,-3-3-2406 0 0,0 0 0 0 0,1 0 1 0 0,-1 0-1 0 0,0 1 0 0 0,1-1 1 0 0,-1 0-1 0 0,0 0 0 0 0,0 1 1 0 0,1-1-1 0 0,-1 0 0 0 0,0 1 1 0 0,0-1-1 0 0,1 0 0 0 0,-1 1 1 0 0,0-1-1 0 0,0 0 0 0 0,0 1 1 0 0,0-1-1 0 0,0 1 0 0 0,0-1 1 0 0,1 0-1 0 0,-1 1 0 0 0,0-1 1 0 0,0 0-1 0 0,0 1 0 0 0,0-1 1 0 0,0 1-1 0 0,-1-1 1 0 0,1 0-1 0 0,0 1 0 0 0,0-1 1 0 0,0 1-1 0 0,0-1 0 0 0,-1 1 1 0 0,10 4 1848 0 0,-4-3-2213 0 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0:54.58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1 798 0 0,'5'3'777'0'0,"2"3"351"0"0,-1 3 8439 0 0,-1 0 1228 0 0,5 6-7648 0 0,-9-13-3150 0 0,1-13-4327 0 0,-2 11 4474 0 0,0-1 0 0 0,0 0 0 0 0,1 1 0 0 0,-1-1 0 0 0,0 1-1 0 0,0-1 1 0 0,0 1 0 0 0,0-1 0 0 0,0 0 0 0 0,0 1 0 0 0,0-1 0 0 0,0 1 0 0 0,0-1 0 0 0,0 1 0 0 0,0-1 0 0 0,0 0 0 0 0,-1 1 0 0 0,1-1-1 0 0,0 1 1 0 0,0-1 0 0 0,0 1 0 0 0,-1-1 0 0 0,1 1 0 0 0,0-1 0 0 0,-1 1 0 0 0,1-1 0 0 0,-1 0 0 0 0,-5-6-1668 0 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0:54.86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 14 1527 0 0,'-4'-13'19942'0'0,"10"19"-16189"0"0,-5-4-4923 0 0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0:55.55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16 10 1018 0 0,'0'0'2398'0'0,"-15"-9"2311"0"0,15 13-5567 0 0,3 20 18092 0 0,0-10-15522 0 0,-2-13-1713 0 0,19 4-2132 0 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0:55.83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13 0 1101 0 0,'-13'8'24062'0'0,"21"2"-21559"0"0,6 2-6309 0 0,-5-6 5771 0 0,-5 0-5764 0 0,-8 6 7987 0 0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0:56.81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4 892 0 0,'2'0'13659'0'0,"6"3"-5472"0"0,1 0-4712 0 0,-7-3-3477 0 0,0 11 5 0 0,-4-8-3 0 0,-4-9 0 0 0,-2-4 0 0 0,4 3-2 0 0,3 6-6 0 0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1:17.63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672 44 359 0 0,'-18'-3'25840'0'0,"11"38"-25835"0"0,5-27 0 0 0,0 1-11 0 0,0-1 0 0 0,0 1 0 0 0,0 0 0 0 0,1 16 0 0 0,0-9 26 0 0,1-14-26 0 0,1 11 5 0 0,0-3 18 0 0,0-8-21 0 0,-1 1-11 0 0,1-2 16 0 0,-1 1 0 0 0,1-1 0 0 0,-1 1 0 0 0,1-1-1 0 0,0 1 1 0 0,-1-1 0 0 0,1 1 0 0 0,0-1 0 0 0,0 0 0 0 0,0 1-1 0 0,0-1 1 0 0,0 0 0 0 0,0 0 0 0 0,1 0 0 0 0,-1 0 0 0 0,0 0-1 0 0,1 0 1 0 0,-1 0 0 0 0,3 1 0 0 0,-3-1-21 0 0,27-13 17 0 0,-25 10 4 0 0,0 0 0 0 0,-1-1 0 0 0,1 1 0 0 0,-1 0 0 0 0,1-1 0 0 0,-1 0 0 0 0,0 1 0 0 0,0-1 0 0 0,0 0 1 0 0,0 0-1 0 0,-1 0 0 0 0,1 0 0 0 0,-1 0 0 0 0,0-1 0 0 0,0 1 0 0 0,0 0 0 0 0,0-1 0 0 0,0 1 0 0 0,-1-1 1 0 0,0 1-1 0 0,0 0 0 0 0,0-1 0 0 0,0-6 0 0 0,0-4-4 0 0,0 11-15 0 0,1-31-3176 0 0,-1 23 759 0 0,-2-27-11859 0 0,2 36 12921 0 0,-3-23 1636 0 0,-2 28-225 0 0,0-1 0 0 0,1 1 1 0 0,-1 0-1 0 0,1 0 0 0 0,-1 1 1 0 0,1-1-1 0 0,0 1 0 0 0,0 0 1 0 0,-3 5-1 0 0,-32 47-313 0 0,30-42 365 0 0,0 0 0 0 0,-1 0 0 0 0,-12 12 0 0 0,5-10 45 0 0,-1 0 1 0 0,-1-2-1 0 0,0 0 1 0 0,-1-1-1 0 0,-21 11 1 0 0,-26 4 3740 0 0,15-8 8473 0 0,50-19-12223 0 0,-9 4 3016 0 0,7-3-2986 0 0,28-1-76 0 0,49 2-59 0 0,-68-2-2 0 0,-3-1-41 0 0,20 11 24 0 0,-17-9-3 0 0,-4-1 0 0 0,1 0 0 0 0,-1 0 1 0 0,1 0-1 0 0,-1 1 0 0 0,0-1 0 0 0,0 0 1 0 0,1 0-1 0 0,-1 1 0 0 0,0-1 0 0 0,0 0 0 0 0,0 1 1 0 0,0-1-1 0 0,0 1 0 0 0,-1 0 0 0 0,1-1 1 0 0,0 1-1 0 0,-1 0 0 0 0,1-1 0 0 0,-1 1 1 0 0,1 2-1 0 0,6 54-2977 0 0,-8-52 1545 0 0,0 0 0 0 0,0 0 0 0 0,-1 0 0 0 0,0 0 0 0 0,-5 8 0 0 0,4-8 472 0 0,0 0-1 0 0,-1 0 0 0 0,0-1 1 0 0,-8 9-1 0 0,4-7 692 0 0,0 0-1 0 0,-1 0 1 0 0,1 0-1 0 0,-2-1 1 0 0,1-1-1 0 0,-17 8 1 0 0,6-4 935 0 0,-1-2 0 0 0,0 0 0 0 0,-30 5 0 0 0,-19-3-1737 0 0,63-9 1098 0 0,0 1 0 0 0,0-1 0 0 0,1 0-1 0 0,-1-1 1 0 0,0 0 0 0 0,0 0 0 0 0,1 0 0 0 0,-1-1-1 0 0,1 0 1 0 0,-1 0 0 0 0,1-1 0 0 0,0 1-1 0 0,0-2 1 0 0,0 1 0 0 0,0 0 0 0 0,1-1-1 0 0,-1 0 1 0 0,-8-9 0 0 0,9 8 258 0 0,1-1-1 0 0,0 0 1 0 0,0-1 0 0 0,0 1-1 0 0,0-1 1 0 0,1 1 0 0 0,0-1 0 0 0,1 0-1 0 0,-1 0 1 0 0,1 0 0 0 0,1-1-1 0 0,-1 1 1 0 0,1 0 0 0 0,1-1 0 0 0,-1 1-1 0 0,2-15 1 0 0,0 12-649 0 0,0 1-1 0 0,1-1 1 0 0,0 0-1 0 0,1 1 1 0 0,0 0-1 0 0,0-1 1 0 0,1 1-1 0 0,1 0 1 0 0,-1 1-1 0 0,1-1 1 0 0,8-9-1 0 0,-4 7-333 0 0,0 0 0 0 0,1 1 0 0 0,0 0 0 0 0,0 0 0 0 0,1 1 0 0 0,1 1 0 0 0,16-10 0 0 0,-6 8-2125 0 0,-20 9 839 0 0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1:18.24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523 1 880 0 0,'5'2'14684'0'0,"-13"6"-6172"0"0,4-1-6374 0 0,1 1-2138 0 0,-1 1 0 0 0,-1-1 0 0 0,0 0 0 0 0,0-1 0 0 0,0 1 0 0 0,-1-1 0 0 0,0 0 0 0 0,-10 8 0 0 0,-60 47 0 0 0,62-51 0 0 0,-36 27-34 0 0,-2-1 0 0 0,-2-4 1 0 0,-104 50-1 0 0,152-81-619 0 0,0 0 0 0 0,0 0-1 0 0,-1-1 1 0 0,1 1-1 0 0,0-2 1 0 0,-11 1 0 0 0,15-1-877 0 0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1:19.64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1290 176 787 0 0,'-25'17'3758'0'0,"19"-14"-4277"0"0,-11 2 18831 0 0,11-3-17220 0 0,4-2-776 0 0,-11-1 1769 0 0,11 1-2065 0 0,-1 0 0 0 0,1 0 0 0 0,0 0 0 0 0,0-1-1 0 0,-1 1 1 0 0,1-1 0 0 0,0 0 0 0 0,0 1 0 0 0,0-1 0 0 0,0 0 0 0 0,0 0 0 0 0,0 0 0 0 0,0 0 0 0 0,0-1 0 0 0,1 1 0 0 0,-1-1 0 0 0,0 1 0 0 0,1-1 0 0 0,-1 1 0 0 0,1-1 0 0 0,-1 0-1 0 0,1 0 1 0 0,-1-2 0 0 0,0 0-30 0 0,1 0-1 0 0,-1 0 0 0 0,1 0 1 0 0,1-1-1 0 0,-1 1 1 0 0,1 0-1 0 0,-1-1 0 0 0,1-5 1 0 0,1-2-14 0 0,0 1 1 0 0,1-1 0 0 0,0 1-1 0 0,1-1 1 0 0,0 1 0 0 0,9-21-1 0 0,-11 30 11 0 0,2-2-134 0 0,6-7-5578 0 0,0 3-5087 0 0,-7 8 10732 0 0,-1-1 0 0 0,1 1 1 0 0,0-1-1 0 0,-1 1 1 0 0,1 0-1 0 0,0 0 0 0 0,-1 0 1 0 0,1 0-1 0 0,0 0 1 0 0,0 0-1 0 0,-1 0 0 0 0,1 1 1 0 0,0-1-1 0 0,-1 1 0 0 0,1-1 1 0 0,0 1-1 0 0,-1 0 1 0 0,1-1-1 0 0,-1 1 0 0 0,1 0 1 0 0,-1 0-1 0 0,3 2 0 0 0,29 30 531 0 0,-31-31 21 0 0,-1 1 1 0 0,1-1 0 0 0,-1 1 0 0 0,0 0-1 0 0,0 0 1 0 0,0-1 0 0 0,0 1 0 0 0,0 0-1 0 0,-1 0 1 0 0,1 3 0 0 0,0 0-746 0 0,-1-1 0 0 0,0 1 0 0 0,0-1 0 0 0,0 1 0 0 0,-1 0 0 0 0,1-1 0 0 0,-4 10-1 0 0,0-6 243 0 0,1 0-1 0 0,-2-1 1 0 0,1 0-1 0 0,-1 0 0 0 0,0 0 1 0 0,-1-1-1 0 0,0 1 0 0 0,0-1 1 0 0,0-1-1 0 0,-1 1 0 0 0,0-1 1 0 0,-1 0-1 0 0,-9 6 0 0 0,4-5 58 0 0,0 1-1 0 0,-1-2 0 0 0,1 0 0 0 0,-1 0 1 0 0,0-1-1 0 0,-1-1 0 0 0,-22 4 0 0 0,35-8-28 0 0,0 0 0 0 0,0 0 0 0 0,0 1 0 0 0,0-1 0 0 0,0 0 0 0 0,0-1 0 0 0,-1 1 0 0 0,1 0 0 0 0,0-1 0 0 0,0 1 0 0 0,0-1 0 0 0,0 1 0 0 0,0-1 0 0 0,0 0 0 0 0,0 0 0 0 0,0 0 0 0 0,1 0 0 0 0,-1 0 0 0 0,0-1 0 0 0,-2-1 0 0 0,2 0 13 0 0,-1 0 1 0 0,1 0-1 0 0,0 0 1 0 0,0-1-1 0 0,0 1 1 0 0,0 0-1 0 0,1-1 1 0 0,0 0-1 0 0,-1 1 1 0 0,0-7-1 0 0,0-3 225 0 0,0 0-1 0 0,1 1 1 0 0,1-1-1 0 0,0 0 1 0 0,2-20 0 0 0,0 22-859 0 0,0-9 8536 0 0,-6 21-3340 0 0,-5 11-2445 0 0,2-3-2222 0 0,0-1 0 0 0,0 0-1 0 0,0 0 1 0 0,-1-1-1 0 0,0 0 1 0 0,-1 0 0 0 0,0-1-1 0 0,-12 7 1 0 0,-31 13-2498 0 0,0-5-3402 0 0,14-10 1215 0 0,-3-6 4637 0 0,35-5 296 0 0,1 0-1 0 0,0-1 1 0 0,0 1 0 0 0,0-1-1 0 0,0 0 1 0 0,0 0 0 0 0,0-1-1 0 0,0 0 1 0 0,0 0 0 0 0,0 0 0 0 0,1 0-1 0 0,-1-1 1 0 0,-8-5 0 0 0,-10-20-593 0 0,15 17 13098 0 0,19 28-15804 0 0,0 3 5816 0 0,-4-5-2543 0 0,-1 0 1 0 0,-1 0-1 0 0,0 1 1 0 0,5 29-1 0 0,-9-36-139 0 0,0 0 1 0 0,-1 1-1 0 0,0-1 1 0 0,-1 0-1 0 0,0 0 1 0 0,0 1-1 0 0,-1-1 0 0 0,0 0 1 0 0,0 0-1 0 0,-5 10 1 0 0,0-4-644 0 0,0-1 0 0 0,-1 1 1 0 0,-1-2-1 0 0,0 1 0 0 0,-1-1 1 0 0,0 0-1 0 0,-1-1 0 0 0,-1 0 1 0 0,1-1-1 0 0,-2 0 0 0 0,0-1 1 0 0,0 0-1 0 0,-1-1 1 0 0,0-1-1 0 0,0 0 0 0 0,-1-1 1 0 0,-21 7-1 0 0,9-4 485 0 0,-1-1 0 0 0,0-1-1 0 0,0-1 1 0 0,-44 4 0 0 0,60-9 220 0 0,0-2 0 0 0,0 1 1 0 0,0-2-1 0 0,0 0 0 0 0,-1 0 0 0 0,1-1 0 0 0,1 0 0 0 0,-1-1 1 0 0,0-1-1 0 0,1 0 0 0 0,-1 0 0 0 0,1-1 0 0 0,-15-10 0 0 0,20 11 213 0 0,0-2-1 0 0,0 1 0 0 0,1-1 0 0 0,0 0 1 0 0,0 0-1 0 0,0 0 0 0 0,1-1 1 0 0,0 1-1 0 0,1-1 0 0 0,-1 0 1 0 0,1 0-1 0 0,0-1 0 0 0,1 1 1 0 0,0 0-1 0 0,0-1 0 0 0,-1-13 0 0 0,1 9 91 0 0,1 0 0 0 0,1 0 0 0 0,-1 1-1 0 0,2-1 1 0 0,0 0 0 0 0,0 0-1 0 0,1 1 1 0 0,1-1 0 0 0,0 1 0 0 0,6-17-1 0 0,2 8-781 0 0,0 1-1 0 0,1 0 0 0 0,1 0 0 0 0,0 2 1 0 0,2 0-1 0 0,0 0 0 0 0,30-25 0 0 0,0 6-3879 0 0,90-56 0 0 0,-30 28-3308 0 0,-53 34 4677 0 0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1:20.06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1 1562 0 0,'1'2'15523'0'0,"1"9"-9117"0"0,-1-7-5463 0 0,-2-3-885 0 0,1-1-1 0 0,0 1 0 0 0,0 0 1 0 0,0-1-1 0 0,0 1 0 0 0,0-1 1 0 0,0 1-1 0 0,0-1 0 0 0,0 1 1 0 0,0 0-1 0 0,0-1 0 0 0,1 1 1 0 0,-1-1-1 0 0,0 1 0 0 0,0-1 0 0 0,0 1 1 0 0,1-1-1 0 0,-1 1 0 0 0,0-1 1 0 0,1 1-1 0 0,-1-1 0 0 0,0 1 1 0 0,1-1-1 0 0,-1 1 0 0 0,0-1 1 0 0,1 0-1 0 0,-1 1 0 0 0,1-1 1 0 0,0 1-1 0 0,9 4-3 0 0,-9-4-106 0 0,-14-2-11567 0 0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1:20.45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1 1501 0 0,'0'0'6494'0'0,"15"23"7855"0"0,-9-16-10479 0 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1:20.68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1 1130 0 0,'0'0'8420'0'0,"12"9"-8856"0"0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1:21.423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21 73 976 0 0,'-1'-3'15212'0'0,"0"-5"-8454"0"0,1-2-3527 0 0,2 16-3214 0 0,-2-6-16 0 0,0 0-1 0 0,-1-1 0 0 0,1 1 1 0 0,0 0-1 0 0,0 0 0 0 0,-1 0 1 0 0,1 0-1 0 0,0 0 0 0 0,0 0 0 0 0,0 0 1 0 0,-1 0-1 0 0,1 0 0 0 0,0 0 1 0 0,0 1-1 0 0,-1-1 0 0 0,1 0 1 0 0,0 0-1 0 0,0 0 0 0 0,-1 0 1 0 0,1 0-1 0 0,0 0 0 0 0,0 0 0 0 0,0 1 1 0 0,-1-1-1 0 0,1 0 0 0 0,0 0 1 0 0,0 0-1 0 0,0 0 0 0 0,0 1 1 0 0,0-1-1 0 0,-1 0 0 0 0,1 0 0 0 0,0 0 1 0 0,0 1-1 0 0,0-1 0 0 0,0 0 1 0 0,0 0-1 0 0,0 1 0 0 0,0-1 1 0 0,0 0-1 0 0,0 0 0 0 0,0 1 1 0 0,0-1-1 0 0,0 0 0 0 0,0 0 0 0 0,0 0 1 0 0,0 1-1 0 0,0-1 0 0 0,0 0 1 0 0,0 0-1 0 0,0 1 0 0 0,0-1 1 0 0,0 0-1 0 0,0 0 0 0 0,0 1 1 0 0,0-1-1 0 0,1 0 0 0 0,-1 0 0 0 0,0 0 1 0 0,0 1-1 0 0,0-1 0 0 0,1 0 1 0 0,-2 0-1 0 0,1 0 0 0 0,-1 0 0 0 0,1 0 0 0 0,-1 0 0 0 0,1 0 0 0 0,-1 0 0 0 0,1 0 0 0 0,-1 0 0 0 0,1 0 0 0 0,0 0 0 0 0,-1 0 0 0 0,1 0 0 0 0,-1 0 0 0 0,1 0 0 0 0,-1-1 0 0 0,1 1 0 0 0,0 0 0 0 0,-1 0 0 0 0,1-1 0 0 0,-1 1 0 0 0,1 0 0 0 0,0 0 0 0 0,-1-1 0 0 0,1 1 0 0 0,0 0 0 0 0,-1-1 0 0 0,1 1 0 0 0,0-1 0 0 0,0 1 0 0 0,-1 0 0 0 0,1-1 0 0 0,0 1 0 0 0,0-1 0 0 0,0 1 0 0 0,0-1 0 0 0,0 1 0 0 0,-1 0 0 0 0,1-1 0 0 0,0 1 0 0 0,0-1 0 0 0,-1-9-2 0 0,0 8-4 0 0,1 1 1 0 0,0 0-1 0 0,0 0 0 0 0,0 0 1 0 0,1-1-1 0 0,-1 1 0 0 0,0 0 1 0 0,0 0-1 0 0,1 0 0 0 0,-1 0 1 0 0,0-1-1 0 0,1 1 0 0 0,-1 0 1 0 0,1 0-1 0 0,0 0 0 0 0,-1 0 1 0 0,1 0-1 0 0,0 0 0 0 0,0 0 1 0 0,-1 1-1 0 0,1-1 0 0 0,0 0 1 0 0,0 0-1 0 0,0 0 0 0 0,0 1 1 0 0,0-1-1 0 0,0 1 0 0 0,0-1 1 0 0,2 0-1 0 0,31-12-178 0 0,-29 12 100 0 0,0 0-1 0 0,1 0 1 0 0,-1 1 0 0 0,1-1 0 0 0,0 1-1 0 0,-1 1 1 0 0,1-1 0 0 0,5 2 0 0 0,2 0 1198 0 0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1:22.82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17 789 0 0,'0'0'1279'0'0,"1"0"-2473"0"0,16-11 21843 0 0,-13 7-17207 0 0,-4 4-3438 0 0,1 0-1 0 0,-1 0 1 0 0,0-1-1 0 0,1 1 1 0 0,-1 0-1 0 0,0 0 1 0 0,1 0-1 0 0,-1 0 1 0 0,0 0-1 0 0,1-1 0 0 0,-1 1 1 0 0,0 0-1 0 0,1 0 1 0 0,-1 0-1 0 0,1 0 1 0 0,-1 0-1 0 0,0 0 1 0 0,1 0-1 0 0,-1 0 1 0 0,0 0-1 0 0,1 0 1 0 0,-1 0-1 0 0,1 1 0 0 0,-1-1 1 0 0,0 0-1 0 0,1 0 1 0 0,-1 0-1 0 0,0 0 1 0 0,1 1-1 0 0,-1-1 1 0 0,0 0-1 0 0,1 0 1 0 0,-1 0-1 0 0,0 1 1 0 0,0-1-1 0 0,1 0 0 0 0,-1 1 1 0 0,0-1-1 0 0,0 0 1 0 0,0 1-1 0 0,1-1 1 0 0,-1 0-1 0 0,0 1 1 0 0,0-1-1 0 0,0 0 1 0 0,0 1-1 0 0,4 5-357 0 0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1:23.96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1 178 870 0 0,'0'0'5947'0'0,"2"1"-3028"0"0,14 5 11565 0 0,-10-4-12490 0 0,7-2-1994 0 0,0-1 0 0 0,-1 0 0 0 0,1-1 0 0 0,21-5 0 0 0,8-1 0 0 0,1423-147-13255 0 0,-1328 144 15908 0 0,-135 11-2570 0 0,21-2 10432 0 0,-21 2-10544 0 0,-36 6-390 0 0,27-5 492 0 0,-126 23-2279 0 0,91-18-1577 0 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1:25.12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33 107 581 0 0,'0'0'766'0'0,"-5"-11"2680"0"0,0 3 4464 0 0,-14-9-4762 0 0,15 14 633 0 0,8 3-53 0 0,14 2-874 0 0,151-6-2850 0 0,16 1-27 0 0,-24 4-1941 0 0,217-25-11200 0 0,-274 15 13808 0 0,-12 2 53 0 0,131-10-630 0 0,-148 14 4316 0 0,0 2 4509 0 0,-60-1-8079 0 0,-11 2-4022 0 0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1:27.71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650 68 1229 0 0,'-3'-6'16761'0'0,"-5"-3"-10885"0"0,4 15-5685 0 0,0 1 0 0 0,0-1 0 0 0,0 1 0 0 0,1 0 0 0 0,0 0 0 0 0,1 0 1 0 0,0 0-1 0 0,0 0 0 0 0,0 1 0 0 0,1-1 0 0 0,-1 16 0 0 0,3 19-207 0 0,-1-39 48 0 0,7 8-31 0 0,0 4 5 0 0,-5-14-123 0 0,-1 0-1 0 0,1 0 1 0 0,-1 0 0 0 0,1-1 0 0 0,-1 1 0 0 0,1 0 0 0 0,0-1 0 0 0,-1 1 0 0 0,1-1 0 0 0,0 1 0 0 0,-1-1 0 0 0,1 0 0 0 0,0 0-1 0 0,0 0 1 0 0,0 0 0 0 0,-1 0 0 0 0,1 0 0 0 0,0 0 0 0 0,0-1 0 0 0,-1 1 0 0 0,1-1 0 0 0,0 1 0 0 0,2-2 0 0 0,-1 0-361 0 0,-1 0 0 0 0,1 0 0 0 0,-1 0 0 0 0,1 0 0 0 0,-1-1 0 0 0,0 1 1 0 0,0-1-1 0 0,0 1 0 0 0,0-1 0 0 0,-1 0 0 0 0,1 0 0 0 0,1-4 0 0 0,0 0-559 0 0,0-1-1 0 0,-1 1 1 0 0,1-1-1 0 0,-2 0 1 0 0,1 0-1 0 0,-1-9 0 0 0,-3-19-1026 0 0,0 27 1959 0 0,-1 1-1 0 0,0-1 1 0 0,-1 1 0 0 0,0 0-1 0 0,0 0 1 0 0,-1 0 0 0 0,0 1 0 0 0,0-1-1 0 0,-7-6 1 0 0,11 12 175 0 0,-5 1 3050 0 0,-12-1-1713 0 0,4 18-1814 0 0,0 0 0 0 0,-16 24-1 0 0,-14 17-705 0 0,36-47 1346 0 0,-1-2 0 0 0,0 1 0 0 0,-1-1 0 0 0,1-1 1 0 0,-2 1-1 0 0,1-2 0 0 0,-1 1 0 0 0,0-2 0 0 0,0 1 0 0 0,-1-2 0 0 0,0 1 1 0 0,-14 2-1 0 0,20-5-98 0 0,0-1 0 0 0,0 0-1 0 0,0-1 1 0 0,0 1 0 0 0,0-1 0 0 0,0 0 0 0 0,0-1 0 0 0,0 0 0 0 0,-1 0 0 0 0,2 0 0 0 0,-1 0 0 0 0,0-1 0 0 0,0 0 0 0 0,0 0 0 0 0,1-1 0 0 0,-1 0-1 0 0,1 0 1 0 0,0 0 0 0 0,0 0 0 0 0,0-1 0 0 0,0 0 0 0 0,0 0 0 0 0,1 0 0 0 0,0 0 0 0 0,0-1 0 0 0,-5-7 0 0 0,2 2-192 0 0,1 0 0 0 0,0 0 0 0 0,0-1 0 0 0,1 0 0 0 0,-4-13 0 0 0,0-12 4260 0 0,8 30-745 0 0,0-1-390 0 0,5 11-3133 0 0,0 1 216 0 0,33 44-133 0 0,-30-38-18 0 0,0-1-1 0 0,1 1 1 0 0,10 9-1 0 0,8 18 2 0 0,-24-18 2 0 0,-3-18-3 0 0,0 1 1 0 0,0-1-1 0 0,0 1 0 0 0,-1-1 1 0 0,1 0-1 0 0,-1 1 1 0 0,1-1-1 0 0,-1 0 0 0 0,0 0 1 0 0,0 0-1 0 0,0 0 0 0 0,0-1 1 0 0,-4 4-1 0 0,-36 24-5963 0 0,-48 26-1 0 0,1-6 841 0 0,87-48 4203 0 0,-1-1 303 0 0,0 1 1 0 0,0-1-1 0 0,1 1 1 0 0,-1-1-1 0 0,0 0 1 0 0,0 0-1 0 0,0 0 1 0 0,0-1-1 0 0,-4 0 0 0 0,-4-3-1454 0 0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1:28.02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508 2 876 0 0,'-2'-2'1642'0'0,"-4"9"2304"0"0,-17 19 6891 0 0,4-3-3661 0 0,8-12-5439 0 0,-28 22-1737 0 0,-2-2 0 0 0,-1-1 0 0 0,-75 38 0 0 0,47-28 0 0 0,56-32-40 0 0,3 0-82 0 0,0-2 0 0 0,0 0 0 0 0,-1 0-1 0 0,0-1 1 0 0,0 0 0 0 0,0-1-1 0 0,-14 3 1 0 0,9-5 1140 0 0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1:30.09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1847 16 867 0 0,'-8'-16'14424'0'0,"3"24"-6759"0"0,4-5-7300 0 0,-1 1 0 0 0,1 0 0 0 0,-1-1 0 0 0,1 1 0 0 0,0-1 0 0 0,0 1 0 0 0,1 0 0 0 0,-1 0-1 0 0,1 0 1 0 0,0 4 0 0 0,-6 27-1121 0 0,-4-11 756 0 0,10-23 0 0 0,-1 1 0 0 0,0 0 0 0 0,0 0 0 0 0,0 0 0 0 0,0-1-1 0 0,-1 1 1 0 0,1 0 0 0 0,0-1 0 0 0,-1 1 0 0 0,1-1 0 0 0,-1 0 0 0 0,1 1 0 0 0,-1-1 0 0 0,0 0 0 0 0,-1 1 0 0 0,0-2 0 0 0,1-1 0 0 0,-1 1 0 0 0,1-1 0 0 0,-1 0 0 0 0,1 0 0 0 0,0 0 0 0 0,-1 0 0 0 0,1-1 1 0 0,0 1-1 0 0,-4-3 0 0 0,3 0-618 0 0,-1 1-1 0 0,0-1 1 0 0,1 0 0 0 0,0-1 0 0 0,0 1 0 0 0,0 0 0 0 0,-3-7 0 0 0,-6-13-534 0 0,11 22 1267 0 0,-3 24-9504 0 0,-15 8 6614 0 0,14-24 2940 0 0,-1-1-1 0 0,1 1 0 0 0,-1-1 0 0 0,0-1 0 0 0,-8 6 0 0 0,12-9-160 0 0,0 0 0 0 0,0 0 1 0 0,0-1-1 0 0,0 1 0 0 0,0 0 0 0 0,-1-1 0 0 0,1 1 0 0 0,0-1 0 0 0,0 0 1 0 0,0 0-1 0 0,0 0 0 0 0,-1 0 0 0 0,1 0 0 0 0,0 0 0 0 0,0 0 0 0 0,0-1 1 0 0,0 1-1 0 0,0-1 0 0 0,-1 0 0 0 0,1 1 0 0 0,0-1 0 0 0,0 0 1 0 0,1 0-1 0 0,-1-1 0 0 0,0 1 0 0 0,0 0 0 0 0,0 0 0 0 0,1-1 0 0 0,-1 1 1 0 0,1-1-1 0 0,-3-2 0 0 0,-1-3 18 0 0,0 1 1 0 0,0-1-1 0 0,1 1 1 0 0,0-1-1 0 0,0 0 0 0 0,0-1 1 0 0,-2-7-1 0 0,-8-18-3 0 0,14 32-57 0 0,-8 24-10 0 0,1-7 529 0 0,0-1 0 0 0,-1 1 0 0 0,-12 16-1 0 0,17-28-521 0 0,0 0-1 0 0,0 0 1 0 0,-1 0-1 0 0,1 0 0 0 0,-1 0 1 0 0,0-1-1 0 0,0 0 0 0 0,0 0 1 0 0,-1 0-1 0 0,1 0 0 0 0,-1-1 1 0 0,1 0-1 0 0,-1 0 0 0 0,0 0 1 0 0,-6 2-1 0 0,8-4-28 0 0,-1 0 1 0 0,1 0-1 0 0,0 0 0 0 0,0 0 1 0 0,-1-1-1 0 0,1 1 1 0 0,0-1-1 0 0,0 0 0 0 0,0 0 1 0 0,0 0-1 0 0,0 0 1 0 0,0-1-1 0 0,0 1 0 0 0,0-1 1 0 0,0 0-1 0 0,1 1 1 0 0,-1-1-1 0 0,0 0 0 0 0,1-1 1 0 0,-4-4-1 0 0,-4-3 114 0 0,2-1-1 0 0,0 0 1 0 0,-11-19-1 0 0,0-9 48 0 0,18 37-55 0 0,-17 35-289 0 0,15-27 240 0 0,-35 44-36 0 0,21-31 2554 0 0,16-18-1981 0 0,-8 2 5891 0 0,8-2-6218 0 0,0-1-1 0 0,0 1 0 0 0,0 0 0 0 0,0-1 0 0 0,0 0 1 0 0,0 1-1 0 0,0-1 0 0 0,0 0 0 0 0,0 1 0 0 0,0-1 1 0 0,0 0-1 0 0,0 0 0 0 0,0 0 0 0 0,0 0 0 0 0,0 0 1 0 0,0 0-1 0 0,0 0 0 0 0,0 0 0 0 0,0 0 0 0 0,-1-1 0 0 0,1 1 1 0 0,0 0-1 0 0,0-1 0 0 0,0 1 0 0 0,1-1 0 0 0,-1 1 1 0 0,0-1-1 0 0,0 1 0 0 0,0-1 0 0 0,0 0 0 0 0,0 1 1 0 0,1-1-1 0 0,-1 0 0 0 0,0 0 0 0 0,0 1 0 0 0,1-1 1 0 0,-1 0-1 0 0,0-2 0 0 0,-16-24-1598 0 0,5-1-4559 0 0,-1-4-2742 0 0,12 30 7844 0 0,0 2 837 0 0,1 0 21 0 0,0 0-1 0 0,-1-1 0 0 0,1 1 1 0 0,-1 0-1 0 0,1 0 1 0 0,0-1-1 0 0,-1 1 0 0 0,1 0 1 0 0,0 0-1 0 0,0-1 1 0 0,-1 1-1 0 0,1 0 0 0 0,0-1 1 0 0,0 1-1 0 0,-1 0 0 0 0,1-1 1 0 0,0 1-1 0 0,0-1 1 0 0,0 1-1 0 0,0 0 0 0 0,-1-1 1 0 0,1 1-1 0 0,0-1 0 0 0,0 1 1 0 0,0-1-1 0 0,0 0 1 0 0,-2-4-49 0 0,-4 11 21 0 0,0 2 598 0 0,1 0 0 0 0,-2 0 0 0 0,1 0 0 0 0,-1-1 0 0 0,-8 7 0 0 0,10-9 1037 0 0,-1-1-1 0 0,1 0 1 0 0,-1-1 0 0 0,0 1-1 0 0,0-1 1 0 0,0 0-1 0 0,-12 3 1 0 0,16-5-1576 0 0,-2-1 33 0 0,0 0-1 0 0,0 0 0 0 0,0-1 0 0 0,0 1 0 0 0,0-1 0 0 0,0 0 0 0 0,-4-2 0 0 0,4 1-88 0 0,0 0 1 0 0,0-1-1 0 0,1 0 1 0 0,-1 0-1 0 0,1 0 1 0 0,0 0-1 0 0,0 0 1 0 0,-5-8-1 0 0,2-1 164 0 0,0-1-1 0 0,1 1 0 0 0,-5-24 0 0 0,10 35-150 0 0,-20 20-4 0 0,18-13-494 0 0,0 0 0 0 0,-1 0 0 0 0,1 0 1 0 0,-7 10-1 0 0,3-7-1155 0 0,0-1 1 0 0,-1 0-1 0 0,0 0 1 0 0,-15 13-1 0 0,12-13 30 0 0,0 0 0 0 0,-1-1 0 0 0,-18 10 0 0 0,-11-2 2250 0 0,29-12-578 0 0,0-1 0 0 0,0-1 0 0 0,0 1 0 0 0,0-2 0 0 0,0 0 0 0 0,0 0 0 0 0,0-1 1 0 0,0 0-1 0 0,0-1 0 0 0,0 0 0 0 0,1-1 0 0 0,-1 0 0 0 0,1-1 0 0 0,0 0 0 0 0,0-1 0 0 0,0 0 0 0 0,0 0 0 0 0,-11-9 1 0 0,10 3-551 0 0,-4-12 7683 0 0,14 21-7184 0 0,0 1 185 0 0,1 1 0 0 0,0-1 0 0 0,-1 0 0 0 0,1 1 0 0 0,0-1 0 0 0,0 0 0 0 0,0 0 0 0 0,-1 1 0 0 0,1-1 0 0 0,0 0 1 0 0,0 0-1 0 0,0 1 0 0 0,0-1 0 0 0,0 0 0 0 0,1 0 0 0 0,-1 1 0 0 0,0-1 0 0 0,0 0 0 0 0,1-1 0 0 0,3-16-4061 0 0,10 0 4186 0 0,-11 16 225 0 0,0 0-1 0 0,-1 1 1 0 0,1-1-1 0 0,0 0 1 0 0,0 1-1 0 0,0 0 1 0 0,0-1-1 0 0,1 1 1 0 0,2 0-1 0 0,-1 0 173 0 0,0 0-1 0 0,0 1 0 0 0,-1-1 1 0 0,1 1-1 0 0,0 1 0 0 0,8 0 1 0 0,16 8-1030 0 0,-26-8 150 0 0,0 0 1 0 0,0 1-1 0 0,0 0 0 0 0,-1-1 0 0 0,1 1 0 0 0,-1 0 0 0 0,1 0 0 0 0,-1 0 0 0 0,0 1 0 0 0,0-1 0 0 0,0 0 0 0 0,0 1 0 0 0,2 2 0 0 0,-2-1-476 0 0,0 1 0 0 0,-1-1 0 0 0,1 0 0 0 0,-1 1 0 0 0,0-1 0 0 0,0 1 0 0 0,0 0 0 0 0,-1-1 0 0 0,0 1 0 0 0,0 0 0 0 0,0-1 0 0 0,-1 10 0 0 0,-1-3-569 0 0,-1 1 0 0 0,0 0-1 0 0,0 0 1 0 0,-7 12 0 0 0,-9 14 2986 0 0,1-12-1677 0 0,-1-1 0 0 0,-1-1 0 0 0,-2-1 0 0 0,0 0 0 0 0,-26 19 0 0 0,-25 25 115 0 0,-74 64-1234 0 0,102-98-1383 0 0,-75 43-1 0 0,72-52-654 0 0,35-20 896 0 0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1:30.88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8 0 891 0 0,'-7'7'21902'0'0,"25"12"-19827"0"0,-15-15-1940 0 0,1 1 1 0 0,0-1-1 0 0,0-1 0 0 0,0 1 0 0 0,1 0 0 0 0,6 3 1 0 0,-10-7-172 0 0,1 1 1 0 0,-1-1 0 0 0,1 0 0 0 0,0 0-1 0 0,-1 0 1 0 0,1 0 0 0 0,-1 0 0 0 0,1 0 0 0 0,-1 0-1 0 0,1 0 1 0 0,0-1 0 0 0,-1 1 0 0 0,1-1-1 0 0,-1 1 1 0 0,1-1 0 0 0,-1 1 0 0 0,0-1-1 0 0,1 0 1 0 0,-1 0 0 0 0,3-1 0 0 0,13-10 530 0 0,-8 5 149 0 0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1:31.17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39 1 978 0 0,'20'20'25235'0'0,"-19"-19"-25237"0"0,9 5-749 0 0,-10-6 754 0 0,0 0-1 0 0,0 0 1 0 0,0 0 0 0 0,0 1 0 0 0,0-1-1 0 0,0 0 1 0 0,0 0 0 0 0,0 0-1 0 0,0 1 1 0 0,0-1 0 0 0,0 0-1 0 0,0 0 1 0 0,0 0 0 0 0,-1 1 0 0 0,1-1-1 0 0,0 0 1 0 0,0 0 0 0 0,0 0-1 0 0,0 1 1 0 0,0-1 0 0 0,0 0 0 0 0,-1 0-1 0 0,1 0 1 0 0,0 0 0 0 0,0 0-1 0 0,0 1 1 0 0,-1-1 0 0 0,1 0 0 0 0,0 0-1 0 0,0 0 1 0 0,0 0 0 0 0,-1 0-1 0 0,1 0 1 0 0,0 0 0 0 0,0 0 0 0 0,0 0-1 0 0,-1 0 1 0 0,1 0 0 0 0,0 0-1 0 0,0 0 1 0 0,-1 0 0 0 0,1 0 0 0 0,0 0-1 0 0,0 0 1 0 0,0 0 0 0 0,-1 0-1 0 0,1 0 1 0 0,0 0 0 0 0,0 0 0 0 0,0-1-1 0 0,-1 1 1 0 0,1 0 0 0 0,0 0-1 0 0,0 0 1 0 0,-1 0 0 0 0,-2-1-3 0 0,-1 1 0 0 0,0 0 0 0 0,0-1 0 0 0,1 0 0 0 0,-1 0 0 0 0,0 0 0 0 0,1 0 0 0 0,-1-1 0 0 0,1 1 0 0 0,-1-1 0 0 0,1 0 0 0 0,-5-3 0 0 0,-1-3 602 0 0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1:31.39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21 4 1194 0 0,'0'0'5050'0'0,"-20"-4"-2771"0"0,31 4-2204 0 0,4 5 10184 0 0,-11 4-1974 0 0,-7-3-7166 0 0,-4 2-3465 0 0,-4 0 853 0 0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1:32.20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540 17 857 0 0,'0'0'1424'0'0,"-9"-16"10367"0"0,6 27-10751 0 0,1 1-1 0 0,1-1 1 0 0,0 1 0 0 0,1 0-1 0 0,0 0 1 0 0,0-1 0 0 0,1 1-1 0 0,3 13 1 0 0,1 27 1745 0 0,-4-13-2784 0 0,1-4 1 0 0,-2 1 1 0 0,-7 60-1 0 0,6-85-5 0 0,-2-1 0 0 0,1 1 0 0 0,-1 0 0 0 0,-1-1-1 0 0,0 0 1 0 0,-1 0 0 0 0,0 0 0 0 0,0 0 0 0 0,-1-1-1 0 0,0 0 1 0 0,-1 0 0 0 0,0 0 0 0 0,-8 7 0 0 0,5-7-917 0 0,0 0 1 0 0,0 0 0 0 0,-1-1 0 0 0,0-1 0 0 0,-1 0-1 0 0,0 0 1 0 0,0-1 0 0 0,0-1 0 0 0,-1 0 0 0 0,1-1-1 0 0,-1 0 1 0 0,-17 2 0 0 0,20-4 356 0 0,-1-1-1 0 0,0-1 1 0 0,1 0-1 0 0,-1-1 1 0 0,0 0-1 0 0,1 0 1 0 0,-1-1-1 0 0,-14-5 1 0 0,14 4 894 0 0,0-2 0 0 0,1 0 0 0 0,-1 0 1 0 0,-18-13-1 0 0,20 12-348 0 0,1-1 1 0 0,0 0 0 0 0,0-1 0 0 0,0 1-1 0 0,1-2 1 0 0,0 1 0 0 0,1-1 0 0 0,0 0 0 0 0,0 0-1 0 0,1-1 1 0 0,0 0 0 0 0,0 0 0 0 0,1 0-1 0 0,1 0 1 0 0,0-1 0 0 0,0 1 0 0 0,1-1-1 0 0,0 0 1 0 0,1 0 0 0 0,0 1 0 0 0,1-1-1 0 0,0 0 1 0 0,3-17 0 0 0,-1 17-199 0 0,0 1 1 0 0,1 0-1 0 0,0-1 0 0 0,1 1 0 0 0,0 1 1 0 0,0-1-1 0 0,1 1 0 0 0,0-1 0 0 0,1 1 1 0 0,0 1-1 0 0,1-1 0 0 0,-1 1 1 0 0,2 0-1 0 0,-1 1 0 0 0,15-12 0 0 0,-3 6-1157 0 0,0 1 0 0 0,0 1 0 0 0,27-12 0 0 0,-33 18-122 0 0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1:32.72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19 36 989 0 0,'-1'-1'15594'0'0,"-3"-6"-8836"0"0,-3-6-3592 0 0,1-1-4037 0 0,7 14 940 0 0,2-1-128 0 0,1 1 0 0 0,-1 0 0 0 0,0 0 0 0 0,1 1 0 0 0,-1-1 0 0 0,0 1-1 0 0,1-1 1 0 0,-1 1 0 0 0,0 0 0 0 0,5 2 0 0 0,-5 15-1828 0 0,-8-9 4053 0 0,-2-4-2928 0 0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1:33.71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53 1007 0 0,'3'0'10849'0'0,"2"-3"-6280"0"0,11-7-656 0 0,-13 1 788 0 0,-2 7-3544 0 0,6 16-1236 0 0,-4-12 147 0 0,-6-11-39 0 0,1 4-29 0 0,1 3 0 0 0,0 0-1 0 0,0 0 0 0 0,1 0 1 0 0,-1 0-1 0 0,1-1 0 0 0,0 1 1 0 0,0 0-1 0 0,-1 0 0 0 0,1-1 1 0 0,1 1-1 0 0,-1-3 0 0 0,0 3-14 0 0,17 25-49 0 0,-17-23 48 0 0,0 0 1 0 0,0 0-1 0 0,0 0 1 0 0,0-1 0 0 0,0 1-1 0 0,0 0 1 0 0,0 0-1 0 0,1 0 1 0 0,-1 0 0 0 0,0-1-1 0 0,0 1 1 0 0,0 0-1 0 0,0 0 1 0 0,0 0-1 0 0,0 0 1 0 0,0 0 0 0 0,1-1-1 0 0,-1 1 1 0 0,0 0-1 0 0,0 0 1 0 0,0 0 0 0 0,0 0-1 0 0,0 0 1 0 0,1 0-1 0 0,-1 0 1 0 0,0 0 0 0 0,0 0-1 0 0,0 0 1 0 0,0 0-1 0 0,1 0 1 0 0,-1 0 0 0 0,0 0-1 0 0,0 0 1 0 0,0 0-1 0 0,1 0 1 0 0,-1 0 0 0 0,0 0-1 0 0,0 0 1 0 0,0 0-1 0 0,0 0 1 0 0,1 0-1 0 0,-1 0 1 0 0,0 0 0 0 0,0 0-1 0 0,0 0 1 0 0,0 0-1 0 0,1 0 1 0 0,-1 0 0 0 0,0 1-1 0 0,0-1 1 0 0,0 0-1 0 0,0 0 1 0 0,0 0 0 0 0,0 0-1 0 0,1 0 1 0 0,-1 1-1 0 0,0-1 1 0 0,0 0 0 0 0,0 0-1 0 0,0 0 1 0 0,0 0-1 0 0,0 1 1 0 0,0-1 0 0 0,0 0-1 0 0,1-1 70 0 0,0 0-1 0 0,-1 0 1 0 0,1 1 0 0 0,0-1 0 0 0,0 0-1 0 0,0 0 1 0 0,-1 0 0 0 0,1 1-1 0 0,0-1 1 0 0,0 1 0 0 0,0-1-1 0 0,0 0 1 0 0,0 1 0 0 0,3-1-1 0 0,9-1-1102 0 0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2:10.16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1353 23 996 0 0,'-5'2'14424'0'0,"-14"11"-7329"0"0,12-3-6629 0 0,0 0 1 0 0,0 1 0 0 0,0-1-1 0 0,2 1 1 0 0,-1 1 0 0 0,1-1-1 0 0,1 1 1 0 0,-4 15 0 0 0,-3 39-2990 0 0,10-54 837 0 0,1-1 0 0 0,1 1 1 0 0,1 15-1 0 0,-1-25 1244 0 0,-1-1 1 0 0,0 1 0 0 0,1 0 0 0 0,-1-1-1 0 0,1 1 1 0 0,-1 0 0 0 0,1-1 0 0 0,0 1-1 0 0,-1-1 1 0 0,1 1 0 0 0,0-1 0 0 0,0 1-1 0 0,0-1 1 0 0,2 2 0 0 0,-2-3 266 0 0,-1 1 0 0 0,1-1 0 0 0,0 1 0 0 0,0-1 0 0 0,-1 0-1 0 0,1 1 1 0 0,0-1 0 0 0,0 0 0 0 0,0 0 0 0 0,0 1 0 0 0,0-1 0 0 0,-1 0 0 0 0,1 0 0 0 0,0 0 0 0 0,0 0 0 0 0,0 0 0 0 0,0 0 0 0 0,0 0 0 0 0,1-1 0 0 0,3-1 148 0 0,0 0 0 0 0,-1 0 0 0 0,1-1 0 0 0,-1 1 0 0 0,1-1 0 0 0,-1 0 0 0 0,5-5 1 0 0,-1-1 164 0 0,0 0 1 0 0,0 0 0 0 0,-1-1 0 0 0,-1 0 0 0 0,0 0 0 0 0,0-1 0 0 0,-1 1 0 0 0,0-1 0 0 0,-1 0-1 0 0,0-1 1 0 0,4-23 0 0 0,-7 27-412 0 0,1 0-1 0 0,-1 0 0 0 0,-1-1 1 0 0,0 1-1 0 0,0-1 0 0 0,0 1 1 0 0,-1 0-1 0 0,0-1 1 0 0,-5-13-1 0 0,-12-15 2232 0 0,17 37-1780 0 0,0-1 0 0 0,1 1 1 0 0,-1 0-1 0 0,0 0 0 0 0,0-1 1 0 0,0 1-1 0 0,0 0 1 0 0,1 0-1 0 0,-1 0 0 0 0,0 0 1 0 0,0 0-1 0 0,0 0 0 0 0,0 0 1 0 0,0 0-1 0 0,1 1 1 0 0,-1-1-1 0 0,0 0 0 0 0,0 0 1 0 0,0 1-1 0 0,1-1 0 0 0,-1 1 1 0 0,-1-1-1 0 0,-18 10 4824 0 0,8-3-4675 0 0,0 0 0 0 0,1 1 0 0 0,-13 11 0 0 0,-53 61-6103 0 0,3-4 219 0 0,62-65 5794 0 0,0-1 1 0 0,-20 11-1 0 0,14-10-116 0 0,-2 0 0 0 0,1-2 0 0 0,-1 0 0 0 0,-39 10 0 0 0,52-17-80 0 0,0-1 0 0 0,0 0 0 0 0,0 0 1 0 0,0-1-1 0 0,0 0 0 0 0,0 0 1 0 0,0 0-1 0 0,-10-3 0 0 0,14 3-24 0 0,-1-1 0 0 0,1-1 1 0 0,-1 1-1 0 0,1 0 0 0 0,0-1 0 0 0,-1 0 0 0 0,1 0 0 0 0,0 0 0 0 0,0 0 1 0 0,0 0-1 0 0,0-1 0 0 0,1 1 0 0 0,-1-1 0 0 0,1 0 0 0 0,-1 0 0 0 0,-3-6 1 0 0,4 5 54 0 0,0 0 0 0 0,1-1 0 0 0,-1 1 0 0 0,1-1 0 0 0,0 0 1 0 0,0 1-1 0 0,0-1 0 0 0,1 0 0 0 0,-1 0 0 0 0,1 0 1 0 0,1-5-1 0 0,5-27 4109 0 0,-5 35-4001 0 0,0-14 1682 0 0,0 27 2237 0 0,1 31 1866 0 0,-4-13-6037 0 0,-2 1 0 0 0,0 0 0 0 0,-2-1 1 0 0,-2 0-1 0 0,0 0 0 0 0,-2-1 0 0 0,-1 0 0 0 0,-1-1 1 0 0,-27 46-1 0 0,27-59-595 0 0,1 0 0 0 0,-2-1 0 0 0,0 0 0 0 0,0-1 0 0 0,-1 0 0 0 0,0-1-1 0 0,-1-1 1 0 0,-19 10 0 0 0,14-9-352 0 0,-1-1 0 0 0,0 0-1 0 0,-1-2 1 0 0,0-1 0 0 0,0 0-1 0 0,-24 2 1 0 0,21-5 808 0 0,-1-2 0 0 0,1-1 0 0 0,0-1 0 0 0,-1-2 0 0 0,-37-6 0 0 0,49 6 335 0 0,0-1-1 0 0,1 0 0 0 0,-1-2 1 0 0,1 1-1 0 0,0-2 0 0 0,1 1 1 0 0,-1-2-1 0 0,1 0 1 0 0,0 0-1 0 0,1-1 0 0 0,-18-15 1 0 0,25 19 157 0 0,0-1 0 0 0,1 1 1 0 0,-1-1-1 0 0,1 1 1 0 0,0-1-1 0 0,0 0 1 0 0,0 0-1 0 0,1-1 1 0 0,-1 1-1 0 0,1 0 0 0 0,1-1 1 0 0,-1 1-1 0 0,1-1 1 0 0,0 0-1 0 0,0 0 1 0 0,0-7-1 0 0,2 4 51 0 0,0 0 1 0 0,0 0-1 0 0,1 0 0 0 0,0 0 0 0 0,0 1 1 0 0,1-1-1 0 0,0 1 0 0 0,1-1 0 0 0,7-12 1 0 0,0 3-383 0 0,0 1 0 0 0,2 0 0 0 0,20-22 0 0 0,-10 17-2842 0 0,30-25 1 0 0,15-1-3456 0 0,-38 31 1109 0 0,-19 10 2569 0 0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2:10.42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93 3 1048 0 0,'-5'21'21703'0'0,"-1"-13"-17993"0"0,-3-9-3428 0 0,-5-4-811 0 0,8 4 485 0 0,1 0 0 0 0,-1-1 0 0 0,0 0 0 0 0,0 0 0 0 0,1-1-1 0 0,0 0 1 0 0,-1 0 0 0 0,-6-5 0 0 0,11 7-612 0 0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2:11.173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169 27 1454 0 0,'-20'-11'1136'0'0,"-1"1"6208"0"0,8 4 2772 0 0,31 18-4941 0 0,38 11-4183 0 0,-39-17-942 0 0,0 1-1 0 0,0 0 1 0 0,17 12 0 0 0,-29-16-63 0 0,-1-1 0 0 0,0 2 0 0 0,0-1-1 0 0,0 0 1 0 0,-1 1 0 0 0,1 0 0 0 0,-1 0 0 0 0,0 0 0 0 0,0 0 0 0 0,0 0-1 0 0,0 1 1 0 0,-1-1 0 0 0,0 1 0 0 0,0-1 0 0 0,3 10 0 0 0,-5-8-8 0 0,1-1 1 0 0,-1 1 0 0 0,0-1 0 0 0,0 0 0 0 0,0 1 0 0 0,-1-1 0 0 0,0 1 0 0 0,0-1-1 0 0,-1 0 1 0 0,1 0 0 0 0,-1 1 0 0 0,0-1 0 0 0,0 0 0 0 0,-4 6 0 0 0,0-1-101 0 0,-1 0 0 0 0,1 0 0 0 0,-2-1 0 0 0,1 0 0 0 0,-15 13 0 0 0,-79 55-9970 0 0,22-19 4897 0 0,76-56 5048 0 0,0 0 0 0 0,0 0 0 0 0,0 0 0 0 0,0 0 0 0 0,0 0 0 0 0,-1-1 0 0 0,1 1 1 0 0,0-1-1 0 0,-6 1 0 0 0,-17-3 8110 0 0,14-2-8095 0 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2:11.71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1094 9 944 0 0,'-1'-8'902'0'0,"-3"16"90"0"0,2-2-653 0 0,1-4 130 0 0,-14 1 3022 0 0,4 0 4439 0 0,4 4-7068 0 0,0 1 1 0 0,1-1-1 0 0,0 1 1 0 0,1 1-1 0 0,0-1 1 0 0,0 1 0 0 0,1-1-1 0 0,-5 15 1 0 0,-23 39 2521 0 0,27-57-3432 0 0,0 1 0 0 0,0-1 0 0 0,-1 0 0 0 0,0 0 0 0 0,0 0 1 0 0,0-1-1 0 0,-1 0 0 0 0,1 0 0 0 0,-1-1 0 0 0,0 0 0 0 0,0 0 0 0 0,0 0 1 0 0,-12 2-1 0 0,0-1-234 0 0,1 0 0 0 0,-1-1-1 0 0,1-1 1 0 0,-28 0 0 0 0,4-8-1187 0 0,36 4 777 0 0,1 0 1 0 0,0 0-1 0 0,0 0 1 0 0,0 0-1 0 0,0-1 1 0 0,0 0-1 0 0,1 0 1 0 0,-1 0-1 0 0,1-1 1 0 0,0 1-1 0 0,0-1 1 0 0,0 0-1 0 0,-6-8 1 0 0,6 6 524 0 0,0 0 0 0 0,1-1 0 0 0,0 1 0 0 0,0 0 0 0 0,-4-14 0 0 0,7 18 181 0 0,-3-8 1026 0 0,2 0 7502 0 0,1 23-8303 0 0,0 1 0 0 0,0 0 0 0 0,-2 0 0 0 0,0-1 0 0 0,0 1 0 0 0,-1-1 0 0 0,-1 1 0 0 0,0-1 0 0 0,-8 16 0 0 0,2-9-1190 0 0,0-1-1 0 0,-2 0 1 0 0,0 0-1 0 0,-1-2 1 0 0,-19 20-1 0 0,0-4-1398 0 0,-2-1 1 0 0,-46 33-1 0 0,-20 7 3494 0 0,51-39-1238 0 0,-54 39-1186 0 0,88-60 459 0 0,0 1 0 0 0,1 0 0 0 0,0 1 0 0 0,-13 18 0 0 0,25-30 568 0 0,1 0 1 0 0,0 0-1 0 0,-1 0 0 0 0,1 1 1 0 0,0-1-1 0 0,0 0 1 0 0,0 0-1 0 0,0 1 0 0 0,1-1 1 0 0,-1 1-1 0 0,1-1 0 0 0,-1 5 1 0 0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2:11.973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8 1 1435 0 0,'-5'7'19467'0'0,"3"1"-14231"0"0,29 12-5187 0 0,-25-19-200 0 0,16 7-112 0 0,-13-8 259 0 0,1-1 0 0 0,-1 1-1 0 0,1-1 1 0 0,-1 0 0 0 0,0 0-1 0 0,1-1 1 0 0,-1 1-1 0 0,0-1 1 0 0,0 0 0 0 0,6-4-1 0 0,0 0-1400 0 0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2:12.17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18 15 1568 0 0,'-1'-1'12264'0'0,"-6"-5"-3936"0"0,-3-1-6598 0 0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2:12.70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520 146 1208 0 0,'-17'17'854'0'0,"14"-16"123"0"0,0 1 0 0 0,0-1 0 0 0,0 0 0 0 0,0 1 0 0 0,0-1 0 0 0,0-1 0 0 0,0 1 0 0 0,-6 0 0 0 0,-28-2 9637 0 0,14-5-6523 0 0,21 6-4072 0 0,0 0-1 0 0,0-1 1 0 0,0 1-1 0 0,0-1 1 0 0,0 1 0 0 0,0-1-1 0 0,0 0 1 0 0,1 0-1 0 0,-1 0 1 0 0,0 0-1 0 0,0 0 1 0 0,1 0 0 0 0,-1-1-1 0 0,1 1 1 0 0,-1 0-1 0 0,1-1 1 0 0,0 1-1 0 0,-1-1 1 0 0,1 0-1 0 0,0 1 1 0 0,0-1 0 0 0,0 0-1 0 0,0 0 1 0 0,0 1-1 0 0,0-1 1 0 0,1 0-1 0 0,-1 0 1 0 0,1 0 0 0 0,-1 0-1 0 0,1 0 1 0 0,0 0-1 0 0,0 0 1 0 0,0 0-1 0 0,0 0 1 0 0,0 0-1 0 0,0 0 1 0 0,0 0 0 0 0,1 0-1 0 0,-1 0 1 0 0,1 0-1 0 0,0 0 1 0 0,-1 0-1 0 0,3-3 1 0 0,1-4-42 0 0,1 1-1 0 0,-1 0 1 0 0,2 0 0 0 0,-1 0-1 0 0,1 0 1 0 0,11-10 0 0 0,-14 15 23 0 0,0 0 0 0 0,0 0 0 0 0,1 0 0 0 0,-1 1 0 0 0,1-1 0 0 0,0 1 0 0 0,0 0 0 0 0,0 0 0 0 0,0 0 0 0 0,6-2 0 0 0,-10 4 0 0 0,1 0 0 0 0,0 0 0 0 0,0 0 0 0 0,0 0 0 0 0,0 0 0 0 0,0 0 0 0 0,0 0 0 0 0,-1 0 0 0 0,1 0 0 0 0,0 1 0 0 0,0-1 0 0 0,0 0 0 0 0,0 0 0 0 0,0 1 0 0 0,-1-1 0 0 0,1 1 0 0 0,0-1 0 0 0,0 1 0 0 0,-1-1 0 0 0,2 2 0 0 0,0-1 0 0 0,-1 1 0 0 0,0 0 0 0 0,0-1 0 0 0,0 1 0 0 0,-1 0 0 0 0,1 0 0 0 0,0-1 0 0 0,0 1 0 0 0,-1 0 0 0 0,0 0 0 0 0,1 0 0 0 0,-1 0 0 0 0,0 2 0 0 0,1 6 0 0 0,-1-1 0 0 0,0 0 0 0 0,0 1 0 0 0,-1-1 0 0 0,-1 0 0 0 0,1 0 0 0 0,-1 1 0 0 0,-1-1 0 0 0,0-1 0 0 0,-7 16 0 0 0,3-11 0 0 0,0-1 0 0 0,-1 1 0 0 0,-1-1 0 0 0,0-1 0 0 0,0 0 0 0 0,-14 12 0 0 0,-6 2 0 0 0,-2-1 0 0 0,-1-1 0 0 0,0-2 0 0 0,-43 20 0 0 0,29-15-52 0 0,16-9-199 0 0,-1-1 1 0 0,-41 15 0 0 0,72-31 249 0 0,-1 0-1 0 0,1 1 1 0 0,-1-1-1 0 0,0 0 0 0 0,1 1 1 0 0,-1-1-1 0 0,1 0 1 0 0,-1 0-1 0 0,0 0 1 0 0,1 0-1 0 0,-1 1 0 0 0,0-1 1 0 0,1 0-1 0 0,-1 0 1 0 0,0 0-1 0 0,1 0 1 0 0,-1-1-1 0 0,0 1 0 0 0,1 0 1 0 0,-1 0-1 0 0,0 0 1 0 0,1 0-1 0 0,-1-1 1 0 0,1 1-1 0 0,-1 0 0 0 0,0-1 1 0 0,1 1-1 0 0,-1 0 1 0 0,1-1-1 0 0,-1 1 1 0 0,1-1-1 0 0,-1 1 0 0 0,1 0 1 0 0,-1-1-1 0 0,1 1 1 0 0,0-1-1 0 0,-1 0 1 0 0,1 1-1 0 0,0-1 0 0 0,-1 1 1 0 0,1-1-1 0 0,0 0 1 0 0,0 1-1 0 0,-1-2 1 0 0,3-27-314 0 0,-1 24 1163 0 0,1-11-508 0 0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2:12.958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602 1 1526 0 0,'-2'1'663'0'0,"-13"11"572"0"0,-103 83 13111 0 0,20-11-6548 0 0,-8-7-6388 0 0,68-52-1797 0 0,-1-2-1 0 0,-1-1 1 0 0,-75 27-1 0 0,112-48 424 0 0,-16 3-1572 0 0,18-4 1597 0 0,1-1-1 0 0,-1 1 0 0 0,0-1 1 0 0,1 0-1 0 0,-1 1 1 0 0,1-1-1 0 0,-1 0 0 0 0,1 1 1 0 0,-1-1-1 0 0,1 0 0 0 0,-1 0 1 0 0,1 1-1 0 0,0-1 1 0 0,0 0-1 0 0,-1 0 0 0 0,1 0 1 0 0,0 0-1 0 0,0 1 1 0 0,0-1-1 0 0,0 0 0 0 0,0 0 1 0 0,0 0-1 0 0,0-1 0 0 0,1-13-1009 0 0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2:13.268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133 17 1543 0 0,'-8'1'13734'0'0,"-8"2"-7282"0"0,11 3-5951 0 0,2-1-58 0 0,0 0 1 0 0,-1 0-1 0 0,0-1 0 0 0,0 0 1 0 0,-7 7-1 0 0,10-10-392 0 0,-1 0 0 0 0,1-1 0 0 0,-1 1 0 0 0,1 0 0 0 0,-1 0 0 0 0,1-1-1 0 0,-1 1 1 0 0,0-1 0 0 0,1 1 0 0 0,-1-1 0 0 0,1 0 0 0 0,-1 0 0 0 0,0 1 0 0 0,1-1 0 0 0,-1 0 0 0 0,0-1-1 0 0,0 1 1 0 0,1 0 0 0 0,-1 0 0 0 0,1-1 0 0 0,-1 1 0 0 0,0-1 0 0 0,1 1 0 0 0,-1-1 0 0 0,-2-1 0 0 0,2 1-51 0 0,0 0-1 0 0,1 0 1 0 0,-1 0 0 0 0,0 0 0 0 0,1-1 0 0 0,-1 1 0 0 0,0 0 0 0 0,1-1 0 0 0,0 1 0 0 0,-1-1 0 0 0,1 1 0 0 0,0-1 0 0 0,0 0 0 0 0,0 1 0 0 0,0-1 0 0 0,0 0-1 0 0,0 0 1 0 0,0 0 0 0 0,1 0 0 0 0,-1 0 0 0 0,0-2 0 0 0,-1-4-6 0 0,2 6-90 0 0,0 1-783 0 0,1-1 919 0 0,0 1-1 0 0,0-1 1 0 0,0 1-1 0 0,0-1 1 0 0,1 1-1 0 0,-1 0 1 0 0,0-1 0 0 0,1 1-1 0 0,2-2 1 0 0,-1 4-43 0 0,0-1 0 0 0,1 1 1 0 0,-1 0-1 0 0,0 0 0 0 0,0 0 1 0 0,0 0-1 0 0,0 0 0 0 0,0 1 1 0 0,0-1-1 0 0,0 1 0 0 0,0 0 1 0 0,-1 0-1 0 0,1 0 0 0 0,-1 0 1 0 0,1 0-1 0 0,-1 1 0 0 0,2 2 1 0 0,6 9-1868 0 0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2:14.22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33 57 802 0 0,'0'0'3465'0'0,"-20"-1"12192"0"0,16 0-10020 0 0,0-2-4180 0 0,2-4-3380 0 0,1-2 3028 0 0,1 9-1107 0 0,-1-6-24 0 0,4-9 47 0 0,-3 13-82 0 0,19-11 48 0 0,-16 13-135 0 0,-1 0 1 0 0,1 1-1 0 0,0-1 1 0 0,-1 1-1 0 0,1-1 1 0 0,0 1-1 0 0,-1 0 1 0 0,1 0 0 0 0,-1 0-1 0 0,1 1 1 0 0,3 1-1 0 0,-17 13 1533 0 0,-6 0-905 0 0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2:15.143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191 1 1022 0 0,'-1'1'13826'0'0,"-5"7"-5852"0"0,5-7-7777 0 0,1 0 0 0 0,-1-1 0 0 0,1 1-1 0 0,-1-1 1 0 0,1 1 0 0 0,0 0-1 0 0,-1-1 1 0 0,1 1 0 0 0,0 0 0 0 0,0-1-1 0 0,-1 1 1 0 0,1 0 0 0 0,0 0-1 0 0,0-1 1 0 0,0 1 0 0 0,0 0 0 0 0,0-1-1 0 0,0 1 1 0 0,0 1 0 0 0,11 10-571 0 0,-10-11 205 0 0,13 11 169 0 0,0 0 0 0 0,0-2 0 0 0,1 0 0 0 0,1 0 0 0 0,-1-1 0 0 0,1-1 0 0 0,29 10 0 0 0,-9-3 0 0 0,43 25 0 0 0,-70-34 0 0 0,-9-6 0 0 0,1 1 0 0 0,-1 0 0 0 0,1-1 0 0 0,0 1 0 0 0,-1-1 0 0 0,0 1 0 0 0,1 0 0 0 0,-1-1 0 0 0,1 1 0 0 0,-1 0 0 0 0,0 0 0 0 0,1-1 0 0 0,-1 1 0 0 0,0 0 0 0 0,0 0 0 0 0,0 0 0 0 0,1-1 0 0 0,-1 1 0 0 0,0 0 0 0 0,0 0 0 0 0,0 0 0 0 0,0-1 0 0 0,-1 1 0 0 0,1 0 0 0 0,0 0 0 0 0,0 0 0 0 0,0-1 0 0 0,-1 1 0 0 0,1 0 0 0 0,0 0 0 0 0,-1-1 0 0 0,1 1 0 0 0,-1 0 0 0 0,1-1 0 0 0,0 1 0 0 0,-1 0 0 0 0,0-1 0 0 0,1 1 0 0 0,-2 0 0 0 0,-5 4-56 0 0,0 0 0 0 0,0 0 1 0 0,0-1-1 0 0,-1 0 0 0 0,1-1 1 0 0,-1 0-1 0 0,-12 4 1 0 0,-8 3-211 0 0,-46 21-1504 0 0,-98 46-8696 0 0,70-26 9526 0 0,100-50 178 0 0,-8 9 461 0 0,7-7 1487 0 0,8-10 772 0 0,-4 6-1884 0 0,-1 1 1 0 0,1-1 0 0 0,0 0-1 0 0,-1 0 1 0 0,1 0 0 0 0,-1 1-1 0 0,0-1 1 0 0,1 0 0 0 0,-1 0-1 0 0,0 0 1 0 0,1 0 0 0 0,-1 0-1 0 0,0 0 1 0 0,0 0-1 0 0,0 0 1 0 0,0 1 0 0 0,0-1-1 0 0,0 0 1 0 0,0 0 0 0 0,0 0-1 0 0,-1-2 1 0 0,-1-11-1068 0 0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2:15.47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105 11 1617 0 0,'0'0'700'0'0,"-17"-10"11327"0"0,14 11-11696 0 0,1 1-1 0 0,0-1 1 0 0,0 1 0 0 0,0 0-1 0 0,0-1 1 0 0,0 1 0 0 0,0 0-1 0 0,0 1 1 0 0,0-1 0 0 0,1 0-1 0 0,-1 0 1 0 0,1 1 0 0 0,0-1-1 0 0,-1 1 1 0 0,1-1 0 0 0,1 1-1 0 0,-1-1 1 0 0,0 1 0 0 0,0 0-1 0 0,0 4 1 0 0,-7 68 4353 0 0,7-60-4442 0 0,-10 295-242 0 0,9-203 0 0 0,3-98-19 0 0,-1-1-1 0 0,-1 0 1 0 0,0 1 0 0 0,0-1 0 0 0,0 1 0 0 0,-1-1 0 0 0,0 0 0 0 0,-1 0 0 0 0,0 0 0 0 0,-4 8 0 0 0,-6-6 229 0 0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2:16.86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1912 1 1449 0 0,'0'0'2349'0'0,"-6"4"5231"0"0,-7 9-2944 0 0,3 34 5135 0 0,6-27-9696 0 0,-2-2 0 0 0,0 1 0 0 0,-18 34 0 0 0,16-37-548 0 0,3-6-673 0 0,1-1 0 0 0,-2 0-1 0 0,-8 11 1 0 0,13-18 857 0 0,-1 0 0 0 0,0 0 0 0 0,0 0-1 0 0,0 0 1 0 0,0-1 0 0 0,0 1 0 0 0,0 0 0 0 0,-1-1 0 0 0,1 0-1 0 0,0 1 1 0 0,-1-1 0 0 0,1 0 0 0 0,-1 0 0 0 0,1-1 0 0 0,-1 1-1 0 0,0 0 1 0 0,-5 0 0 0 0,-14 0-2368 0 0,19 0 2502 0 0,0-1 0 0 0,0 1-1 0 0,0-1 1 0 0,0 0 0 0 0,0 0-1 0 0,0 0 1 0 0,0 0 0 0 0,0 0-1 0 0,0-1 1 0 0,0 0 0 0 0,0 1-1 0 0,0-1 1 0 0,0 0 0 0 0,1 0-1 0 0,-1-1 1 0 0,0 1 0 0 0,1 0-1 0 0,-1-1 1 0 0,1 0 0 0 0,-1 0-1 0 0,1 0 1 0 0,0 0 0 0 0,-4-3-1 0 0,0-2 158 0 0,-1-1-1 0 0,1 0 0 0 0,0 0 1 0 0,1 0-1 0 0,0-1 1 0 0,0 0-1 0 0,1 0 1 0 0,0 0-1 0 0,1-1 0 0 0,0 1 1 0 0,0-1-1 0 0,1 1 1 0 0,0-1-1 0 0,1 0 0 0 0,0 0 1 0 0,1-10-1 0 0,0 18-14 0 0,-2-18-268 0 0,2 14 621 0 0,0 17 2240 0 0,-3 31 9156 0 0,-7 0-8573 0 0,6-29-4559 0 0,0-1 0 0 0,-1 1 0 0 0,-1-1 0 0 0,0 0 0 0 0,-1-1 0 0 0,0 1 0 0 0,-13 15 0 0 0,15-21 379 0 0,-1-1-1 0 0,1 1 1 0 0,-1-1-1 0 0,-13 8 1 0 0,14-10 876 0 0,0 0-1 0 0,1-1 1 0 0,-1 0 0 0 0,0 0-1 0 0,0 0 1 0 0,0-1 0 0 0,-8 2-1 0 0,9-3 370 0 0,1 1 0 0 0,0-1-1 0 0,-1 0 1 0 0,1-1-1 0 0,0 1 1 0 0,-1 0 0 0 0,1-1-1 0 0,0 0 1 0 0,-1 0-1 0 0,1 0 1 0 0,0 0 0 0 0,0 0-1 0 0,0-1 1 0 0,0 1-1 0 0,0-1 1 0 0,0 0 0 0 0,1 0-1 0 0,-1 0 1 0 0,0 0-1 0 0,1-1 1 0 0,0 1 0 0 0,-1 0-1 0 0,1-1 1 0 0,0 0-1 0 0,0 0 1 0 0,0 1 0 0 0,1-1-1 0 0,-3-5 1 0 0,-10-28 2902 0 0,5-4-3462 0 0,7 21-1457 0 0,0-1 0 0 0,2 1 0 0 0,0-1 1 0 0,3-20-1 0 0,-3 38 1764 0 0,-3 11 946 0 0,0 6 5628 0 0,2-10-553 0 0,-3 8-5689 0 0,0 0 1 0 0,-1-1-1 0 0,0 0 1 0 0,-1 0-1 0 0,0 0 1 0 0,-1 0-1 0 0,-9 12 1 0 0,10-18-299 0 0,1 1 1 0 0,-1-1 0 0 0,0 1 0 0 0,-1-2 0 0 0,1 1-1 0 0,-1-1 1 0 0,0 0 0 0 0,0 0 0 0 0,-1-1 0 0 0,0 0-1 0 0,-14 6 1 0 0,7-11 108 0 0,13 0-226 0 0,1 1 0 0 0,-1 0 0 0 0,0 0-1 0 0,1-1 1 0 0,-1 1 0 0 0,0-1 0 0 0,1 1-1 0 0,-1-1 1 0 0,1 0 0 0 0,-1 0 0 0 0,1 0-1 0 0,-1 0 1 0 0,1 0 0 0 0,-1 0 0 0 0,1 0-1 0 0,0 0 1 0 0,0 0 0 0 0,-1-1 0 0 0,1 1-1 0 0,0 0 1 0 0,0-1 0 0 0,1 1 0 0 0,-1-1-1 0 0,0 1 1 0 0,0-1 0 0 0,0-3 0 0 0,-1 1 481 0 0,-3-10-844 0 0,0 0 0 0 0,2 0 0 0 0,0-1 0 0 0,0 1 0 0 0,1-1 0 0 0,1 0 0 0 0,0 0 0 0 0,2-16 0 0 0,-1 21 140 0 0,0 8 24 0 0,-4 9 6145 0 0,-4 13-4158 0 0,6-16-1753 0 0,-3 6 75 0 0,-1 1 0 0 0,-1-1-1 0 0,0 0 1 0 0,0-1 0 0 0,-1 0-1 0 0,0 0 1 0 0,0 0 0 0 0,-1-1-1 0 0,0 0 1 0 0,-1-1 0 0 0,1 0-1 0 0,-1-1 1 0 0,-1 0 0 0 0,1 0 0 0 0,-14 4-1 0 0,-12 4-73 0 0,0-1 0 0 0,-1-2-1 0 0,-53 9 1 0 0,19-12-1451 0 0,52-7 3 0 0,1-2 1 0 0,0 0-1 0 0,0-1 1 0 0,-27-5-1 0 0,37 4 967 0 0,-1 1 0 0 0,0-1-1 0 0,1-1 1 0 0,-1 1 0 0 0,1-1-1 0 0,0-1 1 0 0,0 0 0 0 0,-8-6 0 0 0,12 7 716 0 0,0 0 0 0 0,0 0 0 0 0,0 0 0 0 0,0 0 0 0 0,0-1 0 0 0,1 0 0 0 0,0 0 0 0 0,0 0 0 0 0,1 0 1 0 0,-1 0-1 0 0,1-1 0 0 0,0 1 0 0 0,-2-11 0 0 0,3 13 370 0 0,0 0 0 0 0,0 0 0 0 0,1 0 0 0 0,0 0 0 0 0,-1 0 1 0 0,1 0-1 0 0,0 0 0 0 0,0 0 0 0 0,1 0 0 0 0,-1 0 0 0 0,1 0 0 0 0,-1 0 0 0 0,1 0 0 0 0,0 0 0 0 0,0 0 0 0 0,0 0 1 0 0,1 0-1 0 0,-1 0 0 0 0,1 1 0 0 0,2-5 0 0 0,-2 5-417 0 0,1 0 1 0 0,-1 0 0 0 0,1 1-1 0 0,-1-1 1 0 0,1 1 0 0 0,0-1-1 0 0,0 1 1 0 0,-1 0 0 0 0,1 0-1 0 0,0 0 1 0 0,0 0-1 0 0,0 1 1 0 0,0-1 0 0 0,0 1-1 0 0,0 0 1 0 0,0-1 0 0 0,4 2-1 0 0,0-1-717 0 0,0 1 0 0 0,0 0 1 0 0,0 0-1 0 0,0 1 0 0 0,0-1 0 0 0,0 2 0 0 0,0-1 0 0 0,-1 1 1 0 0,1 0-1 0 0,-1 0 0 0 0,0 1 0 0 0,0 0 0 0 0,0 0 0 0 0,0 0 0 0 0,-1 1 1 0 0,9 9-1 0 0,-12-12 305 0 0,0 1 1 0 0,0 0-1 0 0,-1 0 1 0 0,1 0-1 0 0,-1 0 1 0 0,1 0-1 0 0,-1 0 1 0 0,0 0-1 0 0,0 0 1 0 0,-1 1 0 0 0,1-1-1 0 0,-1 0 1 0 0,1 0-1 0 0,-1 1 1 0 0,0-1-1 0 0,0 1 1 0 0,-1-1-1 0 0,1 0 1 0 0,-1 4-1 0 0,-1-2 211 0 0,0 0-1 0 0,0 0 0 0 0,-1 0 1 0 0,1 0-1 0 0,-1 0 1 0 0,0 0-1 0 0,-1-1 1 0 0,1 1-1 0 0,-1-1 0 0 0,-6 6 1 0 0,-4 2 174 0 0,-1-1 1 0 0,0 0 0 0 0,-1-1-1 0 0,0-1 1 0 0,-33 14 0 0 0,18-12-60 0 0,1-1 0 0 0,-2-2 0 0 0,1-1 0 0 0,-59 5 0 0 0,23-8 452 0 0,-84-7 0 0 0,128 6-391 0 0,23-2-93 0 0,-1-1 1 0 0,1 0 0 0 0,-1 1-1 0 0,1-1 1 0 0,0 0-1 0 0,-1 1 1 0 0,1-1 0 0 0,-1 0-1 0 0,1 1 1 0 0,0-1 0 0 0,-1 1-1 0 0,1-1 1 0 0,0 1-1 0 0,0-1 1 0 0,-1 1 0 0 0,1-1-1 0 0,0 1 1 0 0,0-1 0 0 0,0 1-1 0 0,0-1 1 0 0,0 1-1 0 0,0-1 1 0 0,-1 2 0 0 0,2 2 24 0 0,0 0 0 0 0,0-1-1 0 0,0 1 1 0 0,0 0 0 0 0,1 0 0 0 0,-1-1 0 0 0,5 7 0 0 0,-4-5 67 0 0,14 29-75 0 0,-2 1 0 0 0,-2 1 0 0 0,9 41 0 0 0,16 114-275 0 0,-29-144 275 0 0,-4-15-413 0 0,0 43 0 0 0,-4-52-1109 0 0,1 0 0 0 0,1-1-1 0 0,9 44 1 0 0,-4-59-1056 0 0,-5-6 2009 0 0,6 5-1656 0 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2:17.28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14 0 868 0 0,'-1'2'13488'0'0,"-3"7"-5167"0"0,-3 4-4593 0 0,5-6-3399 0 0,4 8-849 0 0,-2-12 518 0 0,-1-1 1 0 0,2 1 0 0 0,-1 0 0 0 0,0-1-1 0 0,0 1 1 0 0,1 0 0 0 0,0-1 0 0 0,-1 1-1 0 0,1-1 1 0 0,0 1 0 0 0,0-1 0 0 0,0 1-1 0 0,1-1 1 0 0,-1 0 0 0 0,0 0 0 0 0,1 1-1 0 0,3 2 1 0 0,0 1-72 0 0,-4-5-420 0 0,30 0 488 0 0,-9-8 599 0 0,-12 2-594 0 0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2:17.53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19 1 1398 0 0,'-5'-1'2710'0'0,"-5"4"7114"0"0,10-3-9435 0 0,0 1 1 0 0,-1-1-1 0 0,1 1 0 0 0,0-1 1 0 0,-1 0-1 0 0,1 1 0 0 0,0-1 1 0 0,0 1-1 0 0,-1-1 0 0 0,1 1 1 0 0,0-1-1 0 0,0 1 0 0 0,0-1 1 0 0,0 1-1 0 0,0-1 0 0 0,0 1 1 0 0,-1-1-1 0 0,1 1 0 0 0,0-1 1 0 0,1 1-1 0 0,-1-1 0 0 0,0 1 0 0 0,0-1 1 0 0,0 2-1 0 0,7 14 2160 0 0,24 25-3282 0 0,-14-28 411 0 0,-17-13 328 0 0,1 0 1 0 0,-1 1 0 0 0,0-1 0 0 0,1 0 0 0 0,-1 0 0 0 0,0 0-1 0 0,1 0 1 0 0,-1 0 0 0 0,1 0 0 0 0,-1 0 0 0 0,0 0 0 0 0,1 0 0 0 0,-1 0-1 0 0,1 0 1 0 0,-1 0 0 0 0,0 0 0 0 0,1 0 0 0 0,-1 0 0 0 0,1 0-1 0 0,-1 0 1 0 0,0 0 0 0 0,1-1 0 0 0,-1 1 0 0 0,0 0 0 0 0,1 0-1 0 0,-1 0 1 0 0,0-1 0 0 0,1 1 0 0 0,-1 0 0 0 0,0 0 0 0 0,0-1 0 0 0,1 1-1 0 0,-1-1 1 0 0,0 1 10 0 0,1-1 0 0 0,-1 0 0 0 0,0 0 0 0 0,1 1-1 0 0,-1-1 1 0 0,0 0 0 0 0,0 0 0 0 0,0 1 0 0 0,0-1-1 0 0,0 0 1 0 0,0 0 0 0 0,0 1 0 0 0,0-1 0 0 0,0 0 0 0 0,0 0-1 0 0,0 1 1 0 0,-1-1 0 0 0,1 0 0 0 0,0 0 0 0 0,0 1-1 0 0,-1-1 1 0 0,1 0 0 0 0,0 1 0 0 0,-1-1 0 0 0,1 0 0 0 0,-1 1-1 0 0,1-1 1 0 0,-1 1 0 0 0,1-1 0 0 0,-1 1 0 0 0,0-1-1 0 0,0 0 1 0 0,-11-8-1353 0 0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2:17.75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69 0 1440 0 0,'-21'3'20017'0'0,"20"3"-15032"0"0,-1 1-5246 0 0,2-5 226 0 0,1-1 0 0 0,-1 1 0 0 0,0 0 0 0 0,1-1 0 0 0,-1 1 0 0 0,1 0 0 0 0,-1-1 0 0 0,1 1 0 0 0,0-1 0 0 0,-1 1 0 0 0,3 1 0 0 0,3 9 183 0 0,-6-9-135 0 0,0 0-1 0 0,-1 0 1 0 0,1 0 0 0 0,-1 0-1 0 0,1 0 1 0 0,-1 0 0 0 0,0 0-1 0 0,0 0 1 0 0,0-1 0 0 0,-1 1 0 0 0,1 0-1 0 0,0-1 1 0 0,-1 1 0 0 0,0-1-1 0 0,0 1 1 0 0,0-1 0 0 0,0 0-1 0 0,0 0 1 0 0,0 0 0 0 0,0 0 0 0 0,-1 0-1 0 0,1 0 1 0 0,-4 1 0 0 0,-16 12-13 0 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2:18.10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28 1 1118 0 0,'0'0'1054'0'0,"-15"4"4895"0"0,10-1-292 0 0,2 5 2946 0 0,0 1-4566 0 0,3-7-4072 0 0,-1-1 1 0 0,1 1-1 0 0,0-1 1 0 0,0 1-1 0 0,-1-1 1 0 0,1 1-1 0 0,0 0 0 0 0,1-1 1 0 0,-1 1-1 0 0,0-1 1 0 0,0 1-1 0 0,1-1 1 0 0,-1 1-1 0 0,1-1 0 0 0,-1 1 1 0 0,1-1-1 0 0,0 1 1 0 0,-1-1-1 0 0,1 1 1 0 0,0-1-1 0 0,0 0 1 0 0,0 0-1 0 0,2 3 0 0 0,-2-3-639 0 0,2-2 384 0 0,22 0 1653 0 0,-22 1-2495 0 0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2:18.34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0 1222 0 0,'7'0'545'0'0,"-9"2"1283"0"0,2-2-1692 0 0,-1 0 1 0 0,1 0-1 0 0,0 1 0 0 0,0-1 0 0 0,-1 0 0 0 0,1 0 1 0 0,0 0-1 0 0,-1 1 0 0 0,1-1 0 0 0,0 0 0 0 0,0 0 0 0 0,-1 1 1 0 0,1-1-1 0 0,0 0 0 0 0,0 0 0 0 0,0 1 0 0 0,-1-1 1 0 0,1 0-1 0 0,0 1 0 0 0,0-1 0 0 0,0 0 0 0 0,0 1 1 0 0,0-1-1 0 0,0 0 0 0 0,0 1 0 0 0,0-1 0 0 0,-1 0 0 0 0,1 1 1 0 0,1-1-1 0 0,-1 0 0 0 0,0 1 0 0 0,0-1 0 0 0,0 1 1 0 0,0-1-1 0 0,0 0 0 0 0,0 1 0 0 0,0-1 0 0 0,0 0 1 0 0,0 1-1 0 0,1-1 0 0 0,-1 0 0 0 0,0 0 0 0 0,0 1 1 0 0,0-1-1 0 0,1 0 0 0 0,-1 1 0 0 0,0-1 0 0 0,1 0 0 0 0,10 7 13566 0 0,-1-6-10219 0 0,0-2-3711 0 0,-8 1-160 0 0,0-1 0 0 0,1 1 0 0 0,-1 0 0 0 0,0 0 0 0 0,0 0 0 0 0,0 1 0 0 0,0-1-1 0 0,1 0 1 0 0,-1 1 0 0 0,4 1 0 0 0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2:19.61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181 18 1489 0 0,'0'0'1662'0'0,"-8"-18"14696"0"0,16 19-15855 0 0,0 1-1 0 0,0 0 1 0 0,0 0 0 0 0,0 1-1 0 0,0 0 1 0 0,0 1-1 0 0,7 4 1 0 0,54 35 2095 0 0,-57-35-2512 0 0,-8-5-87 0 0,1 1 0 0 0,-1 1 0 0 0,0-1 0 0 0,0 0 0 0 0,0 1 0 0 0,0 0 0 0 0,-1 0 0 0 0,5 9 0 0 0,4 6 3 0 0,-11-18-3 0 0,-1-2 1 0 0,0 0 0 0 0,0 0 0 0 0,0 0 0 0 0,0 0 0 0 0,0 0 1 0 0,-1 0-1 0 0,1 0 0 0 0,0 0 0 0 0,0 0 0 0 0,0 0 0 0 0,0 0 0 0 0,0 0 0 0 0,0 0 0 0 0,0 0 0 0 0,0 1 0 0 0,-1-1 0 0 0,1 0 0 0 0,0 0 0 0 0,0 0 0 0 0,0 0 0 0 0,0 0 0 0 0,0 0 0 0 0,0 1 0 0 0,0-1 0 0 0,0 0 0 0 0,0 0 0 0 0,0 0 0 0 0,0 0 1 0 0,0 0-1 0 0,0 0 0 0 0,0 1 0 0 0,0-1 0 0 0,0 0 0 0 0,0 0 0 0 0,0 0 0 0 0,0 0 0 0 0,0 0 0 0 0,0 0 0 0 0,0 1 0 0 0,0-1 0 0 0,0 0 0 0 0,0 0 0 0 0,0 0 0 0 0,0 0 0 0 0,0 0 0 0 0,1 0 0 0 0,-1 0 0 0 0,0 1 0 0 0,0-1 0 0 0,0 0 0 0 0,0 0 1 0 0,0 0-1 0 0,0 0 0 0 0,0 0 0 0 0,0 0 0 0 0,1 0 0 0 0,-1 1 0 0 0,1-1 0 0 0,-1 1 0 0 0,1 0 0 0 0,0-1 0 0 0,-1 1 1 0 0,0 0-1 0 0,1 0 0 0 0,-1-1 0 0 0,0 1 0 0 0,1 0 0 0 0,-1 0 0 0 0,0-1 1 0 0,0 1-1 0 0,1 0 0 0 0,-1 0 0 0 0,0 0 0 0 0,0 0 0 0 0,0-1 1 0 0,0 1-1 0 0,0 0 0 0 0,0 0 0 0 0,0 0 0 0 0,-1-1 0 0 0,1 1 0 0 0,0 0 1 0 0,0 0-1 0 0,-1 0 0 0 0,1-1 0 0 0,0 1 0 0 0,-1 0 0 0 0,1 0 0 0 0,-1 0 1 0 0,-2 3-106 0 0,0-1 1 0 0,0 0-1 0 0,0 0 1 0 0,-1 0-1 0 0,1 0 1 0 0,0 0-1 0 0,-1-1 0 0 0,0 1 1 0 0,0-1-1 0 0,-8 3 1 0 0,2 1-239 0 0,-81 58-3849 0 0,31-19-2357 0 0,24-17 3468 0 0,-12 18 2875 0 0,42-40 158 0 0,-15 13 67 0 0,16-15 184 0 0,-1 1 1 0 0,1 0-1 0 0,0 0 1 0 0,0 1-1 0 0,1-1 1 0 0,-5 8-1 0 0,8-11-46 0 0,-9 1 10325 0 0,-1-1-6995 0 0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2:19.97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480 22 1228 0 0,'0'0'2280'0'0,"0"-6"2978"0"0,-5-9-219 0 0,-22 42-2554 0 0,-1 0 0 0 0,-1-2-1 0 0,-40 26 1 0 0,-7 7-15 0 0,47-35-2816 0 0,-23 20-3816 0 0,-91 57 1 0 0,135-94 1937 0 0,-1 1-1284 0 0,5-14 540 0 0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2:20.40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611 1 1694 0 0,'-22'19'6106'0'0,"5"-5"-372"0"0,1 1 0 0 0,-22 24 1 0 0,18-16-5195 0 0,-34 31 0 0 0,21-26-4170 0 0,-68 44 0 0 0,54-45-222 0 0,-53 24 0 0 0,0-11 4140 0 0,57-29-2347 0 0,41-11 1136 0 0,-3-4 4568 0 0,5 4-3698 0 0,-1 0 0 0 0,1 0-1 0 0,-1 0 1 0 0,1 0 0 0 0,-1-1-1 0 0,1 1 1 0 0,0 0 0 0 0,-1 0-1 0 0,1-1 1 0 0,-1 1 0 0 0,1 0-1 0 0,-1-1 1 0 0,1 1 0 0 0,0-1-1 0 0,-1 1 1 0 0,1 0 0 0 0,0-1-1 0 0,-1 1 1 0 0,1-1 0 0 0,0 1 0 0 0,0-1-1 0 0,-1 0 1 0 0,-1-11-3058 0 0,0-3 573 0 0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2:20.793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35 1 1183 0 0,'-11'10'22903'0'0,"8"-6"-20775"0"0,1 4-2128 0 0,0 0 0 0 0,0 1 0 0 0,1-1 0 0 0,0 1 0 0 0,0-1 0 0 0,1 1 0 0 0,0-1 0 0 0,0 1 0 0 0,4 16 0 0 0,-2-10 0 0 0,-1 184 0 0 0,-2-167 0 0 0,-17 185-108 0 0,18-213 97 0 0,0 0 0 0 0,0 0-1 0 0,0-1 1 0 0,1 1 0 0 0,0 0 0 0 0,-1-1-1 0 0,1 1 1 0 0,0 0 0 0 0,3 4-1 0 0,0 5-153 0 0,-4-11-1761 0 0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2:22.42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1103 83 731 0 0,'0'0'3356'0'0,"-3"12"573"0"0,0-2-983 0 0,1-3 6408 0 0,-6 10-3456 0 0,-7 32-5912 0 0,14-43 15 0 0,1 0 0 0 0,-1 0 0 0 0,1 0-1 0 0,0 0 1 0 0,0 0 0 0 0,2 10 0 0 0,1-16-34 0 0,0-1 0 0 0,-1 0 0 0 0,1 0 0 0 0,0 0 0 0 0,-1 0 0 0 0,1 0 0 0 0,0-1 0 0 0,-1 1 0 0 0,1-1 0 0 0,-1 1 0 0 0,0-1 0 0 0,0 0 0 0 0,0 0 0 0 0,0 0 0 0 0,0-1 0 0 0,0 1 0 0 0,0 0 0 0 0,-1-1 0 0 0,1 1 0 0 0,-1-1 0 0 0,1 1 0 0 0,-1-1 1 0 0,1-2-1 0 0,3-7-1171 0 0,-1 1 1 0 0,0-1 0 0 0,0 0-1 0 0,1-13 1 0 0,-4 20 215 0 0,0-1 0 0 0,-1 0 0 0 0,0 1 0 0 0,0-1 0 0 0,0 1-1 0 0,-1-1 1 0 0,0 1 0 0 0,0-1 0 0 0,0 1 0 0 0,-4-11 0 0 0,2 10 1041 0 0,0 0-1 0 0,0 0 0 0 0,-1 0 1 0 0,1 1-1 0 0,-6-6 0 0 0,8 9 472 0 0,-2 3-693 0 0,-1-1 1 0 0,0 1-1 0 0,1 0 0 0 0,-1 0 1 0 0,1 0-1 0 0,0 0 1 0 0,-1 1-1 0 0,1 0 1 0 0,0-1-1 0 0,0 1 1 0 0,0 0-1 0 0,0 0 1 0 0,0 1-1 0 0,0-1 1 0 0,1 1-1 0 0,-1-1 1 0 0,-2 5-1 0 0,-7 8 782 0 0,0 0-1 0 0,-10 20 1 0 0,1-2-606 0 0,6-13-39 0 0,-1-2 0 0 0,-1 0-1 0 0,-1-1 1 0 0,-37 28-1 0 0,-87 46 1243 0 0,118-77-1224 0 0,-82 41 640 0 0,104-54-702 0 0,-10 8-115 0 0,8-6 491 0 0,15-5 2289 0 0,31-3 6349 0 0,0 2-4586 0 0,-23 2-4513 0 0,0 2-1 0 0,0 0 1 0 0,0 0 0 0 0,0 2-1 0 0,0 1 1 0 0,-1 0-1 0 0,1 1 1 0 0,24 10-1 0 0,-40-14 142 0 0,-1 0 0 0 0,0 0-1 0 0,0 0 1 0 0,0 0-1 0 0,0 0 1 0 0,0 0-1 0 0,0 1 1 0 0,0-1 0 0 0,0 1-1 0 0,0-1 1 0 0,0 1-1 0 0,-1 0 1 0 0,1-1-1 0 0,-1 1 1 0 0,1 0 0 0 0,-1 0-1 0 0,0 0 1 0 0,0 0-1 0 0,0 0 1 0 0,0 1-1 0 0,0-1 1 0 0,0 0 0 0 0,0 0-1 0 0,-1 1 1 0 0,1-1-1 0 0,-1 0 1 0 0,0 1-1 0 0,0-1 1 0 0,0 1 0 0 0,0-1-1 0 0,0 0 1 0 0,0 1-1 0 0,0-1 1 0 0,-1 0-1 0 0,1 1 1 0 0,-2 2 0 0 0,-1 2-40 0 0,0-1 1 0 0,-1 1 0 0 0,1-1 0 0 0,-1 0 0 0 0,0-1 0 0 0,-1 1 0 0 0,1-1 0 0 0,-1 1 0 0 0,0-1 0 0 0,0-1 0 0 0,-8 6 0 0 0,-10 5-87 0 0,0-1 1 0 0,0-2-1 0 0,-45 18 0 0 0,-81 19-3643 0 0,118-40 3190 0 0,-32 9-2064 0 0,-90 14 1 0 0,120-27 2567 0 0,0-2 1 0 0,-1-1-1 0 0,1-2 0 0 0,-55-6 1 0 0,82 5 153 0 0,-1 0 0 0 0,1 0 1 0 0,-1-1-1 0 0,1 0 0 0 0,0 0 1 0 0,0-1-1 0 0,-12-5 1 0 0,16 6 10 0 0,0 1 0 0 0,0-1 0 0 0,0 0 0 0 0,0 0 0 0 0,0 0 0 0 0,0 0 0 0 0,1 0-1 0 0,-1 0 1 0 0,1 0 0 0 0,-1-1 0 0 0,1 1 0 0 0,0 0 0 0 0,0-1 0 0 0,0 1 0 0 0,0-1 0 0 0,0 0 0 0 0,1 1 0 0 0,-1-1 0 0 0,1 1 0 0 0,0-1 0 0 0,0 0 0 0 0,0 1 0 0 0,0-4 0 0 0,1-6 41 0 0,1 1 0 0 0,1-1 0 0 0,-1 1 0 0 0,2 0 0 0 0,0 0 0 0 0,0 0 0 0 0,1 0 0 0 0,0 1 0 0 0,1 0 0 0 0,12-18 0 0 0,10-8 1278 0 0,45-45 1 0 0,-65 73-1128 0 0,102-97 1989 0 0,10 10-10201 0 0,-112 89 5548 0 0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2:24.83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1912 1 1034 0 0,'-1'1'14214'0'0,"-3"8"-6520"0"0,2-6-7216 0 0,1 1-1 0 0,0-1 1 0 0,0 1 0 0 0,0 0-1 0 0,1-1 1 0 0,-1 1 0 0 0,0 5-1 0 0,5 31-895 0 0,-3-36 287 0 0,29 173-7213 0 0,-30-175 7400 0 0,0 0 231 0 0,0 0 0 0 0,-1 0 0 0 0,1 0 0 0 0,-1 1 0 0 0,1-1 0 0 0,-1 0 1 0 0,0 0-1 0 0,0 0 0 0 0,0 0 0 0 0,0-1 0 0 0,0 1 0 0 0,0 0 0 0 0,0 0 1 0 0,0 0-1 0 0,-1-1 0 0 0,1 1 0 0 0,-1-1 0 0 0,0 1 0 0 0,1-1 0 0 0,-3 2 1 0 0,0-1-289 0 0,-1 0 1 0 0,1 0 0 0 0,0 0 0 0 0,-1 0 0 0 0,1-1 0 0 0,-1 0 0 0 0,1 0 0 0 0,-1 0 0 0 0,-5 0 0 0 0,-1-1-241 0 0,0 1 0 0 0,0-2-1 0 0,1 0 1 0 0,-16-2 0 0 0,-10-8 2543 0 0,31 8-2285 0 0,-1 0-1 0 0,0-1 0 0 0,1 0 0 0 0,0 0 0 0 0,0 0 0 0 0,0 0 0 0 0,0-1 1 0 0,1 0-1 0 0,0 0 0 0 0,0 0 0 0 0,0 0 0 0 0,-5-12 0 0 0,2 4-292 0 0,0-1 0 0 0,2 0-1 0 0,0 0 1 0 0,-5-21 0 0 0,9 33 156 0 0,2 14-11368 0 0,-2 3 8852 0 0,0-4 2638 0 0,0 0-1 0 0,-1 0 1 0 0,-1 0 0 0 0,0-1-1 0 0,-7 18 1 0 0,7-22 2 0 0,0-1 1 0 0,0 0 0 0 0,0 0-1 0 0,-1-1 1 0 0,0 1-1 0 0,0-1 1 0 0,0 1-1 0 0,0-1 1 0 0,0 0-1 0 0,-1-1 1 0 0,0 1-1 0 0,-9 4 1 0 0,10-6-2 0 0,-1 1 1 0 0,1-2-1 0 0,-1 1 0 0 0,1 0 1 0 0,-1-1-1 0 0,0 0 1 0 0,0 0-1 0 0,1-1 0 0 0,-1 1 1 0 0,0-1-1 0 0,0 0 1 0 0,0 0-1 0 0,1-1 0 0 0,-1 1 1 0 0,0-1-1 0 0,0 0 1 0 0,1 0-1 0 0,-1-1 0 0 0,0 0 1 0 0,1 1-1 0 0,-1-1 1 0 0,1-1-1 0 0,-7-4 0 0 0,5 3-9 0 0,1 0 0 0 0,1 0-1 0 0,-1 0 1 0 0,0-1-1 0 0,1 1 1 0 0,0-1-1 0 0,0 0 1 0 0,1-1-1 0 0,-1 1 1 0 0,1-1-1 0 0,0 1 1 0 0,0-1 0 0 0,1 0-1 0 0,0 0 1 0 0,0 0-1 0 0,0 0 1 0 0,0-9-1 0 0,1 13 18 0 0,-1-7-44 0 0,0-1-79 0 0,-2 20 90 0 0,3-2 34 0 0,0 1 0 0 0,-1-1 0 0 0,0 0 0 0 0,-1 0 0 0 0,0 1-1 0 0,0-2 1 0 0,-1 1 0 0 0,0 0 0 0 0,0-1 0 0 0,-1 0 0 0 0,0 0-1 0 0,0 0 1 0 0,-1 0 0 0 0,-6 5 0 0 0,8-8-16 0 0,0-1 0 0 0,0 1 0 0 0,0-1 0 0 0,0 0 0 0 0,-1-1-1 0 0,1 1 1 0 0,-1-1 0 0 0,0 0 0 0 0,1 0 0 0 0,-1 0 0 0 0,0-1 0 0 0,0 0 0 0 0,-11 2 0 0 0,14-3 0 0 0,-1 0 0 0 0,0-1 1 0 0,0 1-1 0 0,0 0 0 0 0,0-1 0 0 0,1 0 1 0 0,-1 1-1 0 0,0-1 0 0 0,0 0 0 0 0,1-1 1 0 0,-1 1-1 0 0,1 0 0 0 0,-1-1 0 0 0,1 1 1 0 0,0-1-1 0 0,-1 0 0 0 0,1 0 0 0 0,0 0 1 0 0,0 0-1 0 0,0 0 0 0 0,1 0 0 0 0,-1-1 1 0 0,0 1-1 0 0,1 0 0 0 0,0-1 0 0 0,-1 0 1 0 0,0-2-1 0 0,-2-5 226 0 0,1 1 0 0 0,0-1 0 0 0,-3-18 0 0 0,0-10 4610 0 0,5 23-1179 0 0,0 13-3382 0 0,1 2-339 0 0,0-1 47 0 0,-1 0 0 0 0,1 1-1 0 0,0-1 1 0 0,0 1 0 0 0,-1-1 0 0 0,1 0 0 0 0,0 1-1 0 0,0-1 1 0 0,0 1 0 0 0,0-1 0 0 0,0 0 0 0 0,0 1-1 0 0,0-1 1 0 0,0 0 0 0 0,0 1 0 0 0,0-1-1 0 0,0 0 1 0 0,0 1 0 0 0,0-1 0 0 0,0 1 0 0 0,1-1-1 0 0,-1 0 1 0 0,0 0 0 0 0,1-1 758 0 0,-7 23 4098 0 0,3-13-4735 0 0,-1 0 0 0 0,-1 1 1 0 0,1-2-1 0 0,-1 1 1 0 0,-1 0-1 0 0,1-1 1 0 0,-1 0-1 0 0,0-1 1 0 0,-10 9-1 0 0,-14 16-453 0 0,28-28-172 0 0,0 0 0 0 0,-1 0 0 0 0,0-1 0 0 0,1 1 0 0 0,-1-1 1 0 0,0 1-1 0 0,0-1 0 0 0,0 0 0 0 0,-1 0 0 0 0,1-1 0 0 0,0 1 0 0 0,-1-1 0 0 0,1 1 0 0 0,-1-1 0 0 0,1 0 0 0 0,-1 0 0 0 0,0-1 0 0 0,1 1 0 0 0,-1-1 0 0 0,0 0 0 0 0,-4 0 0 0 0,5 0 199 0 0,1-1 0 0 0,-1 0 1 0 0,0 1-1 0 0,1-1 0 0 0,-1 0 0 0 0,1-1 1 0 0,-1 1-1 0 0,1 0 0 0 0,0-1 1 0 0,0 1-1 0 0,-1-1 0 0 0,-1-2 0 0 0,1 1 431 0 0,0 0 0 0 0,0-1-1 0 0,1 1 1 0 0,0 0 0 0 0,-1-1-1 0 0,1 0 1 0 0,1 1 0 0 0,-1-1 0 0 0,-1-6-1 0 0,-1-7-156 0 0,1 0-1 0 0,0 0 1 0 0,2 0-1 0 0,0-32 1 0 0,2 36 161 0 0,-1 10-89 0 0,-1-10-622 0 0,1 2 479 0 0,-7 17 133 0 0,-4 12 12310 0 0,0 1-7529 0 0,4-7-5242 0 0,0 0 1 0 0,0-1-1 0 0,-17 18 1 0 0,9-15-390 0 0,-1-1 0 0 0,-33 20-1 0 0,28-21-532 0 0,-1-1-1 0 0,0-1 1 0 0,-1-1-1 0 0,0-1 1 0 0,0-1-1 0 0,0-1 1 0 0,-1-1-1 0 0,-26 2 1 0 0,31-5 1416 0 0,0-1 1 0 0,0-2 0 0 0,0 0-1 0 0,0 0 1 0 0,-30-8 0 0 0,44 8 27 0 0,0-1 0 0 0,0 0 0 0 0,-1 0 0 0 0,1 0 0 0 0,1-1 0 0 0,-1 0 0 0 0,0 0 0 0 0,1 0 0 0 0,-1 0 0 0 0,1-1 1 0 0,0 1-1 0 0,0-1 0 0 0,0 0 0 0 0,1-1 0 0 0,-1 1 0 0 0,-2-6 0 0 0,1 1 171 0 0,0 0 0 0 0,1 0-1 0 0,0-1 1 0 0,0 0 0 0 0,1 0 0 0 0,0 0-1 0 0,-1-14 1 0 0,4 23 95 0 0,4-6-632 0 0,-4 6 368 0 0,0 1 0 0 0,0-1 0 0 0,0 1 0 0 0,0-1 0 0 0,1 1 0 0 0,-1-1 0 0 0,0 1 0 0 0,0 0 0 0 0,0-1 0 0 0,1 1 1 0 0,-1-1-1 0 0,0 1 0 0 0,0-1 0 0 0,1 1 0 0 0,-1 0 0 0 0,0-1 0 0 0,1 1 0 0 0,-1 0 0 0 0,1-1 0 0 0,-1 1 0 0 0,0 0 0 0 0,1-1 1 0 0,-1 1-1 0 0,1 0 0 0 0,-1 0 0 0 0,1 0 0 0 0,0-1 0 0 0,23 8 8288 0 0,9 11-5787 0 0,-31-15-2623 0 0,1 0-1 0 0,0-1 0 0 0,-1 1 1 0 0,1 0-1 0 0,-1 0 0 0 0,0 1 1 0 0,0-1-1 0 0,0 0 0 0 0,-1 1 1 0 0,1-1-1 0 0,-1 1 0 0 0,0-1 1 0 0,0 1-1 0 0,0 0 1 0 0,0-1-1 0 0,-1 1 0 0 0,1 4 1 0 0,-1-5-31 0 0,0 1 0 0 0,-1-1 0 0 0,1 1 0 0 0,-1-1-1 0 0,0 1 1 0 0,0-1 0 0 0,0 1 0 0 0,0-1 0 0 0,0 0 0 0 0,-1 1 0 0 0,0-1 0 0 0,1 0 0 0 0,-1 0 0 0 0,0 0 0 0 0,-1-1 0 0 0,1 1 0 0 0,0 0 0 0 0,-1-1 0 0 0,-4 4 0 0 0,-6 4-1294 0 0,1-1-1 0 0,-28 15 1 0 0,33-20 869 0 0,-16 8-3486 0 0,-45 16-1 0 0,40-18 3995 0 0,-1-2-1 0 0,-57 9 0 0 0,83-17 315 0 0,-8 1 7998 0 0,-2 3-8387 0 0,5 29-5325 0 0,3 1 3932 0 0,3-17 2599 0 0,1 1 0 0 0,1 0 0 0 0,1 0 0 0 0,4 23 0 0 0,5 7-2349 0 0,8 5-991 0 0,46 94 1 0 0,8 19 2373 0 0,-65-145-433 0 0,-1 1 0 0 0,-1-1 0 0 0,-1 1-1 0 0,0 0 1 0 0,-2 0 0 0 0,0 25 0 0 0,-3 200-9127 0 0,1-232 7101 0 0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2:25.841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13 0 1333 0 0,'0'0'4864'0'0,"5"14"-4678"0"0,-3-4 7422 0 0,-2 7 4596 0 0,0-15-12259 0 0,-3 10 129 0 0,0-4-74 0 0,-1-23-2 0 0,3 12 1 0 0,1 1-12 0 0,4-12-136 0 0,-17 9 314 0 0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2:26.59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12 4 1364 0 0,'-6'7'21577'0'0,"1"-3"-18740"0"0,7-9-2513 0 0,4-5-2605 0 0,4 17 2676 0 0,-7-4 865 0 0,-2-2-1203 0 0,0 1 0 0 0,-1-1 0 0 0,1 1 0 0 0,0 0 0 0 0,-1-1 0 0 0,1 1 0 0 0,-1 0 0 0 0,0-1 1 0 0,1 1-1 0 0,-1 0 0 0 0,0 2 0 0 0,0-1-205 0 0,1-1-857 0 0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2:26.98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20 22 1164 0 0,'0'0'3742'0'0,"3"11"-40"0"0,-3-11-3507 0 0,-1 0-1 0 0,1-1 0 0 0,0 1 0 0 0,0 0 1 0 0,-1 0-1 0 0,1 0 0 0 0,0 0 0 0 0,0 0 1 0 0,0 0-1 0 0,-1 0 0 0 0,1 0 0 0 0,0 0 1 0 0,0 0-1 0 0,-1 0 0 0 0,1 0 0 0 0,0 0 1 0 0,0 0-1 0 0,-1 0 0 0 0,1 0 0 0 0,0 0 1 0 0,0 0-1 0 0,-1 0 0 0 0,1 0 0 0 0,0 0 1 0 0,0 0-1 0 0,0 0 0 0 0,-1 1 0 0 0,1-1 1 0 0,0 0-1 0 0,0 0 0 0 0,0 0 0 0 0,-1 0 1 0 0,1 0-1 0 0,0 1 0 0 0,0-1 0 0 0,0 0 1 0 0,0 0-1 0 0,0 0 0 0 0,-1 1 0 0 0,1-1 1 0 0,0 0-1 0 0,0 0 0 0 0,0 1 0 0 0,0-1 1 0 0,0 0-1 0 0,0 0 0 0 0,0 0 0 0 0,0 1 1 0 0,0-1-1 0 0,0 0 0 0 0,0 0 0 0 0,0 1 1 0 0,0-1-1 0 0,0 0 0 0 0,0 0 0 0 0,0 1 1 0 0,0-1-1 0 0,0 0 0 0 0,-13-12 5951 0 0,13 11-6178 0 0,0 0 1 0 0,0-1-1 0 0,0 1 1 0 0,0 0-1 0 0,0 0 1 0 0,0 0-1 0 0,0 0 1 0 0,0 0-1 0 0,0 0 1 0 0,0 0-1 0 0,1 0 1 0 0,-1 0-1 0 0,1 0 1 0 0,-1 0-1 0 0,0 0 1 0 0,1 0-1 0 0,0 0 1 0 0,-1 0 0 0 0,1 0-1 0 0,0 0 1 0 0,-1 1-1 0 0,2-2 1 0 0,-1 1-14 0 0,0 0-798 0 0,5 6-430 0 0,0 2 3298 0 0,-10 3-2195 0 0,-6 6 1229 0 0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2:27.836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16 30 783 0 0,'-11'2'16453'0'0,"26"4"-4886"0"0,0 4-14157 0 0,-15-9 2590 0 0,1 0-1 0 0,0 0 1 0 0,0 1-1 0 0,-1-1 1 0 0,1 1-1 0 0,-1-1 1 0 0,1 0 0 0 0,-1 1-1 0 0,1-1 1 0 0,-1 1-1 0 0,0-1 1 0 0,0 1-1 0 0,0-1 1 0 0,0 1-1 0 0,0 0 1 0 0,0-1-1 0 0,0 1 1 0 0,0-1 0 0 0,-1 1-1 0 0,1-1 1 0 0,0 1-1 0 0,-1-1 1 0 0,0 0-1 0 0,1 1 1 0 0,-1-1-1 0 0,-1 2 1 0 0,2-2 0 0 0,-1-1 0 0 0,1 0 0 0 0,0 1 0 0 0,-1-1 0 0 0,1 0 1 0 0,0 0-1 0 0,-1 0 0 0 0,1 1 0 0 0,-1-1 0 0 0,1 0 0 0 0,0 0 0 0 0,-1 0 0 0 0,1 0 0 0 0,-1 0 1 0 0,1 0-1 0 0,0 0 0 0 0,-1 0 0 0 0,1 0 0 0 0,-1 0 0 0 0,1 0 0 0 0,-1 0 0 0 0,1 0 0 0 0,0 0 1 0 0,-1 0-1 0 0,1 0 0 0 0,-1 0 0 0 0,1 0 0 0 0,-1-1 0 0 0,1 1 0 0 0,0 0 0 0 0,-1 0 0 0 0,1 0 0 0 0,0-1 1 0 0,-1 1-1 0 0,1 0 0 0 0,0-1 0 0 0,-1 0 0 0 0,-11-9-10 0 0,4-19 7 0 0,8 27-20 0 0,15-16 3 0 0,37-5-2199 0 0,-42 18 4503 0 0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2:33.590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408 0 1004 0 0,'0'0'3970'0'0,"2"2"-3785"0"0,5 10 1681 0 0,6 6 5362 0 0,4 6 2163 0 0,-7-9-6821 0 0,10 19-2857 0 0,-1 1-1 0 0,-2 1 1 0 0,-1 0 0 0 0,-2 1 0 0 0,13 56 0 0 0,-20-61-5 0 0,-2 0 0 0 0,-1 0 0 0 0,-2 1-1 0 0,-1-1 1 0 0,-2 1 0 0 0,-1 0 0 0 0,-6 32 0 0 0,-2-16-1134 0 0,-2 0 0 0 0,-3-2 0 0 0,-1 1 0 0 0,-3-2 0 0 0,-1-1 0 0 0,-3 0 0 0 0,-1-1 0 0 0,-2-2 1 0 0,-2-1-1 0 0,-2-1 0 0 0,-60 63 0 0 0,57-71 519 0 0,-61 46 0 0 0,25-34-537 0 0,0-9-336 0 0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2:34.36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745 21 1087 0 0,'0'-2'12791'0'0,"-3"-6"-4133"0"0,-2-1-5031 0 0,4 9-3638 0 0,0 0-1 0 0,1 0 1 0 0,-1-1-1 0 0,0 1 0 0 0,0 0 1 0 0,1 0-1 0 0,-1 0 1 0 0,0 0-1 0 0,0 0 1 0 0,1 0-1 0 0,-1 0 0 0 0,0 0 1 0 0,0 0-1 0 0,1 0 1 0 0,-1 1-1 0 0,0-1 0 0 0,-1 1 1 0 0,2-1 263 0 0,-40 6-251 0 0,0 2 0 0 0,-50 18 0 0 0,19-6 3 0 0,-288 52-7015 0 0,326-63 9024 0 0,33-9-1890 0 0,-1 0 1 0 0,1 1 0 0 0,-1-1-1 0 0,1 0 1 0 0,-1 1-1 0 0,1-1 1 0 0,-1 0 0 0 0,1 1-1 0 0,-1-1 1 0 0,1 0-1 0 0,-1 1 1 0 0,1-1 0 0 0,0 1-1 0 0,-1-1 1 0 0,1 1-1 0 0,0-1 1 0 0,-1 1 0 0 0,1-1-1 0 0,0 1 1 0 0,0-1-1 0 0,-1 1 1 0 0,1 0 0 0 0,0-1-1 0 0,0 1 1 0 0,0-1-1 0 0,0 1 1 0 0,0-1 0 0 0,0 1-1 0 0,0 0 1 0 0,0-1-1 0 0,0 1 1 0 0,0-1 0 0 0,0 1-1 0 0,0 0 1 0 0,0-1-1 0 0,0 1 1 0 0,1-1 0 0 0,-1 2-1 0 0,1-1 55 0 0,30 214-222 0 0,-29-168-809 0 0,-1 0 0 0 0,-3 0-1 0 0,-2 0 1 0 0,-13 61 0 0 0,-3-19-3084 0 0,-41 109 1 0 0,58-190 4178 0 0,1 1 0 0 0,0-1 0 0 0,0 0 0 0 0,1 0 1 0 0,0 1-1 0 0,0-1 0 0 0,1 1 0 0 0,1 10 0 0 0,-1-17-1397 0 0,1-4-415 0 0,2-6-358 0 0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2:34.599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1 242 1698 0 0,'22'-17'4774'0'0,"18"-12"1824"0"0,-13 12-6677 0 0,22-11-1228 0 0,2 2 0 0 0,1 2 0 0 0,1 2 1 0 0,1 3-1 0 0,108-23 0 0 0,-47 26-2390 0 0,-96 15 2249 0 0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2:34.955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246 86 1462 0 0,'-51'3'3809'0'0,"37"0"-739"0"0,-1 0-1 0 0,1 0 1 0 0,-1 2 0 0 0,1-1 0 0 0,-25 14-1 0 0,3 4-544 0 0,32-19-2524 0 0,0 0 0 0 0,1 1 1 0 0,-1 0-1 0 0,1 0 1 0 0,0 0-1 0 0,0 0 1 0 0,0 0-1 0 0,0 0 0 0 0,1 1 1 0 0,-1 0-1 0 0,1-1 1 0 0,0 1-1 0 0,1 0 1 0 0,-1 0-1 0 0,1 0 0 0 0,-1 7 1 0 0,1-5-12 0 0,0 0 0 0 0,1 0 0 0 0,0 0-1 0 0,0 0 1 0 0,0 0 0 0 0,1 0 0 0 0,0-1 0 0 0,0 1 0 0 0,1 0 0 0 0,0 0 0 0 0,3 6-1 0 0,-4-10-238 0 0,1 0-1 0 0,-1 0 0 0 0,1-1 1 0 0,-1 1-1 0 0,1-1 0 0 0,0 0 1 0 0,0 0-1 0 0,0 1 0 0 0,0-1 0 0 0,0 0 1 0 0,1 0-1 0 0,-1-1 0 0 0,0 1 1 0 0,1 0-1 0 0,0-1 0 0 0,-1 0 0 0 0,1 0 1 0 0,0 1-1 0 0,4 0 0 0 0,-3-2-195 0 0,1 1-1 0 0,0-1 1 0 0,0 1-1 0 0,0-2 1 0 0,-1 1-1 0 0,1 0 0 0 0,0-1 1 0 0,0 0-1 0 0,-1 0 1 0 0,1 0-1 0 0,5-3 1 0 0,-1 0-292 0 0,1 0 0 0 0,-1-1 0 0 0,0 0 0 0 0,15-10 1 0 0,-17 9 734 0 0,0 0 1 0 0,-1 0 0 0 0,1 0 0 0 0,9-13 0 0 0,-14 15-22 0 0,1 0 0 0 0,0-1 0 0 0,-1 1 1 0 0,0-1-1 0 0,0 0 0 0 0,0 1 1 0 0,0-1-1 0 0,-1 0 0 0 0,0 0 0 0 0,0 0 1 0 0,0 0-1 0 0,-1-1 0 0 0,1 1 1 0 0,-1 0-1 0 0,-1 0 0 0 0,0-7 0 0 0,-2-3-425 0 0,-1 0 0 0 0,-1 1-1 0 0,0-1 1 0 0,-8-14-1 0 0,-5-15-2634 0 0,18 42 3164 0 0,0-1-1 0 0,0 1 1 0 0,0 0 0 0 0,0-1-1 0 0,1 1 1 0 0,-1 0 0 0 0,1 0 0 0 0,0-1-1 0 0,-1 1 1 0 0,1 0 0 0 0,0 0 0 0 0,0 0-1 0 0,1 0 1 0 0,-1 0 0 0 0,0 0-1 0 0,1 0 1 0 0,1-2 0 0 0,7-7 824 0 0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2:35.27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97 103 1262 0 0,'-15'15'2500'0'0,"10"-7"-1830"0"0,-1-1-1 0 0,1 1 1 0 0,-7 15-1 0 0,6-9 1552 0 0,1 0 0 0 0,0 0-1 0 0,-4 25 1 0 0,0 47 6420 0 0,9-34-6391 0 0,7 3-2250 0 0,-8-47 0 0 0,-3-10 0 0 0,-4-8 0 0 0,5 1-12 0 0,0 0 0 0 0,1-1-1 0 0,0 1 1 0 0,0 0 0 0 0,1-1 0 0 0,1 1 0 0 0,0-12 0 0 0,1-5-184 0 0,6-37 0 0 0,9-2-1776 0 0,-11 49 210 0 0,1 1-1 0 0,0 0 1 0 0,2 0 0 0 0,11-18 0 0 0,-14 25 547 0 0,1-1-1 0 0,1 1 1 0 0,0 1 0 0 0,0-1 0 0 0,0 1-1 0 0,1 0 1 0 0,15-10 0 0 0,-16 13 702 0 0,1 0-1 0 0,-1 0 1 0 0,0 1 0 0 0,1 0 0 0 0,0 1-1 0 0,12-3 1 0 0,-7 2 7 0 0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2:35.85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89 53 1322 0 0,'-10'37'2436'0'0,"-18"17"5494"0"0,20-41-5554 0 0,1 0 0 0 0,1 0 1 0 0,-6 14-1 0 0,-1 20 2645 0 0,10-35-5021 0 0,3-12 0 0 0,0 0 0 0 0,0 0 0 0 0,0 1 0 0 0,0-1 0 0 0,0 0 0 0 0,0 0 0 0 0,0 0 0 0 0,-1 0 0 0 0,1 0 0 0 0,0 0 0 0 0,0 1 0 0 0,0-1 0 0 0,0 0 0 0 0,0 0 0 0 0,0 0 0 0 0,0 0 0 0 0,0 0 0 0 0,0 1 0 0 0,0-1 0 0 0,0 0 0 0 0,0 0 0 0 0,0 0 0 0 0,0 0 0 0 0,0 0 0 0 0,0 1 0 0 0,0-1 0 0 0,0 0 0 0 0,0 0 0 0 0,0 0 0 0 0,0 0 0 0 0,0 1 0 0 0,0-1 0 0 0,0 0 0 0 0,0 0 0 0 0,1 0 0 0 0,-1 0 0 0 0,0 0 0 0 0,0 0 0 0 0,0 1 0 0 0,0-1 0 0 0,0 0 0 0 0,0 0 0 0 0,0 0 0 0 0,1 0 0 0 0,-1 0 0 0 0,0 0 0 0 0,0 0 0 0 0,0 0 0 0 0,0 0 0 0 0,0 0 0 0 0,0 0 0 0 0,1 0 0 0 0,-1 0 0 0 0,0 1 0 0 0,0-1 0 0 0,0 0 0 0 0,0 0 0 0 0,1 0 0 0 0,-1 0 0 0 0,0 0 0 0 0,0-1 0 0 0,0 1 0 0 0,0 0 0 0 0,0 0 0 0 0,1 0 0 0 0,-1 0 0 0 0,0 0 0 0 0,0 0 0 0 0,0 0 0 0 0,9-7 0 0 0,-9 7 0 0 0,21-22-1590 0 0,-2 0 0 0 0,0-1 0 0 0,28-46 0 0 0,24-32-3034 0 0,-47 72 1075 0 0,-23 27 3088 0 0,1 3 394 0 0,0 0 176 0 0,-1 0 0 0 0,1-1-1 0 0,0 1 1 0 0,-1 0 0 0 0,1 1 0 0 0,-1-1-1 0 0,1 0 1 0 0,-1 0 0 0 0,0 1-1 0 0,2 1 1 0 0,1 20 6778 0 0,-8 17-6803 0 0,2-23-168 0 0,-10 74-295 0 0,-5 38-6315 0 0,17-127 6807 0 0,1 21-181 0 0,4-42 8562 0 0,3-1-3843 0 0,1-4-2792 0 0,7-12-3240 0 0,8-20 1237 0 0,11-21-2452 0 0,-21 52-1214 0 0,0 1 0 0 0,26-32 0 0 0,-39 55 3668 0 0,1 1 196 0 0,-1 1-1 0 0,1 0 0 0 0,0-1 0 0 0,-1 1 1 0 0,1 0-1 0 0,0 0 0 0 0,-1 0 0 0 0,1 0 0 0 0,-1 0 1 0 0,1 0-1 0 0,-1 0 0 0 0,0 1 0 0 0,1-1 1 0 0,-1 1-1 0 0,0-1 0 0 0,0 1 0 0 0,0-1 1 0 0,0 1-1 0 0,0-1 0 0 0,0 1 0 0 0,-1 0 1 0 0,1-1-1 0 0,0 1 0 0 0,0 3 0 0 0,9 55 3897 0 0,-5-30-988 0 0,-4-25-2687 0 0,3 12-416 0 0,1 1 0 0 0,7 18 1 0 0,-10-32-171 0 0,0 0 1 0 0,0 0 0 0 0,0 0 0 0 0,0 0-1 0 0,0-1 1 0 0,1 1 0 0 0,0-1 0 0 0,0 1-1 0 0,0-1 1 0 0,0 0 0 0 0,0 0 0 0 0,0 0 0 0 0,1-1-1 0 0,6 4 1 0 0,2-1-1049 0 0,1-2 0 0 0,-1 0 0 0 0,1 0 0 0 0,-1-2 0 0 0,1 1-1 0 0,0-1 1 0 0,-1-1 0 0 0,1-1 0 0 0,21-2 0 0 0,-13 1-7 0 0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2:36.644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234 626 1163 0 0,'-5'-3'1228'0'0,"0"-1"0"0"0,0 0 0 0 0,0-1 0 0 0,0 1 1 0 0,1-1-1 0 0,-6-8 0 0 0,-8-9 10076 0 0,17 22-11166 0 0,0-1 0 0 0,0 1 0 0 0,0-1 0 0 0,0 1-1 0 0,0-1 1 0 0,0 1 0 0 0,0 0 0 0 0,0-1 0 0 0,0 1-1 0 0,0 0 1 0 0,0 0 0 0 0,-1 0 0 0 0,1 0-1 0 0,0 0 1 0 0,0 0 0 0 0,0 0 0 0 0,0 0 0 0 0,0 1-1 0 0,0-1 1 0 0,-3 1 0 0 0,-19 10 2118 0 0,16-6-2256 0 0,2 1 0 0 0,-1-1 1 0 0,0 1-1 0 0,1 0 0 0 0,0 1 1 0 0,0 0-1 0 0,1-1 0 0 0,-6 12 1 0 0,2 3-8 0 0,-12 38-1 0 0,16-46 3 0 0,-14 36-35 0 0,13-35-12 0 0,0-1 0 0 0,0 1 0 0 0,1 0 0 0 0,-3 20 0 0 0,10-20 334 0 0,-3-13-281 0 0,0 0-1 0 0,1 0 1 0 0,-1 0 0 0 0,1 0 0 0 0,-1 0 0 0 0,1 0-1 0 0,-1 0 1 0 0,1 0 0 0 0,0 0 0 0 0,0-1 0 0 0,-1 1-1 0 0,1 0 1 0 0,0 0 0 0 0,0-1 0 0 0,0 1 0 0 0,-1-1-1 0 0,1 1 1 0 0,0 0 0 0 0,0-1 0 0 0,0 0 0 0 0,0 1-1 0 0,0-1 1 0 0,0 0 0 0 0,0 1 0 0 0,0-1 0 0 0,0 0-1 0 0,0 0 1 0 0,1 0 0 0 0,-1 0 0 0 0,0 0 0 0 0,0 0-1 0 0,0 0 1 0 0,0 0 0 0 0,0 0 0 0 0,0-1 0 0 0,0 1-1 0 0,0 0 1 0 0,0-1 0 0 0,0 1 0 0 0,0-1 0 0 0,0 1-1 0 0,0-1 1 0 0,1-1 0 0 0,0 2-1 0 0,10-7-525 0 0,0 0 1 0 0,0 0 0 0 0,-1-1 0 0 0,0-1 0 0 0,0 0 0 0 0,-1 0-1 0 0,0-1 1 0 0,0 0 0 0 0,-2-1 0 0 0,1 0 0 0 0,-1 0-1 0 0,-1-1 1 0 0,0 0 0 0 0,0-1 0 0 0,-1 1 0 0 0,-1-1 0 0 0,0 0-1 0 0,-1 0 1 0 0,0-1 0 0 0,-1 0 0 0 0,-1 1 0 0 0,0-1 0 0 0,0-15-1 0 0,-2 26 824 0 0,-20 33 9806 0 0,17-22-9556 0 0,0 0 0 0 0,0 1-1 0 0,1-1 1 0 0,1 1 0 0 0,-2 8 0 0 0,2-8-674 0 0,0 0 1 0 0,1 0 0 0 0,0 0 0 0 0,1 0-1 0 0,0 0 1 0 0,0 0 0 0 0,1 0 0 0 0,5 15-1 0 0,-6-20-185 0 0,1-1-1 0 0,0 1 0 0 0,0-1 0 0 0,0 0 1 0 0,0 0-1 0 0,0 0 0 0 0,1 0 0 0 0,-1 0 1 0 0,1-1-1 0 0,0 1 0 0 0,-1-1 0 0 0,1 1 1 0 0,1-1-1 0 0,-1 0 0 0 0,0 0 0 0 0,0-1 1 0 0,6 3-1 0 0,-2-2-303 0 0,-1 0 0 0 0,1-1 0 0 0,-1 0 0 0 0,1 0 0 0 0,0-1 1 0 0,-1 1-1 0 0,1-2 0 0 0,0 1 0 0 0,9-2 0 0 0,-2-1-416 0 0,0 0 0 0 0,0-1 0 0 0,23-10-1 0 0,-22 8 1185 0 0,-1-1-1 0 0,22-15 0 0 0,-11 3-64 0 0,-1-1-1 0 0,-1-1 1 0 0,0-1-1 0 0,-2-2 1 0 0,0 0-1 0 0,21-34 1 0 0,-20 25-48 0 0,-2-2 1 0 0,-1 0 0 0 0,-2-1 0 0 0,19-60 0 0 0,-29 73-34 0 0,-1 0 1 0 0,-2 0-1 0 0,0-1 1 0 0,-1 1-1 0 0,-1-26 1 0 0,-2 34 15 0 0,-1 0 1 0 0,0-1 0 0 0,-2 1-1 0 0,0 0 1 0 0,0 0-1 0 0,-1 1 1 0 0,-1-1-1 0 0,-12-25 1 0 0,16 37 80 0 0,-1 0-1 0 0,1 0 1 0 0,-1 1-1 0 0,1-1 1 0 0,-1 0 0 0 0,0 1-1 0 0,0-1 1 0 0,0 1-1 0 0,-1-1 1 0 0,1 1 0 0 0,-1 0-1 0 0,1 0 1 0 0,-1 0-1 0 0,0 0 1 0 0,1 1 0 0 0,-1-1-1 0 0,0 1 1 0 0,0 0-1 0 0,0-1 1 0 0,0 1 0 0 0,-6-1-1 0 0,5 2-105 0 0,1 1 0 0 0,0-1-1 0 0,-1 1 1 0 0,1 0-1 0 0,-1 0 1 0 0,1 0 0 0 0,0 0-1 0 0,0 0 1 0 0,-1 1 0 0 0,1-1-1 0 0,0 1 1 0 0,0 0 0 0 0,1 0-1 0 0,-1 0 1 0 0,0 0 0 0 0,1 1-1 0 0,-1-1 1 0 0,1 1 0 0 0,-4 4-1 0 0,-3 6 293 0 0,1 0 0 0 0,0 0 1 0 0,1 0-1 0 0,0 1 0 0 0,1 0 0 0 0,1 0 0 0 0,0 1 0 0 0,-4 24 0 0 0,0 13 710 0 0,-4 58 0 0 0,11-86-1812 0 0,2 1 0 0 0,0-1 0 0 0,1 1 0 0 0,2-1 1 0 0,0 1-1 0 0,12 41 0 0 0,-12-57 768 0 0,0 1 0 0 0,1 0 0 0 0,0-1 0 0 0,1 1 0 0 0,-1-1 0 0 0,2-1 0 0 0,-1 1 0 0 0,1-1 0 0 0,1 0 0 0 0,-1 0 0 0 0,2 0 0 0 0,-1-1 0 0 0,1 0 1 0 0,0-1-1 0 0,0 0 0 0 0,0 0 0 0 0,1 0 0 0 0,14 6 0 0 0,-6-6-801 0 0,0-1 0 0 0,20 4 0 0 0,35 3-5782 0 0,-70-12 4357 0 0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2:37.197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342 1 698 0 0,'0'0'1256'0'0,"-28"1"6418"0"0,18 5-6817 0 0,0 0 1 0 0,0 1 0 0 0,1 0-1 0 0,0 1 1 0 0,1 0 0 0 0,-1 0-1 0 0,2 1 1 0 0,-1 0 0 0 0,-7 13-1 0 0,-55 98 7032 0 0,63-108-7768 0 0,-93 202-1013 0 0,91-191 725 0 0,1 1 0 0 0,2 0-1 0 0,0 0 1 0 0,1 1 0 0 0,2-1-1 0 0,0 1 1 0 0,2 34 0 0 0,1-48-98 0 0,1 0 0 0 0,1-1 0 0 0,0 1 0 0 0,1-1 0 0 0,0 0 0 0 0,0 0 1 0 0,1 0-1 0 0,0 0 0 0 0,1 0 0 0 0,0-1 0 0 0,11 15 0 0 0,-7-13-502 0 0,0 0-1 0 0,1-1 1 0 0,1 0 0 0 0,-1-1-1 0 0,1 0 1 0 0,1 0-1 0 0,24 12 1 0 0,-11-8-608 0 0,1-2 0 0 0,1-1 0 0 0,0 0 0 0 0,36 6 0 0 0,50 3-409 0 0,-25-12-173 0 0,147-8 0 0 0,-116-6-130 0 0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3T19:32:48.0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1 164 21291,'1080'-164'0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2:57.1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319 1 1140 0 0,'8'0'9679'0'0,"-8"1"-9431"0"0,-1 10 6671 0 0,-13 21 17 0 0,8-19-5921 0 0,-14 54-959 0 0,3 2 0 0 0,2 0 0 0 0,-5 76-1 0 0,12-85-92 0 0,-15 192-8029 0 0,21-198 9764 0 0,0 0 4110 0 0,4-50-5240 0 0,3-9-345 0 0,8-16-307 0 0,-8 14 28 0 0,131-220-1106 0 0,-111 186 2320 0 0,-24 39-1155 0 0,-5 5-12 0 0,1-1 10 0 0,0 1 0 0 0,0-1 0 0 0,0 1 0 0 0,1 0-1 0 0,-1 0 1 0 0,1 0 0 0 0,-4 6 0 0 0,0-2 1 0 0,-147 209-1 0 0,146-208-1 0 0,7-7-1 0 0,-1 0 1 0 0,0 0 0 0 0,0-1 0 0 0,1 1 0 0 0,-1 0 0 0 0,0 0-1 0 0,0-1 1 0 0,0 1 0 0 0,0-1 0 0 0,0 1 0 0 0,0-1 0 0 0,0 1-1 0 0,0-1 1 0 0,0 0 0 0 0,0 1 0 0 0,0-1 0 0 0,0 0 0 0 0,0 0 0 0 0,-1 0-1 0 0,1 0 1 0 0,0 0 0 0 0,0 0 0 0 0,0 0 0 0 0,0 0 0 0 0,0 0-1 0 0,0-1 1 0 0,0 1 0 0 0,0 0 0 0 0,0-1 0 0 0,0 1 0 0 0,-1-1-1 0 0,-2 0-13 0 0,-5-2-746 0 0,0 0 0 0 0,0-1 0 0 0,0 0 0 0 0,1-1 1 0 0,-1 1-1 0 0,1-1 0 0 0,0-1 0 0 0,0 0 0 0 0,1 0 1 0 0,-1-1-1 0 0,2 1 0 0 0,-1-1 0 0 0,1-1 0 0 0,0 1 0 0 0,0-1 1 0 0,1-1-1 0 0,-7-12 0 0 0,4 6 46 0 0,7 14 560 0 0,0 0-1 0 0,1 1 0 0 0,-1-1 1 0 0,1 0-1 0 0,-1 1 1 0 0,1-1-1 0 0,-1 0 0 0 0,1 0 1 0 0,0 0-1 0 0,-1 1 0 0 0,1-1 1 0 0,0 0-1 0 0,0 0 0 0 0,-1 0 1 0 0,1 0-1 0 0,0 1 0 0 0,0-1 1 0 0,0 0-1 0 0,0 0 0 0 0,0 0 1 0 0,0 0-1 0 0,1 0 1 0 0,-1 0-1 0 0,0 1 0 0 0,0-1 1 0 0,0 0-1 0 0,1 0 0 0 0,-1 0 1 0 0,1 1-1 0 0,-1-1 0 0 0,0 0 1 0 0,1 0-1 0 0,-1 1 0 0 0,1-1 1 0 0,0 0-1 0 0,0 0 1 0 0,0 0-1343 0 0,1 1-572 0 0,8-1-440 0 0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2:57.5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144 6 1728 0 0,'0'0'85'0'0,"0"0"0"0"0,0 0 0 0 0,0 0 0 0 0,0-1 0 0 0,0 1 0 0 0,0 0 0 0 0,0 0 0 0 0,0-1 0 0 0,0 1 0 0 0,0 0 0 0 0,0 0 0 0 0,-1-1 0 0 0,1 1 0 0 0,0 0 0 0 0,0 0 0 0 0,0 0 0 0 0,0-1 0 0 0,0 1 0 0 0,-1 0 0 0 0,1 0 1 0 0,0 0-1 0 0,0 0 0 0 0,0-1 0 0 0,-1 1 0 0 0,1 0 0 0 0,0 0 0 0 0,0 0 0 0 0,0 0 0 0 0,-1 0 0 0 0,1 0 0 0 0,0 0 0 0 0,0 0 0 0 0,-1 0 0 0 0,1 0 0 0 0,0 0 0 0 0,0 0 0 0 0,-1 0 0 0 0,1 0 0 0 0,0 0 0 0 0,0 0 0 0 0,-1 0 0 0 0,1 0 0 0 0,0 0 0 0 0,0 0 0 0 0,-1 0 0 0 0,1 0 0 0 0,-12 13 8313 0 0,-2 10 1186 0 0,8-10-7076 0 0,-9 31-2505 0 0,1 0 0 0 0,3 1 0 0 0,-7 48 0 0 0,-7 141-51 0 0,22-209 34 0 0,3-19-176 0 0,0-2 23 0 0,0 1 0 0 0,-1-1 0 0 0,1 0 0 0 0,-1 1 1 0 0,0-1-1 0 0,0 0 0 0 0,0 0 0 0 0,-1 0 0 0 0,1 0 0 0 0,-1 0 0 0 0,0 0 1 0 0,-3 4-1 0 0,4-7-1247 0 0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2:58.3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51 548 1721 0 0,'-15'34'3656'0'0,"11"-16"2300"0"0,0 0-1 0 0,-2 33 0 0 0,3-16-2984 0 0,-2 19-3518 0 0,2-23-122 0 0,-7 36 1 0 0,10-64 764 0 0,1 7-7571 0 0,-1-5 3898 0 0,0-5 3551 0 0,0 0 1 0 0,0 0 0 0 0,0 0 0 0 0,0 0-1 0 0,0 0 1 0 0,0 0 0 0 0,0 0 0 0 0,0 0-1 0 0,0 0 1 0 0,0 0 0 0 0,0 0 0 0 0,0 0-1 0 0,0 0 1 0 0,0 0 0 0 0,0 0 0 0 0,0 0-1 0 0,0 0 1 0 0,0 0 0 0 0,0 0 0 0 0,0 0-1 0 0,0 0 1 0 0,0 0 0 0 0,9-16 200 0 0,128-172-535 0 0,-86 121 153 0 0,23-25 97 0 0,-73 91 143 0 0,-3 26-220 0 0,-6 38 22 0 0,-2 24 69 0 0,10-79 118 0 0,0 0 0 0 0,1 0 0 0 0,-1 1 0 0 0,2-1 0 0 0,-1 0-1 0 0,1 0 1 0 0,0 0 0 0 0,4 9 0 0 0,-5-15 173 0 0,0 0 0 0 0,0 0 1 0 0,1 0-1 0 0,-1 0 0 0 0,0 0 0 0 0,1-1 1 0 0,-1 1-1 0 0,1 0 0 0 0,-1-1 0 0 0,1 1 1 0 0,0-1-1 0 0,0 1 0 0 0,0-1 0 0 0,0 0 0 0 0,0 0 1 0 0,0 0-1 0 0,0 0 0 0 0,0 0 0 0 0,4 1 1 0 0,-1-1 229 0 0,0-1 0 0 0,0 1 0 0 0,0-1 0 0 0,0 0 1 0 0,-1 0-1 0 0,1-1 0 0 0,0 1 0 0 0,9-4 0 0 0,0 0 638 0 0,0-1-1 0 0,0 0 1 0 0,-1-1 0 0 0,1-1-1 0 0,15-11 1 0 0,-1-1-1508 0 0,-2-2 0 0 0,30-30 0 0 0,-30 25-1032 0 0,-1-2 1 0 0,-2-1 0 0 0,-1-1-1 0 0,-1-1 1 0 0,-1-1 0 0 0,-2 0-1 0 0,16-41 1 0 0,-23 43 1201 0 0,14-53 0 0 0,-22 64 314 0 0,0 1 0 0 0,-1-1 0 0 0,-2 0 0 0 0,1 1 0 0 0,-2-1 0 0 0,-1 0 0 0 0,0 1 0 0 0,-1-1 0 0 0,-1 1 0 0 0,-12-33 0 0 0,4 27-101 0 0,11 22 35 0 0,-21 0 1251 0 0,7 14 3807 0 0,5 7-3702 0 0,-3 24-1812 0 0,11-34 1227 0 0,-50 227 886 0 0,2 123-10516 0 0,48-305 8931 0 0,1-1 0 0 0,4 1 0 0 0,1 0-1 0 0,3-1 1 0 0,2 0 0 0 0,26 84 0 0 0,-35-136-17 0 0,0 0 1 0 0,0 0-1 0 0,1 0 0 0 0,-1-1 1 0 0,0 1-1 0 0,0 0 0 0 0,1 0 0 0 0,-1 0 1 0 0,1 0-1 0 0,-1-1 0 0 0,1 1 1 0 0,-1 0-1 0 0,1 0 0 0 0,-1-1 1 0 0,1 1-1 0 0,0 0 0 0 0,-1-1 0 0 0,1 1 1 0 0,0-1-1 0 0,0 1 0 0 0,1 0 1 0 0,-1-1-15 0 0,-1 0 0 0 0,1 0 1 0 0,0 0-1 0 0,-1 0 0 0 0,1-1 1 0 0,0 1-1 0 0,-1 0 0 0 0,1 0 1 0 0,-1-1-1 0 0,1 1 1 0 0,0 0-1 0 0,-1-1 0 0 0,1 1 1 0 0,-1-1-1 0 0,1 1 0 0 0,-1-1 1 0 0,1 1-1 0 0,-1-1 0 0 0,0 1 1 0 0,1-1-1 0 0,0 0 1 0 0,2-4-329 0 0,0-1 0 0 0,0 1 0 0 0,-1 0 1 0 0,4-12-1 0 0,-4 5 93 0 0,0 0 0 0 0,-1 1-1 0 0,-1-1 1 0 0,0 0 0 0 0,0 0 0 0 0,-1 1-1 0 0,-1-1 1 0 0,-2-11 0 0 0,-3-13-2363 0 0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2:58.5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22 2188 0 0,'0'0'124'0'0,"0"1"-1"0"0,-1-1 1 0 0,1 1 0 0 0,0-1-1 0 0,-1 1 1 0 0,1-1-1 0 0,0 1 1 0 0,0-1 0 0 0,0 1-1 0 0,-1-1 1 0 0,1 1-1 0 0,0-1 1 0 0,0 1 0 0 0,0 0-1 0 0,0-1 1 0 0,0 1-1 0 0,0-1 1 0 0,0 1 0 0 0,0-1-1 0 0,0 1 1 0 0,0-1-1 0 0,1 1 1 0 0,-1-1 0 0 0,0 1-1 0 0,0 0 1 0 0,1 0 0 0 0,11-7 10221 0 0,6-5-2619 0 0,-5 6-7316 0 0,1 1 0 0 0,0 1 1 0 0,0 0-1 0 0,0 1 1 0 0,0 0-1 0 0,15 1 1 0 0,83 6-2637 0 0,-108-5 2065 0 0,23 5-4419 0 0,-13-1 2390 0 0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3:00.8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 0 1243 0 0,'-2'1'13132'0'0,"-9"4"-4823"0"0,10-5-8216 0 0,1 1 1 0 0,-1-1 0 0 0,1 0-1 0 0,-1 0 1 0 0,1 0 0 0 0,0 1-1 0 0,-1-1 1 0 0,1 0-1 0 0,-1 1 1 0 0,1-1 0 0 0,-1 0-1 0 0,1 1 1 0 0,0-1 0 0 0,-1 0-1 0 0,1 1 1 0 0,0-1 0 0 0,-1 1-1 0 0,1-1 1 0 0,0 1 0 0 0,0-1-1 0 0,-1 1 1 0 0,1-1 0 0 0,0 1-1 0 0,0-1 1 0 0,0 1 0 0 0,0-1-1 0 0,0 1 1 0 0,0-1 0 0 0,-1 1-1 0 0,1-1 1 0 0,0 1 0 0 0,1-1-1 0 0,-1 1 1 0 0,0-1 0 0 0,0 1-1 0 0,0-1 1 0 0,0 1 0 0 0,0-1-1 0 0,0 1 1 0 0,1-1 0 0 0,-1 1-1 0 0,0-1 1 0 0,0 1 0 0 0,1-1-1 0 0,-1 1 1 0 0,1 0 0 0 0,14 13-930 0 0,-14-13 800 0 0,22 15-1692 0 0,0-1 0 0 0,1-1 0 0 0,1-2 1 0 0,30 13-1 0 0,-3-2 51 0 0,-51-22 1717 0 0,0-1-230 0 0,-1 1 1 0 0,1-1-1 0 0,-1 1 0 0 0,1-1 1 0 0,-1 1-1 0 0,1-1 0 0 0,-1 1 0 0 0,0 0 1 0 0,1-1-1 0 0,-1 1 0 0 0,0 0 1 0 0,0-1-1 0 0,1 1 0 0 0,-1 0 1 0 0,0-1-1 0 0,0 1 0 0 0,0 0 1 0 0,0-1-1 0 0,0 1 0 0 0,0 0 0 0 0,0-1 1 0 0,0 1-1 0 0,0 0 0 0 0,0-1 1 0 0,0 1-1 0 0,-1 1 0 0 0,-14 16-513 0 0,8-13 879 0 0,-1-1 0 0 0,0 1 0 0 0,-15 5 1 0 0,-206 100 1838 0 0,201-95-360 0 0,26-14-1813 0 0,-10 8 9780 0 0,7-6-10929 0 0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3:01.5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877 0 1157 0 0,'-2'2'12282'0'0,"-2"1"-7284"0"0,-11 9-797 0 0,-12 55-2831 0 0,17-39-603 0 0,-18 33 0 0 0,25-54-706 0 0,0-1 0 0 0,-1 0 0 0 0,0 0 0 0 0,-1-1 0 0 0,1 1 0 0 0,-1-1 0 0 0,0 0 0 0 0,0 0 1 0 0,-1 0-1 0 0,-8 5 0 0 0,9-7-277 0 0,0 0 0 0 0,0-1 0 0 0,-1 1 0 0 0,1-1 0 0 0,-1 0 0 0 0,0-1 1 0 0,1 1-1 0 0,-1-1 0 0 0,0 0 0 0 0,0-1 0 0 0,0 1 0 0 0,0-1 0 0 0,1-1 0 0 0,-1 1 1 0 0,0-1-1 0 0,0 0 0 0 0,0 0 0 0 0,0 0 0 0 0,1-1 0 0 0,-1 0 0 0 0,1 0 1 0 0,-1 0-1 0 0,1-1 0 0 0,0 0 0 0 0,0 0 0 0 0,0 0 0 0 0,0-1 0 0 0,1 0 0 0 0,-1 0 1 0 0,1 0-1 0 0,0 0 0 0 0,0 0 0 0 0,0-1 0 0 0,1 0 0 0 0,0 0 0 0 0,0 0 1 0 0,0 0-1 0 0,0 0 0 0 0,1-1 0 0 0,0 1 0 0 0,0-1 0 0 0,0 0 0 0 0,0-6 0 0 0,1 10 340 0 0,-4-15-4178 0 0,3 34 4103 0 0,-1-1 1 0 0,-1 0-1 0 0,0 1 1 0 0,-1-2-1 0 0,-1 1 1 0 0,-1 0-1 0 0,0-1 1 0 0,-10 15-1 0 0,-81 115 236 0 0,90-134-268 0 0,-59 71 66 0 0,-4-3-1 0 0,-107 92 0 0 0,157-151-63 0 0,13-13 1816 0 0,-8 10-4049 0 0,18-11 2909 0 0,9-1 5601 0 0,-7-6-6120 0 0,5-2-2417 0 0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3:01.8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0 1488 0 0,'1'0'150'0'0,"-1"1"0"0"0,1-1 0 0 0,0 0 1 0 0,-1 1-1 0 0,1-1 0 0 0,-1 1 0 0 0,1-1 0 0 0,-1 0 0 0 0,0 1 0 0 0,1-1 1 0 0,-1 1-1 0 0,1-1 0 0 0,-1 1 0 0 0,0-1 0 0 0,1 1 0 0 0,-1 0 0 0 0,0-1 1 0 0,0 1-1 0 0,1-1 0 0 0,-1 2 0 0 0,0-1-68 0 0,-1-1 0 0 0,1 1 0 0 0,0-1-1 0 0,-1 0 1 0 0,1 1 0 0 0,0-1 0 0 0,-1 0 0 0 0,1 1 0 0 0,-1-1-1 0 0,1 0 1 0 0,0 1 0 0 0,-1-1 0 0 0,1 0 0 0 0,-1 0 0 0 0,1 1-1 0 0,-1-1 1 0 0,1 0 0 0 0,-1 0 0 0 0,1 0 0 0 0,-1 0 0 0 0,1 0-1 0 0,-1 0 1 0 0,1 0 0 0 0,-1 0 0 0 0,1 0 0 0 0,-1 0 0 0 0,0 0-1 0 0,1 0 1 0 0,-1 0 0 0 0,1 2 1773 0 0,0 0-823 0 0,0-1-1 0 0,-1 1 1 0 0,1-1 0 0 0,0 1-1 0 0,1 0 1 0 0,-1-1-1 0 0,0 1 1 0 0,0-1-1 0 0,1 1 1 0 0,-1 0 0 0 0,1-1-1 0 0,-1 1 1 0 0,2 1-1 0 0,10 8 1790 0 0,6-4-2838 0 0,-16-7-59 0 0,-2 17-957 0 0,1-10 267 0 0,14-16 1944 0 0,13-17-464 0 0,-14 13-714 0 0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3:02.1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1316 0 0,'7'7'1856'0'0,"-8"6"8596"0"0,-1 0-7282 0 0,13-2 5506 0 0,18 14-7941 0 0,-26-24-838 0 0,-1-1 1 0 0,1 1 0 0 0,0-1 0 0 0,0 0 0 0 0,-1 0 0 0 0,1 0 0 0 0,0 0 0 0 0,0-1 0 0 0,-1 1 0 0 0,1-1-1 0 0,0 1 1 0 0,-1-1 0 0 0,1 0 0 0 0,-1 0 0 0 0,1-1 0 0 0,-1 1 0 0 0,1 0 0 0 0,-1-1 0 0 0,0 1-1 0 0,3-3 1 0 0,-5 4 132 0 0,0 0-1 0 0,0 0 1 0 0,1-1-1 0 0,-1 1 1 0 0,0 0-1 0 0,0 0 0 0 0,1-1 1 0 0,-1 1-1 0 0,0 0 1 0 0,0-1-1 0 0,0 1 1 0 0,1 0-1 0 0,-1-1 1 0 0,0 1-1 0 0,0 0 1 0 0,0-1-1 0 0,0 1 0 0 0,0 0 1 0 0,0-1-1 0 0,0 1 1 0 0,0-1-1 0 0,0 1 1 0 0,0 0-1 0 0,0-1 1 0 0,0 1-1 0 0,0 0 0 0 0,0-1 1 0 0,0 1-1 0 0,0-1 1 0 0,0 1-1 0 0,0 0 1 0 0,0-1-1 0 0,-1 1 1 0 0,1 0-1 0 0,0-1 0 0 0,0 1 1 0 0,0 0-1 0 0,-1 0 1 0 0,1-1-1 0 0,0 1 1 0 0,0 0-1 0 0,-1 0 1 0 0,1-1-1 0 0,0 1 0 0 0,-1 0 1 0 0,1 0-1 0 0,0 0 1 0 0,-1-1-1 0 0,1 1 1 0 0,0 0-1 0 0,-1 0 1 0 0,-13-11-1861 0 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3:02.8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643 67 1121 0 0,'-17'19'6152'0'0,"15"-17"-5038"0"0,1 1-1 0 0,-1-1 1 0 0,0 0-1 0 0,1 0 1 0 0,-1-1 0 0 0,0 1-1 0 0,0 0 1 0 0,0 0-1 0 0,0-1 1 0 0,0 1 0 0 0,-5 1-1 0 0,-25 15 992 0 0,25-14-1758 0 0,0 1 1 0 0,0-1-1 0 0,0-1 0 0 0,-1 0 0 0 0,1 0 1 0 0,-1 0-1 0 0,0-1 0 0 0,0 0 0 0 0,-13 2 1 0 0,19-4-419 0 0,-1 1 1 0 0,0-1-1 0 0,0 0 0 0 0,0 1 1 0 0,1-1-1 0 0,-1-1 1 0 0,0 1-1 0 0,0 0 1 0 0,0-1-1 0 0,1 1 1 0 0,-1-1-1 0 0,0 0 0 0 0,1 0 1 0 0,-1 0-1 0 0,1 0 1 0 0,-1 0-1 0 0,1-1 1 0 0,-1 1-1 0 0,1-1 1 0 0,0 1-1 0 0,-3-3 1 0 0,-1-16-4674 0 0,5 1 3734 0 0,2 16 1576 0 0,0 0-1 0 0,0 0 0 0 0,0 0 1 0 0,0 0-1 0 0,0 0 1 0 0,1 0-1 0 0,-1 0 1 0 0,1 0-1 0 0,0 1 0 0 0,-1-1 1 0 0,4-3-1 0 0,2-1-1128 0 0,0 0-1 0 0,0 0 1 0 0,1 1 0 0 0,0 0-1 0 0,12-8 1 0 0,-14 11-1164 0 0,0 0 0 0 0,0 0 0 0 0,0 0 1 0 0,0 1-1 0 0,9-2 0 0 0,-13 3 1665 0 0,0 1 1 0 0,0-1-1 0 0,0 1 0 0 0,0 0 0 0 0,0 0 1 0 0,0 0-1 0 0,0 0 0 0 0,0 0 0 0 0,0 0 1 0 0,0 0-1 0 0,0 0 0 0 0,0 1 0 0 0,-1-1 1 0 0,1 1-1 0 0,0 0 0 0 0,0-1 0 0 0,0 1 1 0 0,0 0-1 0 0,-1 0 0 0 0,1 0 0 0 0,0 0 1 0 0,-1 0-1 0 0,1 1 0 0 0,-1-1 0 0 0,1 0 1 0 0,-1 1-1 0 0,0-1 0 0 0,0 1 0 0 0,1 0 1 0 0,-1-1-1 0 0,0 1 0 0 0,0 0 0 0 0,-1-1 1 0 0,1 1-1 0 0,0 0 0 0 0,-1 0 0 0 0,1 3 1 0 0,1 1 161 0 0,-1 0 1 0 0,0 1-1 0 0,-1-1 1 0 0,0 1-1 0 0,0-1 1 0 0,0 1-1 0 0,-1-1 1 0 0,1 0-1 0 0,-3 7 1 0 0,-4 8 47 0 0,0-1-1 0 0,-2-1 1 0 0,0 1-1 0 0,-1-2 1 0 0,-1 1-1 0 0,-1-1 1 0 0,0-1-1 0 0,-2 0 1 0 0,0-1-1 0 0,0 0 1 0 0,-33 26 0 0 0,9-12-71 0 0,-1-2 0 0 0,-2-1 1 0 0,-1-3-1 0 0,-53 24 1 0 0,71-38 123 0 0,0-2 0 0 0,-27 6 0 0 0,-16 5-4180 0 0,65-18 2944 0 0,0-28 2436 0 0,4 12-3863 0 0,0-1 39 0 0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3:03.1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578 1 1396 0 0,'-5'4'11459'0'0,"-3"4"-8184"0"0,-53 65 462 0 0,34-39-564 0 0,-48 47 1 0 0,13-29-3174 0 0,-3-2 0 0 0,-102 60 0 0 0,122-77-1043 0 0,36-26 575 0 0,-1 1 0 0 0,1-2 1 0 0,-1 1-1 0 0,-12 5 1 0 0,19-11-598 0 0,12-32 2585 0 0,-1 15-637 0 0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3:03.5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139 1 1791 0 0,'0'0'907'0'0,"-9"18"6821"0"0,5-13-6538 0 0,0-1 0 0 0,0 0 0 0 0,0-1 0 0 0,0 1-1 0 0,0-1 1 0 0,-1 0 0 0 0,1 0 0 0 0,-1 0 0 0 0,0-1 0 0 0,-10 5 0 0 0,-25 4 1509 0 0,29-9-2699 0 0,-3-4 0 0 0,10-5 0 0 0,2-2-1 0 0,1 7-75 0 0,17-17-576 0 0,13 12-4839 0 0,-9 6-1349 0 0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3:04.7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141 8 1529 0 0,'0'0'1441'0'0,"-16"-7"9130"0"0,24 18-9474 0 0,0 0 1 0 0,0 0 0 0 0,1-1-1 0 0,1 0 1 0 0,0 0-1 0 0,0-1 1 0 0,1 0 0 0 0,0-1-1 0 0,15 8 1 0 0,24 21 599 0 0,-35-27-1697 0 0,7 7-1 0 0,-21-15-2 0 0,7 3 7 0 0,-8-4-4 0 0,1-1 0 0 0,-1 0 0 0 0,0 0 0 0 0,0 1 0 0 0,0-1 0 0 0,0 0 0 0 0,1 0 0 0 0,-1 1 0 0 0,0-1 0 0 0,0 0 0 0 0,0 0 0 0 0,0 1 0 0 0,0-1 0 0 0,0 0 0 0 0,0 1 0 0 0,0-1 0 0 0,0 0 0 0 0,0 0 0 0 0,0 1 0 0 0,0-1 0 0 0,0 0 0 0 0,0 1 0 0 0,0-1 0 0 0,0 0 0 0 0,0 0 0 0 0,-1 1 0 0 0,1-1 0 0 0,0 0 0 0 0,0 0 0 0 0,0 1 0 0 0,0-1 0 0 0,-1 0 0 0 0,1 0 0 0 0,0 1 0 0 0,0-1 0 0 0,0 0 0 0 0,-1 0 0 0 0,1 0 0 0 0,0 0 0 0 0,0 1 0 0 0,-1-1 0 0 0,1 0 0 0 0,0 0 0 0 0,0 0 0 0 0,-1 0 0 0 0,1 0 0 0 0,0 0 0 0 0,0 0 0 0 0,-1 0 0 0 0,1 1 0 0 0,0-1 0 0 0,-1 0 0 0 0,1-1 0 0 0,-20 9 0 0 0,18-8 0 0 0,-90 33-3330 0 0,-27 8-4805 0 0,43-9 5548 0 0,75-31 2538 0 0,-13 4 184 0 0,11-4-3463 0 0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3:05.1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 13 1276 0 0,'0'0'1513'0'0,"-13"-12"7106"0"0,4 13-5811 0 0,8-1-2538 0 0,0 0 1 0 0,1 0-1 0 0,-1 0 1 0 0,1 0-1 0 0,-1 1 1 0 0,0-1-1 0 0,1 0 1 0 0,-1 0-1 0 0,1 0 1 0 0,-1 0-1 0 0,0 1 1 0 0,1-1 0 0 0,-1 0-1 0 0,1 1 1 0 0,-1-1-1 0 0,1 0 1 0 0,-1 1-1 0 0,1-1 1 0 0,-1 0-1 0 0,1 1 1 0 0,0-1-1 0 0,-1 1 1 0 0,1-1-1 0 0,-1 1 1 0 0,1-1 0 0 0,0 1-1 0 0,0-1 1 0 0,-1 1-1 0 0,1 0 1 0 0,0-1-1 0 0,0 1 1 0 0,0-1-1 0 0,-1 1 1 0 0,1 0-1 0 0,0-1 1 0 0,0 1-1 0 0,0-1 1 0 0,0 1 0 0 0,0 0-1 0 0,0-1 1 0 0,0 1-1 0 0,1 0 1 0 0,-1 1 94 0 0,-42 267-365 0 0,9-9-30 0 0,32-254 63 0 0,0-3-181 0 0,1 0 0 0 0,-1 0 0 0 0,1 0 0 0 0,0 0 0 0 0,0 0 0 0 0,0 0 0 0 0,0 0 0 0 0,1 0 0 0 0,-1 0 0 0 0,1 0 0 0 0,0 0 0 0 0,1 4 1 0 0,-1-5-834 0 0,2 11 3067 0 0,-3-13-2120 0 0,1 0-1 0 0,-1 1 0 0 0,0-1 1 0 0,0 0-1 0 0,0 1 0 0 0,0-1 1 0 0,1 0-1 0 0,-1 0 0 0 0,0 1 1 0 0,0-1-1 0 0,0 0 0 0 0,0 1 1 0 0,0-1-1 0 0,0 0 0 0 0,0 1 1 0 0,0-1-1 0 0,0 0 0 0 0,0 1 1 0 0,0-1-1 0 0,0 0 0 0 0,0 1 1 0 0,0-1-1 0 0,0 0 0 0 0,0 1 1 0 0,0-1-1 0 0,0 0 0 0 0,-1 1 1 0 0,1-1-1 0 0,0 0 0 0 0,0 1 1 0 0,0-1-1 0 0,-1 0 1 0 0,1 0-1 0 0,0 1 0 0 0,0-1 1 0 0,0 0-1 0 0,-1 0 0 0 0,1 0 1 0 0,0 1-1 0 0,-1-1 0 0 0,1 0 1 0 0,0 0-1 0 0,0 0 0 0 0,-1 0 1 0 0,1 0-1 0 0,0 1 0 0 0,-1-1 1 0 0,1 0-1 0 0,0 0 0 0 0,-1 0 1 0 0,1 0-1 0 0,0 0 0 0 0,-1 0 1 0 0,1 0-1 0 0,-1 0 1 0 0,-9 2 2789 0 0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3:06.6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1514 114 1417 0 0,'0'0'3465'0'0,"-12"2"622"0"0,11-1-3684 0 0,-1-1 1 0 0,1 0-1 0 0,0 1 0 0 0,0-1 0 0 0,0 1 0 0 0,0-1 1 0 0,-1 1-1 0 0,1 0 0 0 0,0-1 0 0 0,0 1 0 0 0,0 0 0 0 0,0 0 1 0 0,1 0-1 0 0,-1 0 0 0 0,0 0 0 0 0,0 0 0 0 0,0 0 1 0 0,1 0-1 0 0,-1 0 0 0 0,0 0 0 0 0,1 0 0 0 0,-1 0 1 0 0,1 1-1 0 0,0-1 0 0 0,-1 2 0 0 0,-1 22 6202 0 0,2-24-6448 0 0,-2 14-157 0 0,2-5 0 0 0,-2 0 0 0 0,1 0 0 0 0,-1-1 0 0 0,-5 15 0 0 0,5-20 0 0 0,0 0 0 0 0,0-1 0 0 0,0 1 0 0 0,0-1 0 0 0,-1 1 0 0 0,1-1 0 0 0,-1 0 0 0 0,0 0 0 0 0,0 0 0 0 0,0-1 0 0 0,-1 1 0 0 0,1-1 0 0 0,0 1 0 0 0,-6 1 0 0 0,7-1 0 0 0,1-2 0 0 0,0-1 0 0 0,0 1 0 0 0,0 0 0 0 0,0-1 0 0 0,0 1 0 0 0,0 0 0 0 0,0-1 0 0 0,0 1 0 0 0,0-1 0 0 0,0 0 0 0 0,0 1 0 0 0,0-1 0 0 0,0 0 0 0 0,0 0 0 0 0,0 1 0 0 0,0-1 0 0 0,-1 0 0 0 0,0 0 0 0 0,-1 0-178 0 0,-1 1 1 0 0,1-1 0 0 0,0 1-1 0 0,-1-1 1 0 0,1 0 0 0 0,0 0-1 0 0,-1 0 1 0 0,1-1 0 0 0,0 1-1 0 0,0-1 1 0 0,-1 0 0 0 0,1 0-1 0 0,0 0 1 0 0,0 0 0 0 0,0 0-1 0 0,0-1 1 0 0,0 1 0 0 0,0-1-1 0 0,1 0 1 0 0,-1 0 0 0 0,0 0-1 0 0,1 0 1 0 0,-1-1 0 0 0,1 1-1 0 0,0-1 1 0 0,0 1 0 0 0,0-1-1 0 0,0 0 1 0 0,0 0 0 0 0,-2-5-1 0 0,1-1-417 0 0,-1 0 1 0 0,1 0-1 0 0,1 0 0 0 0,0 0 0 0 0,0-1 0 0 0,1 1 1 0 0,0-1-1 0 0,1 1 0 0 0,0-13 0 0 0,0-32-3743 0 0,-1 52 4300 0 0,1 15 9638 0 0,0 5-6635 0 0,0-13-2847 0 0,0-1-1 0 0,-1 1 1 0 0,0 0 0 0 0,0 0 0 0 0,0 0-1 0 0,-1 0 1 0 0,1-1 0 0 0,-1 1-1 0 0,-1-1 1 0 0,1 1 0 0 0,0-1 0 0 0,-1 0-1 0 0,0 0 1 0 0,0 0 0 0 0,0 0 0 0 0,-1-1-1 0 0,-5 6 1 0 0,1-3 24 0 0,0 0 0 0 0,0 0 1 0 0,-1 0-1 0 0,0-1 0 0 0,0 0 0 0 0,0-1 0 0 0,-19 6 1 0 0,26-10-225 0 0,0 1 1 0 0,0-1 0 0 0,-1 1 0 0 0,1-1-1 0 0,0 0 1 0 0,0 1 0 0 0,-1-1 0 0 0,1-1-1 0 0,0 1 1 0 0,0 0 0 0 0,-1 0 0 0 0,1-1 0 0 0,0 1-1 0 0,0-1 1 0 0,0 0 0 0 0,-1 0 0 0 0,1 0-1 0 0,0 0 1 0 0,0 0 0 0 0,0 0 0 0 0,1 0-1 0 0,-1-1 1 0 0,0 1 0 0 0,0-1 0 0 0,1 1-1 0 0,-1-1 1 0 0,1 0 0 0 0,-1 0 0 0 0,1 1-1 0 0,-2-4 1 0 0,0 0-248 0 0,1 1 1 0 0,-1-1-1 0 0,1-1 0 0 0,0 1 0 0 0,0 0 0 0 0,1 0 0 0 0,0-1 0 0 0,0 1 1 0 0,-1-8-1 0 0,3-25-6368 0 0,-1-10 3212 0 0,-1 45 3508 0 0,7 18-192 0 0,-5-9 2888 0 0,-9 12 7091 0 0,0-3-5691 0 0,5-9-4792 0 0,-2 0-1 0 0,1 0 0 0 0,-1-1 1 0 0,0 0-1 0 0,0 1 1 0 0,0-2-1 0 0,0 1 0 0 0,-1-1 1 0 0,-9 6-1 0 0,5-4-1099 0 0,0-1-1 0 0,0 0 0 0 0,-1 0 0 0 0,-17 5 0 0 0,23-9 1722 0 0,1 0-1 0 0,0 0 0 0 0,0 0 0 0 0,0 0 1 0 0,-1-1-1 0 0,1 0 0 0 0,0 1 0 0 0,0-2 1 0 0,-1 1-1 0 0,1 0 0 0 0,0-1 0 0 0,0 0 0 0 0,0 0 1 0 0,-1 0-1 0 0,-5-3 0 0 0,7 1 61 0 0,0 1 0 0 0,-1-1 0 0 0,1 0 0 0 0,0 0 0 0 0,1 0 0 0 0,-1-1 0 0 0,1 1 0 0 0,-1-1 0 0 0,1 1 0 0 0,0-1 0 0 0,0 0-1 0 0,1 0 1 0 0,-1 0 0 0 0,1 0 0 0 0,0 0 0 0 0,0 0 0 0 0,0 0 0 0 0,-1-8 0 0 0,1 1 4 0 0,1 0 1 0 0,0 0-1 0 0,0 0 0 0 0,1 0 1 0 0,4-20-1 0 0,-5 29-154 0 0,-2-13-64 0 0,-1 43 12246 0 0,1-13-8256 0 0,1-5-3570 0 0,-1-2-202 0 0,0 0 1 0 0,0 0 0 0 0,-1 0-1 0 0,0-1 1 0 0,0 1 0 0 0,-1-1-1 0 0,1 0 1 0 0,-2 0 0 0 0,1 0-1 0 0,-1 0 1 0 0,0 0 0 0 0,0-1-1 0 0,-9 7 1 0 0,5-6-410 0 0,0 0-1 0 0,-1 0 1 0 0,-1-1 0 0 0,1 0-1 0 0,-1-1 1 0 0,0 0 0 0 0,0 0 0 0 0,-17 3-1 0 0,6-2-2306 0 0,0-1 1 0 0,-32 2-1 0 0,39-6 2154 0 0,0 0 0 0 0,0-2 1 0 0,1 1-1 0 0,-28-6 1 0 0,35 4 554 0 0,0 1 0 0 0,1-1 0 0 0,-1 0 0 0 0,1-1 0 0 0,-1 1 0 0 0,1-1 1 0 0,0-1-1 0 0,0 1 0 0 0,1-1 0 0 0,-1 0 0 0 0,1 0 0 0 0,-1 0 0 0 0,1-1 1 0 0,1 0-1 0 0,-1 0 0 0 0,1 0 0 0 0,0-1 0 0 0,0 0 0 0 0,0 1 0 0 0,1-1 1 0 0,0 0-1 0 0,0-1 0 0 0,0 1 0 0 0,1-1 0 0 0,0 1 0 0 0,-2-14 0 0 0,2 10-22 0 0,1-1-1 0 0,0 1 0 0 0,1-1 1 0 0,1 1-1 0 0,-1-1 0 0 0,3-11 1 0 0,6-13 3848 0 0,-9 34-3618 0 0,1-1 1 0 0,-1 1-1 0 0,1 0 1 0 0,-1 0-1 0 0,1-1 1 0 0,0 1-1 0 0,0 0 1 0 0,0 0-1 0 0,-1 0 1 0 0,1 0-1 0 0,0 0 1 0 0,0 0-1 0 0,0 0 1 0 0,0 0-1 0 0,1 0 0 0 0,-1 1 1 0 0,2-2-1 0 0,0 1-349 0 0,-1 0-1 0 0,0 0 1 0 0,1 1-1 0 0,-1-1 1 0 0,0 1-1 0 0,1 0 1 0 0,-1-1-1 0 0,1 1 1 0 0,3 1-1 0 0,-1-1-611 0 0,1 1 0 0 0,-1 0 0 0 0,1 0-1 0 0,-1 1 1 0 0,1 0 0 0 0,-1 0 0 0 0,8 4 0 0 0,-9-4 1039 0 0,0 1 0 0 0,0 0 1 0 0,0 0-1 0 0,0 0 0 0 0,-1 0 1 0 0,1 1-1 0 0,-1 0 1 0 0,5 6-1 0 0,-6-6-406 0 0,1 0 0 0 0,-1 1 0 0 0,0-1 0 0 0,-1 0 0 0 0,1 1 0 0 0,-1-1-1 0 0,0 1 1 0 0,0-1 0 0 0,0 1 0 0 0,-1-1 0 0 0,1 1 0 0 0,-1 0 0 0 0,-1 6 0 0 0,1-5-110 0 0,-1-1 0 0 0,0 1 0 0 0,-1 0 0 0 0,0-1 0 0 0,1 0 0 0 0,-2 1 0 0 0,1-1 0 0 0,-1 0 0 0 0,1 0 0 0 0,-8 9 0 0 0,6-9 380 0 0,0 0 0 0 0,-1 0 0 0 0,1-1 0 0 0,-1 0 0 0 0,0 0 0 0 0,-8 5 0 0 0,-3 0-144 0 0,0-1-1 0 0,0-1 1 0 0,-1-1 0 0 0,0 0-1 0 0,0-1 1 0 0,-1-1-1 0 0,0 0 1 0 0,-25 1 0 0 0,29-4 44 0 0,-1 0 0 0 0,1-1 0 0 0,0-1 0 0 0,0 0 0 0 0,0-1 0 0 0,0-1 0 0 0,0 0 0 0 0,0-1 0 0 0,1 0 0 0 0,-1-1 0 0 0,-15-9 0 0 0,29 14 53 0 0,-1-1 0 0 0,0 0 0 0 0,0 0 1 0 0,0 1-1 0 0,0-1 0 0 0,0 1 1 0 0,-1-1-1 0 0,1 1 0 0 0,0-1 0 0 0,0 1 1 0 0,0 0-1 0 0,0-1 0 0 0,0 1 1 0 0,-1 0-1 0 0,1 0 0 0 0,0 0 0 0 0,0 0 1 0 0,0 0-1 0 0,-1 0 0 0 0,1 0 1 0 0,0 1-1 0 0,0-1 0 0 0,0 0 1 0 0,0 1-1 0 0,0-1 0 0 0,-1 1 0 0 0,1-1 1 0 0,0 1-1 0 0,0-1 0 0 0,0 1 1 0 0,0 0-1 0 0,0-1 0 0 0,1 1 0 0 0,-1 0 1 0 0,0 0-1 0 0,0 0 0 0 0,0 0 1 0 0,1 0-1 0 0,-1 0 0 0 0,0 0 0 0 0,1 0 1 0 0,-1 0-1 0 0,1 0 0 0 0,-1 0 1 0 0,1 0-1 0 0,0 0 0 0 0,-1 0 0 0 0,1 0 1 0 0,0 2-1 0 0,-2 8 1383 0 0,0-1-1 0 0,1 1 0 0 0,0 0 1 0 0,1 16-1 0 0,0-12-792 0 0,0 304-2146 0 0,3-134-76 0 0,-3-174-364 0 0,1-1 0 0 0,0 0 0 0 0,5 19 0 0 0,-5-25 1022 0 0,0-1 1 0 0,0 0-1 0 0,0 0 1 0 0,0 1-1 0 0,1-1 1 0 0,-1 0-1 0 0,1-1 1 0 0,0 1-1 0 0,3 3 1 0 0,1 1-5037 0 0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3:07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1 931 0 0,'8'5'8857'0'0,"-13"7"-468"0"0,5-3-7358 0 0,6 8 4911 0 0,17 25-4930 0 0,-22-42-1029 0 0,0 0 0 0 0,0 0-1 0 0,0 0 1 0 0,1 0 0 0 0,-1 0 0 0 0,0 0 0 0 0,0-1 0 0 0,0 1-1 0 0,0 0 1 0 0,0-1 0 0 0,0 1 0 0 0,0-1 0 0 0,0 1-1 0 0,0-1 1 0 0,0 1 0 0 0,0-1 0 0 0,0 0 0 0 0,0 0 0 0 0,0 1-1 0 0,0-1 1 0 0,0 0 0 0 0,-1 0 0 0 0,1 0 0 0 0,0-1 0 0 0,28-27-1883 0 0,-22 20-1169 0 0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3:07.3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0 1229 0 0,'-11'26'7774'0'0,"9"-23"-6115"0"0,0 1-1 0 0,1-1 0 0 0,-1 0 0 0 0,1 1 0 0 0,0-1 0 0 0,-1 1 0 0 0,1 3 0 0 0,2 26 2288 0 0,1-24-3950 0 0,-1-7-47 0 0,0-3-1173 0 0,1 1 1219 0 0,0-1 0 0 0,-1 0 0 0 0,1 1 0 0 0,0-1-1 0 0,-1 0 1 0 0,1 0 0 0 0,-1 0 0 0 0,3-3 0 0 0,-5-6-928 0 0,0-3 3191 0 0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3:07.5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 1296 0 0,'0'0'2957'0'0,"-16"13"9695"0"0,25 0-11476 0 0,-6-11-48 0 0,0 0 1 0 0,0 0-1 0 0,0 0 0 0 0,0-1 0 0 0,0 1 1 0 0,1-1-1 0 0,5 2 0 0 0,7 3-5156 0 0,-7-3 7163 0 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3:07.9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0 1213 0 0,'0'0'3674'0'0,"3"11"491"0"0,-1 3 8183 0 0,-3-1-6802 0 0,-2 1-4795 0 0,-2 0-3838 0 0,4-11 3666 0 0,49-39 215 0 0,-47 35-1948 0 0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3:08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1 1348 0 0,'0'0'523'0'0,"1"18"1809"0"0,-2-10 1622 0 0,-2 1-2651 0 0,-4 7 9894 0 0,7-1-6519 0 0,0-14-4645 0 0,-1 0 1 0 0,1 0-1 0 0,0 0 1 0 0,0 0-1 0 0,0 0 1 0 0,0 1-1 0 0,0-1 0 0 0,0 0 1 0 0,0 0-1 0 0,1 0 1 0 0,-1 0-1 0 0,0 0 0 0 0,1 0 1 0 0,-1 1-1 0 0,0-1 1 0 0,1 0-1 0 0,-1 0 1 0 0,1 0-1 0 0,0 0 0 0 0,-1-1 1 0 0,1 1-1 0 0,0 0 1 0 0,1 2-1 0 0,0-1-28 0 0,-1-1-405 0 0,21-6 886 0 0,-16 4-3673 0 0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3:09.1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3 917 0 0,'-3'0'7332'0'0,"-12"-2"7059"0"0,14 2-14136 0 0,-1 0 1 0 0,1 0-1 0 0,-1 0 0 0 0,1 0 0 0 0,-1 0 1 0 0,1 0-1 0 0,0 0 0 0 0,-1 0 0 0 0,1 0 1 0 0,-1 1-1 0 0,1-1 0 0 0,0 1 0 0 0,-2 0 1 0 0,2-1-221 0 0,1 0 1 0 0,0 1 0 0 0,-1-1 0 0 0,1 0-1 0 0,0 1 1 0 0,0-1 0 0 0,-1 0-1 0 0,1 1 1 0 0,0-1 0 0 0,0 0 0 0 0,-1 1-1 0 0,1-1 1 0 0,0 1 0 0 0,0-1 0 0 0,0 0-1 0 0,0 1 1 0 0,-1-1 0 0 0,1 1 0 0 0,0-1-1 0 0,0 1 1 0 0,0-1 0 0 0,0 1 0 0 0,0-1-1 0 0,0 1 1 0 0,9 18-929 0 0,-3-13 893 0 0,1 1 0 0 0,0-1 0 0 0,1 0 0 0 0,-1-1 0 0 0,1 1 0 0 0,0-1 0 0 0,13 5 0 0 0,67 23 0 0 0,-41-17 0 0 0,-30-9 0 0 0,-5-3-1 0 0,0 0 0 0 0,-1 1 1 0 0,0 1-1 0 0,0 0 0 0 0,13 9 0 0 0,-23-14-12 0 0,4 18 31 0 0,-6-17-18 0 0,0 1 0 0 0,-1-1 0 0 0,1 1 0 0 0,-1-1 0 0 0,0 0 0 0 0,1 1 0 0 0,-1-1 0 0 0,0 0 0 0 0,-1 0 0 0 0,1 0 0 0 0,0 0 0 0 0,0-1 0 0 0,-4 3 0 0 0,-38 19 0 0 0,30-16 0 0 0,-27 11-3 0 0,-1-1 0 0 0,0-3 0 0 0,-51 11 0 0 0,91-24-54 0 0,-8-1 10 0 0,-3 2-1717 0 0,13-2 1749 0 0,0 0 0 0 0,0 0 0 0 0,0 0-1 0 0,0-1 1 0 0,0 1 0 0 0,0 0 0 0 0,-1 0-1 0 0,1 0 1 0 0,0-1 0 0 0,0 1 0 0 0,0 0-1 0 0,0 0 1 0 0,0-1 0 0 0,0 1 0 0 0,0 0 0 0 0,0 0-1 0 0,0-1 1 0 0,0 1 0 0 0,0 0 0 0 0,0 0-1 0 0,0-1 1 0 0,0 1 0 0 0,0 0 0 0 0,1 0-1 0 0,-1 0 1 0 0,0-1 0 0 0,0 1 0 0 0,0 0 0 0 0,0 0-1 0 0,0 0 1 0 0,0-1 0 0 0,1 1 0 0 0,-1 0-1 0 0,0 0 1 0 0,0 0 0 0 0,0 0 0 0 0,1-1-1 0 0,-1 1 1 0 0,0 0 0 0 0,0 0 0 0 0,0 0-1 0 0,1 0 1 0 0,-1 0 0 0 0,0 0 0 0 0,0 0 0 0 0,0 0-1 0 0,1 0 1 0 0,-1-1 0 0 0,9-7 602 0 0,-6 6-487 0 0,-1 0-1 0 0,0 0 0 0 0,1-1 0 0 0,-1 1 1 0 0,0-1-1 0 0,-1 1 0 0 0,1-1 0 0 0,0 1 0 0 0,2-7 1 0 0,0-3 946 0 0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3:09.3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284 2 1097 0 0,'0'0'540'0'0,"-23"-1"4163"0"0,-7 21 1261 0 0,7-3-2813 0 0,-6-2-461 0 0,1 2-1 0 0,0 1 1 0 0,-32 28 0 0 0,57-42-2705 0 0,0-1-1 0 0,0 1 1 0 0,1-1 0 0 0,-1 1 0 0 0,1 0 0 0 0,0-1 0 0 0,-2 6 0 0 0,3-5-23 0 0,-1 0-1 0 0,0 0 0 0 0,0-1 1 0 0,0 1-1 0 0,-1-1 1 0 0,-5 7-1 0 0,-3 1-561 0 0,1-1 1591 0 0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3:09.7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732 1 809 0 0,'-4'3'3813'0'0,"-45"29"15166"0"0,35-24-16366 0 0,-302 144-9460 0 0,-2 1-254 0 0,289-130 6863 0 0,27-21-540 0 0,7 1-1371 0 0,8 2 6341 0 0,6-14-3630 0 0,-9 0 3622 0 0,-2 0-4488 0 0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3:10.3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396 115 1075 0 0,'-16'5'1022'0'0,"-1"-1"4880"0"0,3-5 582 0 0,-7-3 4058 0 0,19 4-10496 0 0,1 0 0 0 0,-1 0 0 0 0,1 0-1 0 0,-1 0 1 0 0,1 0 0 0 0,-1 0-1 0 0,1-1 1 0 0,-1 1 0 0 0,1 0-1 0 0,-1-1 1 0 0,1 0 0 0 0,-1 1 0 0 0,1-1-1 0 0,0 0 1 0 0,-1 1 0 0 0,1-1-1 0 0,0 0 1 0 0,0 0 0 0 0,0 0-1 0 0,0 0 1 0 0,-1-1 0 0 0,2 1-1 0 0,-1 0 1 0 0,0 0 0 0 0,-1-3 0 0 0,0 2-46 0 0,1 0 0 0 0,0-1 0 0 0,0 0 0 0 0,0 1 0 0 0,0-1 0 0 0,0 0 0 0 0,1 1 0 0 0,-1-1 0 0 0,1 0 0 0 0,-1 0 0 0 0,1 1 0 0 0,0-1 0 0 0,0 0 0 0 0,1 0 0 0 0,-1 1 0 0 0,1-1 0 0 0,-1 0 0 0 0,1 0 0 0 0,0 1 0 0 0,0-1 0 0 0,0 0 0 0 0,0 1 0 0 0,0-1 0 0 0,1 1 0 0 0,-1 0 0 0 0,1-1 0 0 0,-1 1 0 0 0,1 0 0 0 0,0 0 0 0 0,0 0 0 0 0,0 0 0 0 0,0 0 0 0 0,0 1 0 0 0,1-1 0 0 0,-1 0 0 0 0,0 1 0 0 0,1 0 0 0 0,2-2 0 0 0,-2 2 0 0 0,-1 0 0 0 0,0 0 0 0 0,1 0 0 0 0,-1 1 0 0 0,1-1 0 0 0,-1 1 0 0 0,1-1 0 0 0,0 1 0 0 0,-1 0 0 0 0,1 0 0 0 0,-1 0 0 0 0,1 0 0 0 0,0 0 0 0 0,-1 1 0 0 0,1-1 0 0 0,-1 1 0 0 0,1 0 0 0 0,-1-1 0 0 0,0 1 0 0 0,1 0 0 0 0,-1 1 0 0 0,0-1 0 0 0,4 3 0 0 0,-5-4 0 0 0,-1 0 0 0 0,28 18 0 0 0,-26-17 0 0 0,0 1 0 0 0,0-1 0 0 0,0 0 0 0 0,-1 1 0 0 0,1 0 0 0 0,0-1 0 0 0,-1 1 0 0 0,1 0 0 0 0,-1 0 0 0 0,1-1 0 0 0,-1 1 0 0 0,0 0 0 0 0,1 4 0 0 0,-2-3-99 0 0,-1 1 1 0 0,0 0 0 0 0,0 0-1 0 0,0-1 1 0 0,-1 1 0 0 0,1 0 0 0 0,-1-1-1 0 0,0 0 1 0 0,0 1 0 0 0,0-1-1 0 0,0 0 1 0 0,-1 0 0 0 0,1 0-1 0 0,-1 0 1 0 0,0 0 0 0 0,0-1 0 0 0,-5 5-1 0 0,-6 3-771 0 0,1 0-1 0 0,-28 14 0 0 0,5-5-2506 0 0,-1-1-1 0 0,-1-2 1 0 0,0-2-1 0 0,-2-1 1 0 0,-72 14-1 0 0,82-24 1816 0 0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3:11.8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1024 106 923 0 0,'-7'11'23304'0'0,"1"8"-21317"0"0,-2 23-1987 0 0,5-24 0 0 0,3-10 0 0 0,6 6 0 0 0,-4-11-1 0 0,-1 0 1 0 0,1 0 0 0 0,0 0 0 0 0,1-1-1 0 0,-1 1 1 0 0,0-1 0 0 0,1 0 0 0 0,-1 0-1 0 0,1 0 1 0 0,0 0 0 0 0,-1 0 0 0 0,1 0 0 0 0,0-1-1 0 0,0 1 1 0 0,1-1 0 0 0,-1 0 0 0 0,0 0-1 0 0,0 0 1 0 0,0 0 0 0 0,1-1 0 0 0,-1 1-1 0 0,0-1 1 0 0,1 0 0 0 0,-1 0 0 0 0,4 0-1 0 0,-2-2-110 0 0,0 0 0 0 0,1 0 0 0 0,-1 0 0 0 0,0-1 0 0 0,-1 1 0 0 0,1-1 0 0 0,0-1 0 0 0,-1 1 0 0 0,0 0 0 0 0,0-1 0 0 0,0 0 0 0 0,0 0 0 0 0,0 0 0 0 0,-1-1 0 0 0,0 1 0 0 0,0-1 0 0 0,3-5 0 0 0,-2 1-1099 0 0,0 0 0 0 0,-1 0 0 0 0,0 0-1 0 0,0-1 1 0 0,-1 1 0 0 0,0-1 0 0 0,-1 1 0 0 0,1-19 0 0 0,-5 6-2891 0 0,-8-12 3033 0 0,2 7 1108 0 0,8 25-9 0 0,-16 0 3470 0 0,16 1-3558 0 0,-1 1 1 0 0,0-1 0 0 0,1 1 0 0 0,-1 0 0 0 0,1 0 0 0 0,-1 0 0 0 0,0 0 0 0 0,1 0-1 0 0,-1 0 1 0 0,1 0 0 0 0,-1 0 0 0 0,0 0 0 0 0,1 1 0 0 0,-1-1 0 0 0,1 1 0 0 0,-1-1-1 0 0,1 1 1 0 0,-1 0 0 0 0,1-1 0 0 0,-1 1 0 0 0,1 0 0 0 0,-2 1 0 0 0,-17 16 342 0 0,-23 28 1 0 0,33-34-376 0 0,-1 0 1 0 0,0 0 0 0 0,-1-1 0 0 0,0 0 0 0 0,-1-1 0 0 0,0-1 0 0 0,-22 13 0 0 0,-84 31 1224 0 0,-146 45 0 0 0,263-98-1095 0 0,1 1 0 0 0,0-1 1 0 0,-1 0-1 0 0,1 0 0 0 0,0 1 1 0 0,-1-1-1 0 0,1 1 0 0 0,0-1 1 0 0,0 1-1 0 0,-1 0 0 0 0,1-1 0 0 0,0 1 1 0 0,0 0-1 0 0,0 0 0 0 0,0 0 1 0 0,0 0-1 0 0,-1 1 0 0 0,2-1-47 0 0,1-1 0 0 0,-1 1 1 0 0,0 0-1 0 0,1-1 0 0 0,-1 1 0 0 0,0-1 0 0 0,1 1 0 0 0,-1-1 0 0 0,1 0 0 0 0,-1 1 0 0 0,1-1 0 0 0,0 1 0 0 0,-1-1 1 0 0,1 0-1 0 0,-1 0 0 0 0,1 1 0 0 0,-1-1 0 0 0,1 0 0 0 0,0 0 0 0 0,-1 1 0 0 0,1-1 0 0 0,0 0 0 0 0,0 0 0 0 0,55 8 42 0 0,-54-8 112 0 0,9 1 9 0 0,11 1-539 0 0,0 1 0 0 0,29 8 0 0 0,-45-9 812 0 0,1 0 0 0 0,-1 1 0 0 0,1-1 0 0 0,10 8 0 0 0,-14-8 248 0 0,0 0 1 0 0,-1 0-1 0 0,1 0 0 0 0,-1 1 1 0 0,1-1-1 0 0,-1 1 0 0 0,0-1 1 0 0,0 1-1 0 0,0 0 0 0 0,3 5 1 0 0,-4-4-507 0 0,0-1 1 0 0,-1 0-1 0 0,1 0 1 0 0,-1 0-1 0 0,0 0 1 0 0,1 0-1 0 0,-1 1 1 0 0,-1-1-1 0 0,1 0 1 0 0,0 0 0 0 0,-1 0-1 0 0,0 1 1 0 0,1-1-1 0 0,-1 0 1 0 0,0 0-1 0 0,-1 0 1 0 0,1 0-1 0 0,-1-1 1 0 0,1 1-1 0 0,-1 0 1 0 0,0 0 0 0 0,0-1-1 0 0,-4 5 1 0 0,-4 4-192 0 0,0-1 1 0 0,0 0 0 0 0,-24 16-1 0 0,9-9-829 0 0,-39 20-1 0 0,28-21-1222 0 0,1-1 1 0 0,-2-1-1 0 0,0-3 0 0 0,-58 12 0 0 0,60-18 1747 0 0,0-1-1 0 0,-45 0 0 0 0,69-4 529 0 0,-1-1 0 0 0,1 0 0 0 0,-1 0 0 0 0,1-1-1 0 0,-1-1 1 0 0,1 0 0 0 0,0 0 0 0 0,1-1 0 0 0,-1-1-1 0 0,0 0 1 0 0,-14-9 0 0 0,20 10-185 0 0,0 0 0 0 0,1 1-1 0 0,0-1 1 0 0,0-1 0 0 0,0 1-1 0 0,0 0 1 0 0,0-1 0 0 0,1 0 0 0 0,0 0-1 0 0,0 0 1 0 0,0 0 0 0 0,1-1 0 0 0,0 1-1 0 0,0-1 1 0 0,0 1 0 0 0,1-1-1 0 0,-1 0 1 0 0,1 1 0 0 0,1-1 0 0 0,-1 0-1 0 0,1 0 1 0 0,0 0 0 0 0,0 0 0 0 0,2-7-1 0 0,1-4 781 0 0,0 1-1 0 0,1 0 1 0 0,7-18-1 0 0,-4 15-848 0 0,2 0-1 0 0,12-21 1 0 0,-8 19-1730 0 0,25-29 0 0 0,21-12-5252 0 0,-40 42 4111 0 0,-18 18 1544 0 0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3:13.5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1689 0 1318 0 0,'0'0'2633'0'0,"-16"11"10681"0"0,14 24-6854 0 0,9-1-3596 0 0,25 34-3172 0 0,-24-52 275 0 0,0 0-1 0 0,9 27 1 0 0,-16-41 33 0 0,0 0 0 0 0,0 0 0 0 0,-1 0 0 0 0,1 0 0 0 0,-1 0 0 0 0,1 0 1 0 0,-1 0-1 0 0,0 1 0 0 0,1-1 0 0 0,-1 0 0 0 0,0 0 0 0 0,-1 0 1 0 0,1 0-1 0 0,0 0 0 0 0,0 0 0 0 0,-1 0 0 0 0,0 0 0 0 0,1 0 0 0 0,-1 0 1 0 0,0 0-1 0 0,0 0 0 0 0,0 0 0 0 0,0 0 0 0 0,0 0 0 0 0,0-1 0 0 0,-1 1 1 0 0,1 0-1 0 0,-4 2 0 0 0,1-2 2 0 0,-1 0 1 0 0,1 0 0 0 0,-1 0-1 0 0,1-1 1 0 0,-1 0 0 0 0,0 0-1 0 0,0 0 1 0 0,0-1-1 0 0,1 1 1 0 0,-8-2 0 0 0,5 2-171 0 0,1-1 1 0 0,-1-1-1 0 0,0 1 0 0 0,0-1 1 0 0,1 0-1 0 0,-1-1 1 0 0,0 1-1 0 0,1-1 1 0 0,-1-1-1 0 0,1 1 1 0 0,0-1-1 0 0,0 0 1 0 0,0-1-1 0 0,0 1 1 0 0,1-1-1 0 0,-11-9 0 0 0,10 5-96 0 0,-1 1-1 0 0,1-1 0 0 0,1 0 1 0 0,0-1-1 0 0,0 1 0 0 0,1-1 0 0 0,0 0 1 0 0,0 0-1 0 0,1 0 0 0 0,0 0 1 0 0,-2-13-1 0 0,-3-16-6866 0 0,8 36 7124 0 0,1 39-2036 0 0,1-18 2247 0 0,-2-17-87 0 0,0-1-1 0 0,1 0 1 0 0,-1 0 0 0 0,0 1-1 0 0,0-1 1 0 0,0 0 0 0 0,0 1-1 0 0,0-1 1 0 0,0 0 0 0 0,0 1-1 0 0,0-1 1 0 0,0 0 0 0 0,-1 1-1 0 0,1-1 1 0 0,0 0 0 0 0,-1 0-1 0 0,1 1 1 0 0,-1-1 0 0 0,0 0-1 0 0,-1 2 1 0 0,-9 11 1997 0 0,-15 19-1816 0 0,20-27-1117 0 0,0 1 1 0 0,0-1-1 0 0,-1-1 1 0 0,0 1-1 0 0,-8 4 0 0 0,8-5 861 0 0,1-2 1 0 0,-1 1-1 0 0,1-1 0 0 0,-1 0 0 0 0,0 0 0 0 0,-1-1 0 0 0,1 0 0 0 0,0 0 0 0 0,-11 1 0 0 0,14-3 79 0 0,-1 0 1 0 0,1-1-1 0 0,0 1 0 0 0,-1-1 0 0 0,1 0 1 0 0,0 0-1 0 0,-1 0 0 0 0,1-1 0 0 0,0 1 1 0 0,0-1-1 0 0,0 0 0 0 0,0 0 1 0 0,0-1-1 0 0,1 1 0 0 0,-1-1 0 0 0,1 0 1 0 0,-5-4-1 0 0,2 0-230 0 0,0 0 1 0 0,0 0 0 0 0,1 0-1 0 0,0-1 1 0 0,0 0 0 0 0,1 0-1 0 0,-6-14 1 0 0,-6-32 4679 0 0,16 52-4620 0 0,-5-14-5 0 0,5 20-688 0 0,0 0 400 0 0,0 5-458 0 0,0-1-1 0 0,0 1 0 0 0,-1-1 1 0 0,0 0-1 0 0,-5 16 0 0 0,4-18 811 0 0,0 0-1 0 0,0 0 0 0 0,-1 0 0 0 0,0 0 0 0 0,0-1 1 0 0,0 0-1 0 0,0 1 0 0 0,-1-1 0 0 0,0 0 1 0 0,0-1-1 0 0,-1 1 0 0 0,1-1 0 0 0,-1 0 0 0 0,0 0 1 0 0,0 0-1 0 0,0-1 0 0 0,-1 1 0 0 0,1-1 0 0 0,-1-1 1 0 0,0 1-1 0 0,0-1 0 0 0,-6 2 0 0 0,9-4 66 0 0,-1 1-1 0 0,1-1 1 0 0,-1 1-1 0 0,0-1 1 0 0,1-1-1 0 0,-1 1 1 0 0,1 0-1 0 0,-1-1 1 0 0,0 0-1 0 0,1 0 1 0 0,-1 0-1 0 0,1 0 1 0 0,0 0-1 0 0,-1-1 1 0 0,1 1-1 0 0,0-1 1 0 0,0 0-1 0 0,0 0 1 0 0,0 0-1 0 0,0-1 1 0 0,1 1-1 0 0,-1-1 0 0 0,1 1 1 0 0,-1-1-1 0 0,1 0 1 0 0,0 0-1 0 0,0 0 1 0 0,0 0-1 0 0,-1-4 1 0 0,-4-5 543 0 0,0-1 0 0 0,2 0 0 0 0,-6-15-1 0 0,0-10-2263 0 0,10 37 1618 0 0,-3-23-2254 0 0,1 9 888 0 0,1 19 5151 0 0,0 10 5162 0 0,1 1-8385 0 0,-2-1-1 0 0,1 1 1 0 0,-9 23 0 0 0,9-32-768 0 0,-1 0 1 0 0,0 1 0 0 0,0-2-1 0 0,0 1 1 0 0,-1 0 0 0 0,0-1-1 0 0,0 1 1 0 0,0-1 0 0 0,-1 0-1 0 0,-6 5 1 0 0,8-8-325 0 0,0 0 0 0 0,-1 0-1 0 0,1-1 1 0 0,0 1 0 0 0,-1-1-1 0 0,1 0 1 0 0,-1 0 0 0 0,-6 1 0 0 0,2 0 4282 0 0,5-4-3571 0 0,0 0 0 0 0,1-1 0 0 0,-1 1 0 0 0,1-1 0 0 0,-1 1 0 0 0,1-1 0 0 0,-4-5 0 0 0,4 6 1364 0 0,-4-7-1352 0 0,-1 0 1 0 0,1 0-1 0 0,1 0 0 0 0,-1-1 1 0 0,1 0-1 0 0,1 0 1 0 0,-3-11-1 0 0,-9-41-3989 0 0,15 59 3593 0 0,-2-7-8827 0 0,0 2 6913 0 0,4 12 2488 0 0,0 1 0 0 0,0-1-1 0 0,-1 0 1 0 0,1 0 0 0 0,-1 0-1 0 0,0 1 1 0 0,0-1-1 0 0,-1 0 1 0 0,1 0 0 0 0,-1 1-1 0 0,0-1 1 0 0,0 0-1 0 0,0 0 1 0 0,-1 0 0 0 0,0 0-1 0 0,1 0 1 0 0,-6 7 0 0 0,3-4-6 0 0,0 0 0 0 0,-1 0 0 0 0,0-1 0 0 0,0 1 0 0 0,0-1 0 0 0,-1 0 0 0 0,0 0 1 0 0,-13 9-1 0 0,11-11-141 0 0,0 1 0 0 0,0-1 0 0 0,-1-1 0 0 0,0 1 0 0 0,0-1 0 0 0,0-1 0 0 0,0 0 0 0 0,0 0 0 0 0,-1-1 1 0 0,1 0-1 0 0,0-1 0 0 0,-1 0 0 0 0,1 0 0 0 0,-12-2 0 0 0,8-1 115 0 0,0 0 0 0 0,1 0 0 0 0,-1-1 0 0 0,0 0 0 0 0,1-1 0 0 0,0-1 1 0 0,1 0-1 0 0,-1-1 0 0 0,-15-11 0 0 0,-7 1-1300 0 0,30 16 575 0 0,0-1 0 0 0,-1 0 0 0 0,1 0 0 0 0,0 0 0 0 0,0-1 0 0 0,-4-2 1 0 0,-10-19 1400 0 0,18 23-1271 0 0,-1 0 0 0 0,0 0 1 0 0,1 0-1 0 0,0 0 0 0 0,-1 0 0 0 0,1 0 0 0 0,0 0 0 0 0,-1-1 0 0 0,1 1 0 0 0,0 0 0 0 0,0 0 0 0 0,0 0 0 0 0,0 0 0 0 0,0-1 0 0 0,0 1 0 0 0,0 0 1 0 0,1 0-1 0 0,-1 0 0 0 0,0 0 0 0 0,0 0 0 0 0,1 0 0 0 0,-1-1 0 0 0,1 1 0 0 0,-1 0 0 0 0,2-1 0 0 0,-1 1-21 0 0,1 0-1 0 0,-1-1 1 0 0,1 1-1 0 0,-1 0 1 0 0,1 0-1 0 0,0 0 1 0 0,-1 0 0 0 0,1 0-1 0 0,0 0 1 0 0,0 0-1 0 0,0 1 1 0 0,0-1-1 0 0,3 0 1 0 0,0 0 236 0 0,0 0-1 0 0,-1 1 1 0 0,1 0 0 0 0,-1 0-1 0 0,1 0 1 0 0,0 0 0 0 0,-1 1-1 0 0,1 0 1 0 0,-1 0 0 0 0,1 0-1 0 0,-1 0 1 0 0,1 1 0 0 0,-1-1-1 0 0,6 4 1 0 0,28 20 14 0 0,-38-25 56 0 0,1 1 0 0 0,-1-1 0 0 0,1 1 0 0 0,0 0 0 0 0,-1-1 0 0 0,1 1 0 0 0,-1-1 0 0 0,1 1 0 0 0,-1 0 0 0 0,1 0 0 0 0,-1-1 0 0 0,0 1 0 0 0,1 0 0 0 0,-1 0 0 0 0,0-1 0 0 0,0 1 0 0 0,0 0 0 0 0,1 0 0 0 0,-1 0 0 0 0,0 0 0 0 0,0-1 0 0 0,0 1 0 0 0,0 0 0 0 0,0 0 0 0 0,0 0 0 0 0,-1-1-1 0 0,1 1 1 0 0,0 0 0 0 0,-1 1 0 0 0,-7 21 224 0 0,8-23-211 0 0,-1 3 100 0 0,-1 0 1 0 0,-1 0 0 0 0,1 0 0 0 0,0-1 0 0 0,-1 1 0 0 0,1 0 0 0 0,-1-1 0 0 0,0 0 0 0 0,1 0 0 0 0,-1 0 0 0 0,0 0 0 0 0,-1 0 0 0 0,1 0 0 0 0,0-1 0 0 0,-7 2 0 0 0,-59 14-2427 0 0,48-13 2589 0 0,-17 2-37 0 0,0-2-1 0 0,0-1 1 0 0,0-2 0 0 0,-53-6 0 0 0,89 5-168 0 0,-25 2 3542 0 0,26 2-2359 0 0,0 0-1 0 0,0 0 1 0 0,0 0-1 0 0,0 0 1 0 0,1-1-1 0 0,0 8 0 0 0,5 26 1763 0 0,21 39-5128 0 0,-11-35 1733 0 0,93 315-10962 0 0,-74-199 10745 0 0,-30-136-170 0 0,0 0 0 0 0,2 0 1 0 0,10 26-1 0 0,-13-39 394 0 0,0-1 0 0 0,1 0-1 0 0,0 0 1 0 0,0 0 0 0 0,1-1-1 0 0,0 1 1 0 0,0-1 0 0 0,1 0 0 0 0,-1-1-1 0 0,1 1 1 0 0,1-1 0 0 0,6 5 0 0 0,9 2-1277 0 0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3:14.1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45 1175 0 0,'7'10'17602'0'0,"-2"3"-11212"0"0,-22 21-5343 0 0,11-30-1047 0 0,5-14 0 0 0,-1-3 0 0 0,-23-18-2779 0 0,21 28 1634 0 0,1-1 1 0 0,0 0 0 0 0,0 1-1 0 0,0-1 1 0 0,0 0 0 0 0,0-1 0 0 0,1 1-1 0 0,0 0 1 0 0,0-1 0 0 0,-2-7 0 0 0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3:14.6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6 992 0 0,'1'-6'6225'0'0,"0"27"2434"0"0,0-7-867 0 0,0-2-7097 0 0,2 1-1 0 0,-1-1 1 0 0,5 13-1 0 0,-6-25-705 0 0,-1 1-1 0 0,0 0 0 0 0,0 0 1 0 0,1 0-1 0 0,-1-1 0 0 0,0 1 1 0 0,1 0-1 0 0,-1 0 0 0 0,1-1 1 0 0,-1 1-1 0 0,1 0 0 0 0,-1-1 1 0 0,1 1-1 0 0,0-1 0 0 0,-1 1 1 0 0,1-1-1 0 0,0 1 1 0 0,-1-1-1 0 0,1 1 0 0 0,0-1 1 0 0,0 0-1 0 0,-1 1 0 0 0,1-1 1 0 0,0 0-1 0 0,0 0 0 0 0,0 1 1 0 0,-1-1-1 0 0,1 0 0 0 0,0 0 1 0 0,1 0-1 0 0,4 0-66 0 0,-1-1-1 0 0,1 0 1 0 0,-1 0 0 0 0,1 0-1 0 0,-1-1 1 0 0,0 0 0 0 0,9-4-1 0 0,-6 1 835 0 0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3:14.8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 1076 0 0,'0'0'2221'0'0,"-16"11"11624"0"0,17-7-13255 0 0,0 1 0 0 0,0-1-1 0 0,0 0 1 0 0,0 1 0 0 0,1-1 0 0 0,-1 0 0 0 0,1 0-1 0 0,0 0 1 0 0,4 6 0 0 0,-4-9-403 0 0,0 0-1 0 0,0 0 1 0 0,1 0 0 0 0,-1-1-1 0 0,0 1 1 0 0,0 0 0 0 0,0-1-1 0 0,1 0 1 0 0,-1 1 0 0 0,0-1-1 0 0,0 0 1 0 0,1 0 0 0 0,-1 0 0 0 0,0-1-1 0 0,0 1 1 0 0,4-1 0 0 0,64 2-5526 0 0,-67-1 3206 0 0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3:15.6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1545 0 922 0 0,'-13'2'-121'0'0,"10"-2"907"0"0,-1 0 1 0 0,1 0 0 0 0,0 0-1 0 0,0 1 1 0 0,-1 0-1 0 0,1-1 1 0 0,0 1-1 0 0,0 1 1 0 0,0-1-1 0 0,0 0 1 0 0,0 1-1 0 0,0-1 1 0 0,1 1 0 0 0,-5 3-1 0 0,-58 66 9479 0 0,-26 46-6831 0 0,31-39-3951 0 0,-80 101-2964 0 0,-182 223-3136 0 0,232-295 3994 0 0,-228 275-3105 0 0,26 17 2609 0 0,214-269 653 0 0,52-79 724 0 0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3:17.6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 0 1018 0 0,'-7'2'16343'0'0,"-8"5"-7893"0"0,15-5-8444 0 0,0-1 0 0 0,-1 0 0 0 0,1 0 0 0 0,0 1 0 0 0,-1-1 0 0 0,1 0 0 0 0,0 1 0 0 0,0-1 0 0 0,0 0-1 0 0,0 1 1 0 0,0-1 0 0 0,0 0 0 0 0,1 0 0 0 0,-1 1 0 0 0,0-1 0 0 0,1 0 0 0 0,-1 0 0 0 0,1 1 0 0 0,-1-1-1 0 0,1 0 1 0 0,0 0 0 0 0,-1 0 0 0 0,1 0 0 0 0,0 0 0 0 0,0 0 0 0 0,0 0 0 0 0,0 0 0 0 0,0 0 0 0 0,0 0-1 0 0,0 0 1 0 0,0 0 0 0 0,0-1 0 0 0,0 1 0 0 0,0-1 0 0 0,2 2 0 0 0,6 3 38 0 0,0-1 0 0 0,0 0 0 0 0,15 4 0 0 0,-15-4-30 0 0,14 5-15 0 0,77 26 0 0 0,-97-34 1 0 0,1 0 0 0 0,-1 0 1 0 0,0 0-1 0 0,0 0 0 0 0,1 1 1 0 0,-1-1-1 0 0,4 4 0 0 0,33 31-6 0 0,-38-34 5 0 0,-1-1-18 0 0,-2 3 3 0 0,-1-1-1 0 0,0 1 1 0 0,0-1 0 0 0,0 0-1 0 0,0 0 1 0 0,-1 0-1 0 0,1 0 1 0 0,-1 0 0 0 0,0 0-1 0 0,1-1 1 0 0,-1 1-1 0 0,-1-1 1 0 0,1 0 0 0 0,-4 2-1 0 0,-124 65-8037 0 0,77-43 1416 0 0,-37 22 5060 0 0,90-47 1548 0 0,-3 1 33 0 0,-6 3 3311 0 0,10-5-3277 0 0,0 0 0 0 0,0 0 1 0 0,0 0-1 0 0,-1 0 0 0 0,1 0 0 0 0,0 0 0 0 0,0 0 0 0 0,0 0 0 0 0,-1 0 1 0 0,1 0-1 0 0,0 0 0 0 0,0 0 0 0 0,0-1 0 0 0,0 1 0 0 0,0 0 0 0 0,-1 0 1 0 0,1 0-1 0 0,0 0 0 0 0,0 0 0 0 0,0 0 0 0 0,0-1 0 0 0,0 1 0 0 0,0 0 1 0 0,0 0-1 0 0,-1 0 0 0 0,1 0 0 0 0,0-1 0 0 0,0 1 0 0 0,0 0 0 0 0,0 0 1 0 0,0 0-1 0 0,0 0 0 0 0,0-1 0 0 0,0 1 0 0 0,0 0 0 0 0,0 0 0 0 0,0 0 1 0 0,0-1-1 0 0,0 1 0 0 0,0 0 0 0 0,0 0 0 0 0,0 0 0 0 0,0 0 0 0 0,0-1 1 0 0,0 1-1 0 0,1 0 0 0 0,-1 0 0 0 0,0 0 0 0 0,0 0 0 0 0,0-1 0 0 0,0 1 1 0 0,0 0-1 0 0,0 0 0 0 0,0 0 0 0 0,1 0 0 0 0,-1 0 0 0 0,0 0 0 0 0,0-1 1 0 0,0 1-1 0 0,1 0 0 0 0,2-7 8405 0 0,-3 5-7783 0 0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3:18.1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801 0 1033 0 0,'-5'4'10154'0'0,"-7"5"-4930"0"0,9-8-5057 0 0,0 0 0 0 0,0 0 0 0 0,1 0 0 0 0,-1 1 0 0 0,1-1 1 0 0,-1 1-1 0 0,1 0 0 0 0,-1 0 0 0 0,1-1 0 0 0,0 2 0 0 0,0-1 0 0 0,0 0 0 0 0,0 0 0 0 0,1 1 0 0 0,-1-1 0 0 0,-2 4 1 0 0,-19 52 4628 0 0,4-8-2630 0 0,-15-3-2167 0 0,16-25-4 0 0,16-20 5 0 0,0 0 0 0 0,0-1 0 0 0,-1 1 0 0 0,1 0 0 0 0,-1-1 0 0 0,0 0 0 0 0,1 0-1 0 0,-1 0 1 0 0,0 0 0 0 0,1 0 0 0 0,-1 0 0 0 0,-5 0 0 0 0,-39 5 6 0 0,42-5-5 0 0,2-1-301 0 0,-1-1 0 0 0,0 1 0 0 0,1 0 0 0 0,-1-1 0 0 0,1 0 0 0 0,-1 0-1 0 0,1 0 1 0 0,0 0 0 0 0,-1-1 0 0 0,1 1 0 0 0,0-1 0 0 0,0 0 0 0 0,0 0 0 0 0,0 0 0 0 0,0 0 0 0 0,1-1 0 0 0,-1 1 0 0 0,1-1 0 0 0,-4-3 0 0 0,-5-8-2366 0 0,0-1-1 0 0,-14-24 0 0 0,18 28 2147 0 0,6 9 174 0 0,-7-17 1696 0 0,-18 77 5528 0 0,-2-1-3689 0 0,-10 9-3118 0 0,-23 30-4798 0 0,-55 57-4649 0 0,33-54 11049 0 0,72-87-2090 0 0,0 1-1 0 0,1 0 0 0 0,0 0 0 0 0,1 1 0 0 0,1 1 0 0 0,-10 21 0 0 0,17-34-257 0 0,10 4-3067 0 0,-1 0 684 0 0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3:18.4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1 1585 0 0,'-2'2'13628'0'0,"-1"4"-7761"0"0,0 4-1513 0 0,6-8-4360 0 0,1 0 0 0 0,0 0 0 0 0,0 0 0 0 0,0 0 0 0 0,0-1 0 0 0,0 0 0 0 0,0 1 0 0 0,0-1-1 0 0,0-1 1 0 0,1 1 0 0 0,-1-1 0 0 0,0 1 0 0 0,0-1 0 0 0,1-1 0 0 0,-1 1 0 0 0,0 0 0 0 0,1-1 0 0 0,5-2-1 0 0,7 0-668 0 0,-15 3-1165 0 0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3:18.6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14 1694 0 0,'-5'2'5917'0'0,"5"-2"-5748"0"0,0 0 0 0 0,0 0 0 0 0,0 0 0 0 0,0 0 0 0 0,0 0 1 0 0,0 1-1 0 0,0-1 0 0 0,0 0 0 0 0,0 0 0 0 0,0 0 0 0 0,0 0 0 0 0,0 0 0 0 0,0 1 0 0 0,0-1 0 0 0,1 1 1353 0 0,-1-1-1353 0 0,-6-3 3103 0 0,10-8-4588 0 0,-3 10-44 0 0,-14-3 15140 0 0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3:19.1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359 105 1051 0 0,'0'0'1984'0'0,"-1"8"7373"0"0,-3 8-5422 0 0,4-16-3916 0 0,-22 12 5102 0 0,20-12-4883 0 0,1 1-1 0 0,-1 0 0 0 0,0-1 1 0 0,0 1-1 0 0,1-1 0 0 0,-1 0 1 0 0,0 0-1 0 0,0 1 0 0 0,0-1 0 0 0,1 0 1 0 0,-1 0-1 0 0,0-1 0 0 0,0 1 1 0 0,0 0-1 0 0,1-1 0 0 0,-1 1 1 0 0,0-1-1 0 0,1 1 0 0 0,-3-2 1 0 0,2 1-239 0 0,0-1 1 0 0,1 0 0 0 0,-1 1-1 0 0,1-1 1 0 0,-1 0-1 0 0,1 0 1 0 0,0 0 0 0 0,0 1-1 0 0,0-1 1 0 0,0-1 0 0 0,0 1-1 0 0,0 0 1 0 0,0 0 0 0 0,1 0-1 0 0,-1 0 1 0 0,1-1 0 0 0,0 1-1 0 0,-1 0 1 0 0,1 0-1 0 0,0-1 1 0 0,0 1 0 0 0,1 0-1 0 0,-1 0 1 0 0,0-1 0 0 0,1 1-1 0 0,-1 0 1 0 0,1 0 0 0 0,1-3-1 0 0,0-1 0 0 0,0 1 0 0 0,0-1 0 0 0,1 1 0 0 0,0 0 0 0 0,0 0 0 0 0,0 0 0 0 0,0 1 0 0 0,1-1 0 0 0,7-7 0 0 0,25-8 6 0 0,-34 21-4 0 0,0 1 0 0 0,0-1 0 0 0,1 0 0 0 0,-1 1 0 0 0,0-1 0 0 0,-1 1 0 0 0,1-1 0 0 0,0 1 0 0 0,0 0 0 0 0,-1 0 1 0 0,1 0-1 0 0,-1 0 0 0 0,1 0 0 0 0,0 2 0 0 0,1 3-400 0 0,0 0 1 0 0,-1 0 0 0 0,0 1 0 0 0,-1-1 0 0 0,0 0 0 0 0,0 1 0 0 0,0-1 0 0 0,-1 1 0 0 0,0-1-1 0 0,-1 1 1 0 0,1-1 0 0 0,-1 0 0 0 0,-1 1 0 0 0,0-1 0 0 0,0 0 0 0 0,0 0 0 0 0,-1 0 0 0 0,0 0-1 0 0,0 0 1 0 0,-7 10 0 0 0,-1 0-827 0 0,0-1-1 0 0,-1 0 0 0 0,0-1 0 0 0,-1-1 0 0 0,-1 0 1 0 0,-27 21-1 0 0,24-22 903 0 0,0 0 1 0 0,-1-2-1 0 0,-1 0 0 0 0,0-1 0 0 0,0-1 1 0 0,-1-1-1 0 0,0-1 0 0 0,-22 6 1 0 0,40-13 201 0 0,0 1 0 0 0,-1-1 1 0 0,1 1-1 0 0,0-1 0 0 0,0 0 1 0 0,0 0-1 0 0,0 0 0 0 0,0 0 1 0 0,0 0-1 0 0,0-1 0 0 0,0 1 1 0 0,0-1-1 0 0,0 1 0 0 0,0-1 1 0 0,0 0-1 0 0,0 1 0 0 0,0-1 1 0 0,0 0-1 0 0,0 0 0 0 0,1-1 1 0 0,-1 1-1 0 0,0 0 0 0 0,1 0 1 0 0,-1-1-1 0 0,1 1 0 0 0,-3-4 1 0 0,-2-5-1043 0 0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3:19.4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452 1 1046 0 0,'-105'126'20262'0'0,"48"-71"-15535"0"0,-10-6-4809 0 0,49-38 71 0 0,-29 19-7176 0 0,-98 46 1 0 0,144-76 7238 0 0,1 0 1 0 0,0 0-1 0 0,-1 0 1 0 0,1 1-1 0 0,0-1 0 0 0,-1 0 1 0 0,1 0-1 0 0,-1 0 1 0 0,1 0-1 0 0,0 0 0 0 0,-1 0 1 0 0,1 0-1 0 0,-1 0 0 0 0,1 0 1 0 0,0-1-1 0 0,-1 1 1 0 0,1 0-1 0 0,0 0 0 0 0,-1 0 1 0 0,1 0-1 0 0,0-1 1 0 0,-1 1-1 0 0,1 0 0 0 0,0 0 1 0 0,-1 0-1 0 0,1-1 1 0 0,0 1-1 0 0,0 0 0 0 0,-1-1 1 0 0,1 1-1 0 0,0 0 1 0 0,0 0-1 0 0,-1-1 0 0 0,1 1 1 0 0,0 0-1 0 0,0-1 0 0 0,0 1 1 0 0,0-1-1 0 0,0 1 1 0 0,0 0-1 0 0,-1-1 0 0 0,1 1 1 0 0,0 0-1 0 0,0-1 1 0 0,0 0-1 0 0,0-16-104 0 0,6-5-1661 0 0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3:19.6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1 1688 0 0,'-3'3'805'0'0,"1"-1"1"0"0,-1 1-1 0 0,0-1 1 0 0,0 1-1 0 0,0-1 1 0 0,0 0-1 0 0,0 0 0 0 0,0 0 1 0 0,-8 3 3913 0 0,34-7 7048 0 0,0 7-14206 0 0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3:20.5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 15 1471 0 0,'0'-2'-122'0'0,"-6"-10"1569"0"0,-6 21 5834 0 0,25 14 8856 0 0,-5-15-16156 0 0,1-1 1 0 0,-1 0 0 0 0,1-1-1 0 0,1 0 1 0 0,-1 0 0 0 0,1-1-1 0 0,10 4 1 0 0,8 5-55 0 0,-2 3-1024 0 0,6 3-3203 0 0,-29-18 3396 0 0,1-1 0 0 0,-1 1 0 0 0,0-1 0 0 0,1 0-1 0 0,-1-1 1 0 0,0 1 0 0 0,1 0 0 0 0,5-1 0 0 0,-12 5 2328 0 0,-5 6 7086 0 0,-23 2-5224 0 0,-24 3-2991 0 0,20-6-1193 0 0,-2 1-3507 0 0,2 2-1 0 0,-55 27 1 0 0,88-39 4100 0 0,1 0 0 0 0,0 0 0 0 0,-1 1 0 0 0,1-1 0 0 0,0 0 0 0 0,0 0 0 0 0,0 1 0 0 0,0-1 0 0 0,0 1 0 0 0,0-1 0 0 0,0 1 0 0 0,1-1 0 0 0,-1 1 0 0 0,1 0 0 0 0,-1 1 0 0 0,-1 6 9971 0 0,1-8-8410 0 0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3:20.8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39 1566 0 0,'-12'-15'1152'0'0,"9"12"-70"0"0,0 0-1 0 0,0 1 0 0 0,0-1 0 0 0,-1 1 0 0 0,1 0 0 0 0,-1 0 0 0 0,0 0 1 0 0,-4-1-1 0 0,6 2-594 0 0,-4 2 5832 0 0,-9 4-3813 0 0,12 0-2110 0 0,1 1 0 0 0,-1 0 0 0 0,1-1 0 0 0,0 1 0 0 0,0 0 0 0 0,0 0 0 0 0,1 0 0 0 0,0 0 0 0 0,0 0 0 0 0,1 8 0 0 0,-1-8-299 0 0,0 24-97 0 0,1-1 0 0 0,1 1 0 0 0,2-1 0 0 0,9 40 0 0 0,2 28 0 0 0,-1-40 44 0 0,-11-49-69 0 0,1 0-1 0 0,-1 0 0 0 0,0 0 1 0 0,-1 0-1 0 0,0 1 0 0 0,0-1 1 0 0,0 0-1 0 0,-1 0 0 0 0,-2 15 1 0 0,-5-9-611 0 0,-5 3 1484 0 0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3:22.1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1271 0 1241 0 0,'-2'9'15727'0'0,"-3"5"-12104"0"0,0-2-2805 0 0,0-1 783 0 0,1 1 1 0 0,-6 23 0 0 0,8-25-1602 0 0,0-3 0 0 0,-6 13 0 0 0,4-9 0 0 0,3-7 0 0 0,-1 1 0 0 0,0-1 0 0 0,0 1 0 0 0,0-1 0 0 0,0 0 0 0 0,0 0 0 0 0,-1 0 0 0 0,-3 3 0 0 0,6-6 0 0 0,-1 0 0 0 0,0 0 0 0 0,1 0 0 0 0,-1 0 0 0 0,0-1 0 0 0,0 1 0 0 0,0 0 0 0 0,1-1 0 0 0,-1 1 0 0 0,0-1 0 0 0,0 1 0 0 0,0-1 0 0 0,0 1 0 0 0,0-1 0 0 0,0 0 0 0 0,0 0 0 0 0,0 1 0 0 0,0-1 0 0 0,-1 0 0 0 0,1 0 0 0 0,0 0 0 0 0,0 0 0 0 0,0 0 0 0 0,0 0 0 0 0,-2-1 0 0 0,-3 1 0 0 0,2 1 0 0 0,-8 7-4 0 0,8-6 2 0 0,3-1-333 0 0,-1 0 0 0 0,1-1 0 0 0,-1 1 0 0 0,0 0 0 0 0,0-1 0 0 0,1 1 0 0 0,-1-1 0 0 0,0 0 0 0 0,0 1 0 0 0,1-1 0 0 0,-1 0 0 0 0,0 0 0 0 0,0 0 0 0 0,0-1 0 0 0,1 1 0 0 0,-1 0 0 0 0,0-1 0 0 0,0 1 0 0 0,1-1 0 0 0,-1 1 0 0 0,0-1 0 0 0,1 0 0 0 0,-1 0 0 0 0,1 0 0 0 0,-1 1 0 0 0,1-2 0 0 0,-1 1 0 0 0,1 0 0 0 0,0 0 0 0 0,-3-3 0 0 0,0 0-506 0 0,-1 0 0 0 0,1-1 0 0 0,0 0 1 0 0,0 0-1 0 0,1 0 0 0 0,0-1 0 0 0,-4-5 0 0 0,-1-15 849 0 0,-1 0 915 0 0,5 20 225 0 0,1 10 640 0 0,1 6 6852 0 0,0 0-4432 0 0,1-5-4430 0 0,0 0-1 0 0,0 0 0 0 0,-1 0 0 0 0,0-1 0 0 0,0 1 1 0 0,-4 5-1 0 0,-6 28-462 0 0,10-34 1433 0 0,1-2-703 0 0,0 0 0 0 0,0 0 0 0 0,0-1 1 0 0,0 1-1 0 0,-1 0 0 0 0,1 0 0 0 0,-1-1 0 0 0,1 1 1 0 0,-1-1-1 0 0,1 1 0 0 0,-1-1 0 0 0,0 0 0 0 0,0 0 0 0 0,0 0 1 0 0,0 0-1 0 0,0 0 0 0 0,0 0 0 0 0,0 0 0 0 0,0 0 0 0 0,0-1 1 0 0,0 1-1 0 0,0-1 0 0 0,0 0 0 0 0,-1 0 0 0 0,1 0 1 0 0,0 0-1 0 0,0 0 0 0 0,-3 0 0 0 0,-2-1-1024 0 0,1-1 0 0 0,0 1 0 0 0,0-1 0 0 0,-1 0 0 0 0,1 0-1 0 0,1-1 1 0 0,-1 0 0 0 0,0 0 0 0 0,1 0 0 0 0,-1-1 0 0 0,1 1 0 0 0,0-1 0 0 0,0-1 0 0 0,0 1 0 0 0,-6-8-1 0 0,-17-31 543 0 0,27 42 466 0 0,1 0-33 0 0,0 1 1 0 0,-1 0 0 0 0,1-1 0 0 0,0 1 0 0 0,-1 0 0 0 0,1 0-1 0 0,0-1 1 0 0,-1 1 0 0 0,1-1 0 0 0,0 1 0 0 0,0 0 0 0 0,0-1-1 0 0,-1 1 1 0 0,1 0 0 0 0,0-1 0 0 0,0 1 0 0 0,0-1 0 0 0,0 1-1 0 0,0-1 1 0 0,-1 1 0 0 0,1-1 0 0 0,0 1 0 0 0,0 0 0 0 0,0-1-1 0 0,1 0 1 0 0,-3-4-71 0 0,-1 13 39 0 0,-24 79 67 0 0,25-85-25 0 0,1 1 1 0 0,-1-1-1 0 0,1 1 0 0 0,-1-1 1 0 0,0 0-1 0 0,0 1 1 0 0,0-1-1 0 0,0 0 0 0 0,0-1 1 0 0,0 1-1 0 0,-1 0 1 0 0,1 0-1 0 0,0-1 1 0 0,-1 0-1 0 0,0 1 0 0 0,1-1 1 0 0,-1 0-1 0 0,0 0 1 0 0,0-1-1 0 0,1 1 0 0 0,-7 0 1 0 0,7 0 4 0 0,-1-1-32 0 0,-1 0 23 0 0,1-1 0 0 0,0 1 0 0 0,-1-1 0 0 0,1 1 0 0 0,0-1 0 0 0,-1 0 0 0 0,1 0 0 0 0,0-1 0 0 0,0 1 0 0 0,0-1 0 0 0,0 1 0 0 0,0-1 0 0 0,-3-3 0 0 0,2 1 0 0 0,-1 0 0 0 0,2-1 0 0 0,-1 1 0 0 0,0-1 0 0 0,1 0 0 0 0,0-1 0 0 0,-3-6 0 0 0,-18-48 11775 0 0,22 52-8246 0 0,2 10-3448 0 0,-2 17 915 0 0,1-13-1090 0 0,0 0-1 0 0,0 0 1 0 0,-1 0-1 0 0,1 0 1 0 0,-2-1-1 0 0,1 1 1 0 0,0-1-1 0 0,-1 1 1 0 0,0-1-1 0 0,0 0 1 0 0,-1 0-1 0 0,1 0 0 0 0,-1-1 1 0 0,0 1-1 0 0,-1-1 1 0 0,1 0-1 0 0,-1 0 1 0 0,1 0-1 0 0,-1-1 1 0 0,0 0-1 0 0,-1 0 1 0 0,1 0-1 0 0,0 0 1 0 0,-9 2-1 0 0,-1 0-1682 0 0,0 0-1 0 0,-1-1 1 0 0,1 0-1 0 0,-1-2 1 0 0,1 0-1 0 0,-24 0 1 0 0,29-2 1277 0 0,1-1 0 0 0,-1 0 1 0 0,1-1-1 0 0,-17-5 1 0 0,17 4 634 0 0,0-1 1 0 0,0 0-1 0 0,1 0 1 0 0,0-1-1 0 0,-11-8 1 0 0,13 9-72 0 0,1 0 1 0 0,0-1 0 0 0,-1 1-1 0 0,2-1 1 0 0,-1-1-1 0 0,1 1 1 0 0,-1-1-1 0 0,1 1 1 0 0,1-1-1 0 0,-1 0 1 0 0,1 0-1 0 0,0-1 1 0 0,1 1-1 0 0,-1-1 1 0 0,1 1-1 0 0,1-1 1 0 0,-1 0-1 0 0,0-9 1 0 0,4-4-971 0 0,-2 18 1381 0 0,1 1 1 0 0,-1-1 0 0 0,1 0 0 0 0,0 1-1 0 0,-1-1 1 0 0,1 1 0 0 0,0-1 0 0 0,0 1-1 0 0,0 0 1 0 0,0-1 0 0 0,0 1 0 0 0,1 0-1 0 0,-1 0 1 0 0,0-1 0 0 0,1 1 0 0 0,-1 0-1 0 0,0 0 1 0 0,1 1 0 0 0,-1-1 0 0 0,1 0-1 0 0,-1 0 1 0 0,1 1 0 0 0,0-1 0 0 0,3 0-1 0 0,14 4 779 0 0,-12 0-1027 0 0,0 0 0 0 0,0 1 0 0 0,-1 0-1 0 0,1 1 1 0 0,-1-1 0 0 0,0 1 0 0 0,-1 0 0 0 0,1 1 0 0 0,-1-1 0 0 0,7 10 0 0 0,-10-12-511 0 0,0-1 0 0 0,-1 1 0 0 0,1 0 0 0 0,0-1 0 0 0,-1 1 0 0 0,0 0 0 0 0,0 0 0 0 0,0 0 1 0 0,0 0-1 0 0,0 0 0 0 0,0 1 0 0 0,-1-1 0 0 0,0 0 0 0 0,1 0 0 0 0,-1 0 0 0 0,0 0 0 0 0,-1 1 0 0 0,1-1 1 0 0,-1 0-1 0 0,1 0 0 0 0,-1 0 0 0 0,0 0 0 0 0,0 0 0 0 0,0 0 0 0 0,0 0 0 0 0,-1 0 0 0 0,-2 4 0 0 0,-1-1-408 0 0,1-1-1 0 0,-1 1 1 0 0,1-1-1 0 0,-2-1 1 0 0,1 1-1 0 0,0-1 1 0 0,-1 0-1 0 0,0 0 1 0 0,0 0-1 0 0,-11 4 1 0 0,8-4 672 0 0,0-1 1 0 0,-1-1-1 0 0,1 0 1 0 0,0 0-1 0 0,-1-1 1 0 0,1 0 0 0 0,-1 0-1 0 0,1-1 1 0 0,-1-1-1 0 0,1 1 1 0 0,-18-5-1 0 0,-3 0 327 0 0,20 4 52 0 0,0-1 0 0 0,1 0 0 0 0,-16-6 0 0 0,6 6 2728 0 0,18 2-2990 0 0,0 0 0 0 0,1 1 0 0 0,-1-1 0 0 0,0 0 0 0 0,1 0 0 0 0,-1 0 0 0 0,0 0-1 0 0,0-1 1 0 0,1 1 0 0 0,-1 0 0 0 0,0 0 0 0 0,1 0 0 0 0,-1 0 0 0 0,0-1 0 0 0,1 1-1 0 0,-1 0 1 0 0,0-1 0 0 0,1 1 0 0 0,-1-1 0 0 0,1 1 0 0 0,-1 0 0 0 0,0-1 0 0 0,1 1-1 0 0,-1-1 1 0 0,1 1 0 0 0,0-1 0 0 0,-1 0 0 0 0,0 0 0 0 0,0 0 24 0 0,-4 5 6244 0 0,2 6-4440 0 0,2 8-2013 0 0,8 106-761 0 0,8 1-3466 0 0,1 5-2901 0 0,-14-106 6270 0 0,0-1 1 0 0,2 1-1 0 0,0-1 1 0 0,2 0 0 0 0,0 0-1 0 0,12 25 1 0 0,4-30-4272 0 0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3:22.5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2 1181 0 0,'-5'-1'2777'0'0,"-6"4"7132"0"0,10-3-9394 0 0,0 1 0 0 0,1-1 0 0 0,-1 1 0 0 0,1 0 0 0 0,-1-1 1 0 0,1 1-1 0 0,-1 0 0 0 0,1-1 0 0 0,-1 1 0 0 0,1 0 0 0 0,0-1 0 0 0,-1 1 0 0 0,1 0 0 0 0,0 0 0 0 0,0 0 0 0 0,0-1 1 0 0,-1 1-1 0 0,1 1 0 0 0,2 18 2045 0 0,0-13-2836 0 0,-1 1 1 0 0,2-1 0 0 0,-1 0-1 0 0,1 1 1 0 0,0-1-1 0 0,6 11 1 0 0,-4-11 32 0 0,-4-5-469 0 0,27-6 3479 0 0,-24 2-2764 0 0,0 0-1 0 0,-1 0 1 0 0,1-1-1 0 0,-1 0 1 0 0,0 1-1 0 0,0-1 1 0 0,0 0-1 0 0,3-4 1 0 0,7-7 11 0 0,-4 6 65 0 0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3:22.7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1 951 0 0,'0'1'12946'0'0,"1"9"-4304"0"0,4 13-4472 0 0,8-3-4366 0 0,-10-16-103 0 0,34 54 279 0 0,-36-56 12 0 0,2-1-64 0 0,-2 0 19 0 0,-1-1 0 0 0,1 1 0 0 0,-1-1 0 0 0,1 0 0 0 0,0 1 0 0 0,0-1 0 0 0,-1 0 0 0 0,1 1 0 0 0,0-1 0 0 0,-1 0-1 0 0,1 0 1 0 0,0 1 0 0 0,0-1 0 0 0,0 0 0 0 0,-1 0 0 0 0,1 0 0 0 0,0 0 0 0 0,1 0 0 0 0,-1-1 76 0 0,0 0-1 0 0,0 0 1 0 0,0 1 0 0 0,-1-1-1 0 0,1 0 1 0 0,0 0-1 0 0,0 0 1 0 0,-1 0-1 0 0,1 0 1 0 0,-1 0-1 0 0,1 0 1 0 0,-1 0-1 0 0,1 0 1 0 0,-1 0-1 0 0,0-1 1 0 0,1 1-1 0 0,-1 0 1 0 0,0 0-1 0 0,0 0 1 0 0,0 0 0 0 0,0-1-1 0 0,0 1 1 0 0,0 0-1 0 0,0 0 1 0 0,0 0-1 0 0,0 0 1 0 0,-1-3-1 0 0,-4-11-1390 0 0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3:22.9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0 1919 0 0,'-5'2'8840'0'0,"-10"4"-590"0"0,36 6-1344 0 0,-17-10-6898 0 0,-1-1 1 0 0,0 1-1 0 0,0 0 1 0 0,0 0-1 0 0,0 0 1 0 0,0 0-1 0 0,0 0 1 0 0,0 1-1 0 0,-1-1 1 0 0,1 1 0 0 0,-1-1-1 0 0,0 1 1 0 0,3 4-1 0 0,-5-6-2 0 0,0-1-1 0 0,0 1 1 0 0,0 0 0 0 0,1 0-1 0 0,-1-1 1 0 0,0 1-1 0 0,0 0 1 0 0,0 0 0 0 0,0-1-1 0 0,0 1 1 0 0,0 0-1 0 0,0 0 1 0 0,0-1 0 0 0,-1 1-1 0 0,1 0 1 0 0,0-1-1 0 0,0 1 1 0 0,-1 0 0 0 0,1 0-1 0 0,0-1 1 0 0,-1 1-1 0 0,1-1 1 0 0,0 1 0 0 0,-1 0-1 0 0,1-1 1 0 0,-1 1 0 0 0,1-1-1 0 0,-1 1 1 0 0,0-1-1 0 0,1 1 1 0 0,-2 0 0 0 0,-14 16-6 0 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3:23.2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 1846 0 0,'5'-4'10054'0'0,"-2"12"-7882"0"0,-2-7-1081 0 0,-2 12 8168 0 0,-1 22-7315 0 0,3-34-1958 0 0,-1-1 0 0 0,0 1 0 0 0,0-1 0 0 0,1 1 0 0 0,-1-1 1 0 0,0 0-1 0 0,1 1 0 0 0,-1-1 0 0 0,0 1 0 0 0,1-1 0 0 0,-1 0 1 0 0,1 1-1 0 0,-1-1 0 0 0,1 0 0 0 0,-1 1 0 0 0,1-1 0 0 0,-1 0 1 0 0,1 0-1 0 0,-1 1 0 0 0,1-1 0 0 0,-1 0 0 0 0,1 0 0 0 0,-1 0 1 0 0,1 0-1 0 0,-1 0 0 0 0,1 0 0 0 0,6 2 166 0 0,-5-1-514 0 0,8 11-359 0 0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3:23.4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1023 0 0,'13'20'3822'0'0,"-9"-4"11331"0"0,-4-13-14941 0 0,1 6 606 0 0,0 1 3383 0 0,0-9-3311 0 0,24 12-2565 0 0,-27-3 3049 0 0,-5 8-978 0 0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3:24.8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843 76 1154 0 0,'-6'-8'2430'0'0,"6"15"4923"0"0,1 8-256 0 0,-3-5-6306 0 0,-3 1 686 0 0,2 1 1 0 0,-1 0 0 0 0,1-1 0 0 0,-1 16 0 0 0,2-17-1478 0 0,1 3 0 0 0,4 9 0 0 0,-3-8 0 0 0,0-12 0 0 0,0-1 0 0 0,0 1 0 0 0,0-1 0 0 0,1 1 0 0 0,-1-1 0 0 0,0 1 0 0 0,1-1 0 0 0,-1 1 0 0 0,1-1 0 0 0,0 0 0 0 0,-1 1 0 0 0,1-1 0 0 0,0 0 0 0 0,0 0 0 0 0,0 0 0 0 0,0 1 0 0 0,0-1 0 0 0,2 1 0 0 0,-2-1-22 0 0,1-1-1 0 0,0 0 1 0 0,-1 1 0 0 0,1-1 0 0 0,0 0 0 0 0,-1 0 0 0 0,1 0 0 0 0,0 0 0 0 0,-1 0 0 0 0,1-1 0 0 0,0 1-1 0 0,-1 0 1 0 0,1-1 0 0 0,0 1 0 0 0,-1-1 0 0 0,1 0 0 0 0,-1 1 0 0 0,1-1 0 0 0,-1 0 0 0 0,1 0 0 0 0,-1 0 0 0 0,0 0-1 0 0,1 0 1 0 0,-1 0 0 0 0,0-1 0 0 0,0 1 0 0 0,2-3 0 0 0,2-1-123 0 0,-1 0 1 0 0,0 0-1 0 0,0 0 0 0 0,-1-1 0 0 0,1 0 1 0 0,2-6-1 0 0,5-30-2478 0 0,-9 33 1299 0 0,-1-1 0 0 0,-1 0 0 0 0,0 1-1 0 0,0-1 1 0 0,-1 1 0 0 0,0-1 0 0 0,0 1-1 0 0,-5-16 1 0 0,3 17 1069 0 0,0 1-1 0 0,0 0 0 0 0,0 0 0 0 0,-1 0 1 0 0,-8-12-1 0 0,11 18 223 0 0,-26 7-41 0 0,22-3 95 0 0,0 1 0 0 0,0 0-1 0 0,0 0 1 0 0,1 1 0 0 0,0-1 0 0 0,-1 1 0 0 0,1 0-1 0 0,1 0 1 0 0,-4 7 0 0 0,-14 16 254 0 0,-19 20 110 0 0,31-35-290 0 0,-1-1 1 0 0,0 0-1 0 0,-1 0 1 0 0,0-1-1 0 0,-1 0 0 0 0,-1-1 1 0 0,-22 15-1 0 0,-40 12 392 0 0,-85 31 0 0 0,140-66 5403 0 0,30-7 2014 0 0,5 5-6735 0 0,-2 1-1143 0 0,0 1 0 0 0,0 0 0 0 0,-1 1 0 0 0,1 0 0 0 0,0 1 0 0 0,21 11 1 0 0,-28-13-87 0 0,-1 1 1 0 0,0 0-1 0 0,1 0 1 0 0,-1 1 0 0 0,0-1-1 0 0,-1 1 1 0 0,1 0-1 0 0,-1 0 1 0 0,1 1 0 0 0,-1-1-1 0 0,-1 1 1 0 0,1 0-1 0 0,-1 0 1 0 0,1 0 0 0 0,-2 1-1 0 0,5 9 1 0 0,-7-12 95 0 0,1-1-1 0 0,-1 1 1 0 0,0 0-1 0 0,0 0 1 0 0,0 0 0 0 0,0 0-1 0 0,-1 0 1 0 0,1 0 0 0 0,-1-1-1 0 0,0 1 1 0 0,0 0 0 0 0,0 0-1 0 0,0-1 1 0 0,0 1 0 0 0,-1-1-1 0 0,1 1 1 0 0,-1-1 0 0 0,1 1-1 0 0,-1-1 1 0 0,0 0-1 0 0,0 0 1 0 0,0 0 0 0 0,0 0-1 0 0,-1 0 1 0 0,1 0 0 0 0,0-1-1 0 0,-4 3 1 0 0,-8 5-542 0 0,-1-1-1 0 0,1 0 1 0 0,-21 7 0 0 0,34-15 478 0 0,-27 11-1706 0 0,1-1 0 0 0,-2-1 0 0 0,0-2 0 0 0,0-1 0 0 0,-54 5 0 0 0,68-11 1148 0 0,-1 0 0 0 0,1-1 0 0 0,0-1 0 0 0,-1 0 0 0 0,-22-7 0 0 0,28 7 694 0 0,1-2 0 0 0,0 0 0 0 0,0 0 0 0 0,0 0-1 0 0,1-1 1 0 0,0 0 0 0 0,-1-1 0 0 0,2 0-1 0 0,-12-11 1 0 0,15 12 206 0 0,-1 0-1 0 0,1-1 1 0 0,0 0-1 0 0,1 0 1 0 0,0 0-1 0 0,0 0 0 0 0,0 0 1 0 0,1-1-1 0 0,-1 1 1 0 0,2-1-1 0 0,-1 1 1 0 0,1-1-1 0 0,0 0 1 0 0,0 0-1 0 0,1-13 1 0 0,0 7 429 0 0,1-1 1 0 0,1 0 0 0 0,0 0 0 0 0,1 0 0 0 0,1 1-1 0 0,9-26 1 0 0,2-13-6101 0 0,-15 50 3675 0 0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3:26.3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1533 1 1545 0 0,'-9'12'491'0'0,"7"-10"-8"0"0,-10 25 10950 0 0,10-24-10926 0 0,0 1-1 0 0,1-1 0 0 0,0 1 1 0 0,-1 0-1 0 0,1-1 1 0 0,0 1-1 0 0,1 0 1 0 0,-1 0-1 0 0,1 0 1 0 0,0 0-1 0 0,0-1 0 0 0,0 7 1 0 0,11 59 5097 0 0,-10-62-5530 0 0,0-4-77 0 0,0 0 0 0 0,-1 1 0 0 0,1-1 0 0 0,-1 0 1 0 0,0 0-1 0 0,0 0 0 0 0,0 0 0 0 0,0 1 1 0 0,0-1-1 0 0,-1 0 0 0 0,1 0 0 0 0,-1 0 0 0 0,0 0 1 0 0,0 0-1 0 0,0 0 0 0 0,0 0 0 0 0,-1 0 0 0 0,-1 3 1 0 0,0-3-477 0 0,1 0 0 0 0,-1-1 0 0 0,1 1 1 0 0,-1-1-1 0 0,0 1 0 0 0,0-1 0 0 0,0 0 1 0 0,0 0-1 0 0,0-1 0 0 0,0 1 0 0 0,-1-1 1 0 0,1 1-1 0 0,-1-1 0 0 0,1 0 0 0 0,-1 0 1 0 0,1-1-1 0 0,-1 1 0 0 0,1-1 0 0 0,-1 0 1 0 0,0 1-1 0 0,1-2 0 0 0,-1 1 0 0 0,1 0 1 0 0,-6-2-1 0 0,4 1-114 0 0,-1 0 0 0 0,1-1 1 0 0,0 0-1 0 0,0 0 0 0 0,-1 0 0 0 0,1 0 0 0 0,1-1 1 0 0,-8-4-1 0 0,9 4 639 0 0,-1 0 0 0 0,1 0 0 0 0,0 0 0 0 0,0 0-1 0 0,1 0 1 0 0,-5-6 0 0 0,-53-85 627 0 0,50 80-1329 0 0,6 14 341 0 0,3 24 356 0 0,1 2 255 0 0,-1-19 421 0 0,0 1 0 0 0,0 0 0 0 0,-1 0 0 0 0,0 0 0 0 0,-1-1 0 0 0,-6 15 0 0 0,5-14-1414 0 0,-1-1-1 0 0,0 0 1 0 0,0 0-1 0 0,0-1 1 0 0,-1 0-1 0 0,-8 8 1 0 0,11-12 699 0 0,1 1-1 0 0,-1-1 1 0 0,0-1 0 0 0,0 1-1 0 0,0 0 1 0 0,1-1 0 0 0,-2 1 0 0 0,1-1-1 0 0,0 0 1 0 0,0 0 0 0 0,0 0-1 0 0,0 0 1 0 0,-1-1 0 0 0,1 1-1 0 0,0-1 1 0 0,-1 0 0 0 0,1 0 0 0 0,0 0-1 0 0,-1-1 1 0 0,1 1 0 0 0,0-1-1 0 0,0 1 1 0 0,-1-1 0 0 0,1 0-1 0 0,0-1 1 0 0,0 1 0 0 0,0 0 0 0 0,0-1-1 0 0,0 1 1 0 0,0-1 0 0 0,1 0-1 0 0,-1 0 1 0 0,-4-4 0 0 0,0-3-16 0 0,0 0 1 0 0,1-1-1 0 0,0 0 0 0 0,0 1 1 0 0,-5-15-1 0 0,1 4-97 0 0,10 18 23 0 0,-2 4-105 0 0,1 0 186 0 0,-1 0 1 0 0,1 0 0 0 0,0 0 0 0 0,0 0 0 0 0,0 1 0 0 0,1-1 0 0 0,-1 0 0 0 0,0 0 0 0 0,1 1 0 0 0,-1-1 0 0 0,1 5 0 0 0,-2 0 6 0 0,0 0 0 0 0,0 0-1 0 0,0-1 1 0 0,-1 1 0 0 0,0 0 0 0 0,0-1 0 0 0,-1 0 0 0 0,0 0 0 0 0,0 0 0 0 0,0 0 0 0 0,-1-1 0 0 0,0 1-1 0 0,0-1 1 0 0,0 0 0 0 0,-1-1 0 0 0,1 1 0 0 0,-1-1 0 0 0,0 0 0 0 0,0-1 0 0 0,-1 1 0 0 0,1-1-1 0 0,-1 0 1 0 0,-8 2 0 0 0,11-4 5 0 0,1 0 1 0 0,0-1-1 0 0,0 1 0 0 0,0-1 0 0 0,-1 0 0 0 0,1 1 0 0 0,0-1 0 0 0,0-1 1 0 0,-1 1-1 0 0,1 0 0 0 0,0-1 0 0 0,0 0 0 0 0,-1 0 0 0 0,1 0 0 0 0,0 0 1 0 0,0 0-1 0 0,-4-3 0 0 0,2 1-7 0 0,0 0 1 0 0,1-1 0 0 0,-1 0-1 0 0,1 0 1 0 0,-1 0 0 0 0,1 0-1 0 0,-7-11 1 0 0,-4-4-11 0 0,9 11-2 0 0,1 1 1 0 0,-1-1 0 0 0,-6-13 0 0 0,11 19 28 0 0,-2-23-42 0 0,3 27 78 0 0,-6 26-149 0 0,7-8 2875 0 0,-1-18-2223 0 0,-11 30 6602 0 0,10-30-6834 0 0,0-1-1 0 0,0 1 0 0 0,0-1 0 0 0,0 1 0 0 0,-1-1 0 0 0,1 0 0 0 0,0 0 0 0 0,-1 1 0 0 0,1-1 0 0 0,-1 0 0 0 0,0 0 0 0 0,1-1 0 0 0,-3 2 1 0 0,-1 0-55 0 0,1-1 1 0 0,-1 0 0 0 0,1-1 0 0 0,0 1 0 0 0,-1-1 0 0 0,1 0 0 0 0,-1 0 0 0 0,-6-1 0 0 0,6 1-270 0 0,-1-1 0 0 0,0-1 0 0 0,1 1 0 0 0,-1-1 0 0 0,1 0 0 0 0,-1 0 0 0 0,1 0 0 0 0,-6-5 0 0 0,9 7 6 0 0,0-1 1 0 0,-24 20-25 0 0,22-14-357 0 0,-1-1 0 0 0,1 0 0 0 0,-1 0 0 0 0,-1 0 0 0 0,1-1 0 0 0,-9 5 0 0 0,7-5-654 0 0,0 0 0 0 0,0-1 0 0 0,0 0 0 0 0,-1 0 0 0 0,1 0 0 0 0,-1-1 0 0 0,1-1 0 0 0,-11 1 0 0 0,6-1-172 0 0,0-1 0 0 0,0-1 0 0 0,0 0 0 0 0,-20-6 0 0 0,-18-12 4368 0 0,47 18-2753 0 0,0 0 0 0 0,0 0 1 0 0,0 0-1 0 0,0 0 0 0 0,0-1 0 0 0,0 1 0 0 0,1-1 0 0 0,-5-5 1 0 0,4 3-545 0 0,0 1 0 0 0,0-1 1 0 0,1 0-1 0 0,-1 0 0 0 0,1 0 1 0 0,1 0-1 0 0,-1 0 0 0 0,1 0 0 0 0,-2-11 1 0 0,2 13 20 0 0,1-1-1 0 0,0 1 1 0 0,0-1 0 0 0,0 0 0 0 0,1 1 0 0 0,-1-1 0 0 0,1 1-1 0 0,-1-1 1 0 0,1 1 0 0 0,1 0 0 0 0,-1-1 0 0 0,0 1 0 0 0,1 0-1 0 0,3-6 1 0 0,-3 6 332 0 0,-1 1-1 0 0,1 0 1 0 0,0 0-1 0 0,0 1 0 0 0,0-1 1 0 0,1 0-1 0 0,-1 1 1 0 0,0-1-1 0 0,1 1 0 0 0,-1 0 1 0 0,0 0-1 0 0,1 0 1 0 0,3-1-1 0 0,0 1 484 0 0,-1 0 0 0 0,1 1 0 0 0,-1 0-1 0 0,1 0 1 0 0,-1 0 0 0 0,1 1 0 0 0,-1 0 0 0 0,0 0-1 0 0,1 0 1 0 0,-1 1 0 0 0,0-1 0 0 0,9 5-1 0 0,-9-4-520 0 0,-1 0 0 0 0,0 1 0 0 0,0-1 0 0 0,0 1 0 0 0,-1-1 0 0 0,1 1 0 0 0,0 0 0 0 0,-1 1 0 0 0,4 4 0 0 0,-5-6-183 0 0,-1 0 0 0 0,1 1 0 0 0,-1-1 1 0 0,0 1-1 0 0,0 0 0 0 0,0-1 0 0 0,0 1 0 0 0,0 0 0 0 0,0 0 0 0 0,-1-1 1 0 0,1 1-1 0 0,-1 0 0 0 0,0 0 0 0 0,0 0 0 0 0,0 0 0 0 0,0 0 0 0 0,0-1 0 0 0,-1 1 1 0 0,1 0-1 0 0,-1 0 0 0 0,-2 5 0 0 0,1-3-48 0 0,0-1-1 0 0,-1 1 1 0 0,0 0 0 0 0,0-1-1 0 0,0 1 1 0 0,0-1 0 0 0,-1 0 0 0 0,-6 6-1 0 0,-5 0-1234 0 0,0-1 0 0 0,0 0 0 0 0,-1-1-1 0 0,0-1 1 0 0,-1-1 0 0 0,-22 6 0 0 0,27-8-133 0 0,-11 3-16 0 0,0-1-1 0 0,0-1 0 0 0,-25 1 1 0 0,29-4 1809 0 0,1-2-1 0 0,0 0 1 0 0,0 0 0 0 0,-27-6 0 0 0,33 3 322 0 0,10 3-103 0 0,0-1 0 0 0,0 1 0 0 0,0-1 0 0 0,1 1 0 0 0,-1 0 0 0 0,0-1 1 0 0,0 1-1 0 0,0 0 0 0 0,0 0 0 0 0,-3 1 0 0 0,4 0-345 0 0,1-1 1 0 0,-1 1-1 0 0,0-1 0 0 0,0 1 1 0 0,0 0-1 0 0,1 0 0 0 0,-1-1 1 0 0,0 1-1 0 0,1 0 1 0 0,-1 0-1 0 0,1 0 0 0 0,-1 0 1 0 0,1 0-1 0 0,-1 0 0 0 0,1 0 1 0 0,-1 0-1 0 0,1 0 1 0 0,0 0-1 0 0,0 0 0 0 0,-1 0 1 0 0,1 0-1 0 0,0 0 0 0 0,0 2 1 0 0,0 5 13 0 0,-1 0 1 0 0,1 0-1 0 0,0 0 1 0 0,2 8-1 0 0,14 60-2440 0 0,-3-22 259 0 0,-3 21-2091 0 0,-4 1 0 0 0,-4 95 0 0 0,-1-59 3093 0 0,-1-104 711 0 0,0 0-1 0 0,1 0 1 0 0,0-1-1 0 0,1 1 1 0 0,0 0-1 0 0,0-1 1 0 0,0 1-1 0 0,1-1 1 0 0,0 0-1 0 0,7 12 1 0 0,-7-14-41 0 0,0-1 0 0 0,1 0 0 0 0,-1 0 0 0 0,1 0 0 0 0,-1-1 0 0 0,1 1 0 0 0,0-1 0 0 0,1 0 0 0 0,-1 0 0 0 0,0-1 0 0 0,1 1 0 0 0,0-1 0 0 0,-1 0 0 0 0,1 0 0 0 0,0 0 0 0 0,0-1 0 0 0,6 2 0 0 0,12 0-1555 0 0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3:26.6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2 1940 0 0,'0'0'1788'0'0,"-4"2"406"0"0,-16 10 11018 0 0,20-12-13179 0 0,-1 0 1 0 0,1 1-1 0 0,-1-1 1 0 0,0 0-1 0 0,1 0 1 0 0,-1 0-1 0 0,1 0 0 0 0,-1 0 1 0 0,1 0-1 0 0,-1 0 1 0 0,1 0-1 0 0,-1 0 1 0 0,0 0-1 0 0,1 0 1 0 0,-1 0-1 0 0,1 0 1 0 0,-1 0-1 0 0,1 0 1 0 0,-1-1-1 0 0,1 1 1 0 0,-1 0-1 0 0,1 0 1 0 0,-2-1-1 0 0,-2-3 2881 0 0,3 3-1398 0 0,-9-9 331 0 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3:26.9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 1864 0 0,'2'0'13217'0'0,"7"-3"-5405"0"0,-1 1-4492 0 0,-6 2-3349 0 0,0 1 13 0 0,0 0 1 0 0,0 0-1 0 0,1 0 1 0 0,-1 0-1 0 0,0 0 1 0 0,1-1-1 0 0,-1 1 1 0 0,1-1-1 0 0,-1 1 1 0 0,1-1-1 0 0,-1 0 1 0 0,5 0-1 0 0,-4 0-71 0 0,-1-1-1 0 0,0 1 1 0 0,0 0 0 0 0,1-1 0 0 0,-1 0-1 0 0,0 1 1 0 0,0-1 0 0 0,0 0-1 0 0,0 0 1 0 0,0 0 0 0 0,0 0-1 0 0,0 0 1 0 0,0-1 0 0 0,3-2 0 0 0,0-3 1628 0 0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3:27.1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1039 0 0,'1'1'99'0'0,"-1"0"0"0"0,1-1 0 0 0,0 1 1 0 0,-1 1-1 0 0,1-1 0 0 0,-1 0 0 0 0,0 0 0 0 0,1 0 0 0 0,-1 0 0 0 0,0 0 0 0 0,0 0 0 0 0,0 0 1 0 0,0 0-1 0 0,0 1 0 0 0,0-1 0 0 0,0 0 0 0 0,0 0 0 0 0,0 0 0 0 0,0 0 0 0 0,-1 2 1 0 0,1 6 6530 0 0,3 3 5369 0 0,9 7-7289 0 0,3-14-5363 0 0,-14-5 996 0 0,3 1-404 0 0,-1 0-1 0 0,1-1 0 0 0,-1 0 0 0 0,1 0 0 0 0,-1 0 0 0 0,1 0 0 0 0,0 0 0 0 0,-1-1 0 0 0,1 1 0 0 0,4-3 0 0 0,5 1-34 0 0,-1 0 325 0 0,-10 1-2025 0 0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3:27.8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230 1 1106 0 0,'-14'1'473'0'0,"11"0"351"0"0,9 14 1998 0 0,-2-4 4417 0 0,11 15 969 0 0,7-7-3963 0 0,37 11-2842 0 0,3 0-1522 0 0,-60-29 111 0 0,-4 1 10 0 0,0 0-1 0 0,0 0 1 0 0,0 0 0 0 0,-1 0-1 0 0,1-1 1 0 0,0 1 0 0 0,-1-1-1 0 0,1 0 1 0 0,-1 1 0 0 0,1-1 0 0 0,-4 1-1 0 0,5-2 0 0 0,-30 16-413 0 0,-17 6-1160 0 0,-93 25-1734 0 0,46-16-5547 0 0,94-30 7877 0 0,-26 6-2281 0 0,20-7-3397 0 0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3:28.1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244 1 1111 0 0,'0'0'1151'0'0,"-12"4"1850"0"0,3 0 3236 0 0,-15 20-5301 0 0,-69 76 10249 0 0,55-53-8875 0 0,24-29-2256 0 0,-23 29 175 0 0,20-31-229 0 0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3:28.4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487 1 964 0 0,'-4'8'940'0'0,"0"1"0"0"0,-1-1 0 0 0,0 0 0 0 0,-1-1 0 0 0,0 1 1 0 0,0-1-1 0 0,0-1 0 0 0,-14 13 0 0 0,-8 2 5698 0 0,-32 19-1 0 0,8-5-3123 0 0,-47 32-3514 0 0,-45 34 0 0 0,139-96-89 0 0,0 1-1 0 0,0 0 1 0 0,0-1 0 0 0,0 1 0 0 0,1 1 0 0 0,0-1 0 0 0,-4 10 0 0 0,7-15-762 0 0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3:29.2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471 111 985 0 0,'0'0'1479'0'0,"-21"9"7845"0"0,17-8-7992 0 0,-18-2 9733 0 0,3-3-9036 0 0,8 1-2029 0 0,8 3-1 0 0,-1-1 0 0 0,0 0 1 0 0,1 0-1 0 0,-1 0 0 0 0,1 0 1 0 0,-1-1-1 0 0,1 1 0 0 0,-1-1 0 0 0,1 0 1 0 0,0 0-1 0 0,-5-4 0 0 0,6 5-16 0 0,9-21-4 0 0,-5 18-409 0 0,1 0 0 0 0,0 0 0 0 0,1 0 0 0 0,-1 0 0 0 0,1 0 0 0 0,-1 1 1 0 0,1 0-1 0 0,0 0 0 0 0,0 0 0 0 0,1 0 0 0 0,5-3 0 0 0,0 1-1359 0 0,-1 1 1 0 0,1 0-1 0 0,0 1 0 0 0,15-4 1 0 0,-23 7 1609 0 0,-1-1 1 0 0,0 1 0 0 0,1 0 0 0 0,-1 0 0 0 0,0-1-1 0 0,1 1 1 0 0,-1 0 0 0 0,0 1 0 0 0,1-1 0 0 0,-1 0-1 0 0,0 0 1 0 0,1 1 0 0 0,-1-1 0 0 0,0 0 0 0 0,1 1-1 0 0,-1-1 1 0 0,0 1 0 0 0,0 0 0 0 0,0-1 0 0 0,0 1-1 0 0,1 0 1 0 0,-1 0 0 0 0,0 0 0 0 0,0 0 0 0 0,0 0-1 0 0,-1 0 1 0 0,1 0 0 0 0,0 0 0 0 0,0 0 0 0 0,0 0-1 0 0,-1 0 1 0 0,1 0 0 0 0,-1 1 0 0 0,1-1 0 0 0,0 3-1 0 0,0-2 218 0 0,-1 1 0 0 0,0-1-1 0 0,1 1 1 0 0,-1 0 0 0 0,0-1-1 0 0,0 1 1 0 0,0-1 0 0 0,-1 1-1 0 0,1 0 1 0 0,0-1 0 0 0,-1 1 0 0 0,0-1-1 0 0,0 1 1 0 0,0-1 0 0 0,0 1-1 0 0,0-1 1 0 0,-2 4 0 0 0,-10 9-165 0 0,0 1 0 0 0,-1-2 1 0 0,0 0-1 0 0,-30 22 1 0 0,-72 40 436 0 0,101-66-335 0 0,-27 15-1036 0 0,-1-2 0 0 0,-1-1-1 0 0,-57 19 1 0 0,62-29-699 0 0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3:33.5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5919 1 835 0 0,'0'0'568'0'0,"-25"2"5055"0"0,-212 45 11779 0 0,177-33-15616 0 0,-148 30-3569 0 0,-98 23-2556 0 0,-211 63-6912 0 0,-44-4 9442 0 0,175-42 2158 0 0,45-12-278 0 0,-134 35 217 0 0,-137 48-180 0 0,-272 75 384 0 0,825-214-405 0 0,-337 105-31 0 0,272-81 120 0 0,-155 28 0 0 0,125-27 2510 0 0,91-23-770 0 0,33-10-828 0 0,-65 18 3673 0 0,30-10 1747 0 0,62-15-6483 0 0,0-1 0 0 0,0 0 0 0 0,0 0 0 0 0,0 0 0 0 0,0 0-1 0 0,0 0 1 0 0,0 0 0 0 0,0-1 0 0 0,1 1 0 0 0,-1-1 0 0 0,-4-2 0 0 0,6 3-24 0 0,1-1 0 0 0,0 1-1 0 0,-1-1 1 0 0,1 1 0 0 0,0-1-1 0 0,0 1 1 0 0,0-1 0 0 0,0 0 0 0 0,0 1-1 0 0,-1-1 1 0 0,1 1 0 0 0,0-1 0 0 0,0 1-1 0 0,0-1 1 0 0,0 0 0 0 0,1 1-1 0 0,-1-1 1 0 0,0 1 0 0 0,0-1 0 0 0,0 0-1 0 0,0 1 1 0 0,1-1 0 0 0,-1 1 0 0 0,0-1-1 0 0,0 1 1 0 0,1-1 0 0 0,-1 1-1 0 0,0-1 1 0 0,2 0 0 0 0,9-17 98 0 0,37-45-99 0 0,-29 39 0 0 0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3:34.2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 3 1204 0 0,'-2'0'12975'0'0,"-10"-2"-4530"0"0,28 2-4080 0 0,37 0-5140 0 0,504 94-4409 0 0,-5 39-1043 0 0,-525-126 6142 0 0,246 65-878 0 0,166 40 1344 0 0,6-29 223 0 0,647-7 271 0 0,-424-43-681 0 0,-243 6-134 0 0,-244-12 4900 0 0,-164-25-3672 0 0,22 4 2182 0 0,-34-3-2953 0 0,-23 0-1950 0 0,-16-1 2976 0 0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3:34.9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398 30 429 0 0,'0'0'772'0'0,"1"-3"-394"0"0,6-18 10173 0 0,-4 16-10670 0 0,-4 5 202 0 0,1 0 0 0 0,0 0 0 0 0,0 0 1 0 0,0 0-1 0 0,0 0 0 0 0,0 0 0 0 0,0 0 0 0 0,0 0 0 0 0,0 0 1 0 0,0 0-1 0 0,0 0 0 0 0,0 0 0 0 0,-1 0 0 0 0,1 0 1 0 0,0 0-1 0 0,0 0 0 0 0,0 0 0 0 0,0 0 0 0 0,0 0 1 0 0,0 0 415 0 0,0-1-416 0 0,-12 16 4796 0 0,-13 21 2199 0 0,10-7-7119 0 0,1 1 0 0 0,2 0 0 0 0,-15 57 1 0 0,-12 100-345 0 0,31-141 272 0 0,-87 581-8454 0 0,52-326 3783 0 0,43-299 4738 0 0,-82 770-4249 0 0,56-445-1789 0 0,17-271 4312 0 0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3T19:33:47.0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91 25676,'966'-90'0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4:13.9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162 0 672 0 0,'-21'14'515'0'0,"9"-9"200"0"0,2 2-516 0 0,1 0 3089 0 0,-4 3-1653 0 0,2-2-449 0 0,-1 0-1111 0 0,-1 0 3321 0 0,4 0-3370 0 0,-2-1 3823 0 0,1-1-1399 0 0,3 0-2669 0 0,-6-1 8646 0 0,3 1-8912 0 0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4:14.6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233 1 1206 0 0,'0'0'902'0'0,"-7"6"-474"0"0,1 2 3234 0 0,-4-1-2227 0 0,0 0-1200 0 0,-5 5 4563 0 0,-7 8-3013 0 0,3-4 680 0 0,-1 2-1001 0 0,0 0-1425 0 0,-1 0 3998 0 0,0 1-1873 0 0,-1-3-576 0 0,1-2-1582 0 0,2-4-6 0 0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4:42.9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235 1 424 0 0,'8'3'21910'0'0,"-7"-3"-21828"0"0,-1 0 1 0 0,0 0-1 0 0,0 0 1 0 0,0 0 0 0 0,1 0-1 0 0,-1 0 1 0 0,0 1-1 0 0,0-1 1 0 0,0 0-1 0 0,0 0 1 0 0,1 0-1 0 0,-1 0 1 0 0,0 0 0 0 0,0 0-1 0 0,0 0 1 0 0,0 1-1 0 0,0-1 1 0 0,0 0-1 0 0,1 0 1 0 0,-1 0-1 0 0,0 0 1 0 0,0 1-1 0 0,0-1 1 0 0,0 0 0 0 0,0 0-1 0 0,0 0 1 0 0,0 0-1 0 0,0 1 1 0 0,0-1-1 0 0,0 0 1 0 0,0 0-1 0 0,0 0 1 0 0,0 1-1 0 0,0-1 1 0 0,0 0 0 0 0,0 0-1 0 0,0 0 1 0 0,0 1-1 0 0,0-1 1 0 0,0 0-1 0 0,0 0 1 0 0,0 0-1 0 0,0 0 1 0 0,0 1 0 0 0,0-1-1 0 0,-1 0 1 0 0,-8 10 887 0 0,-7 1-1940 0 0,-37 20-1210 0 0,-27 13-5567 0 0,-2 1 1684 0 0,79-43 5495 0 0,0 0-373 0 0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4:43.8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217 0 774 0 0,'0'0'4665'0'0,"-5"8"-810"0"0,-3 2-2544 0 0,-1-1 0 0 0,0-1-1 0 0,0 1 1 0 0,0-1 0 0 0,-1-1 0 0 0,0 0 0 0 0,-1 0 0 0 0,0-1 0 0 0,0 0 0 0 0,0-1 0 0 0,-13 4 0 0 0,-9 6-122 0 0,-12 8-1236 0 0,44-23-113 0 0,6-8-758 0 0,2-1 397 0 0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4:44.4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302 0 1213 0 0,'-12'7'22721'0'0,"8"-5"-20441"0"0,-34 21-2280 0 0,10-6 0 0 0,-59 27 0 0 0,74-38-157 0 0,-105 46-6725 0 0,117-51 5278 0 0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4:46.2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227 0 714 0 0,'-3'1'7595'0'0,"-11"6"8139"0"0,10-5-13563 0 0,-27 15-2346 0 0,0 1 1 0 0,1 2 0 0 0,-51 44-1 0 0,59-46 126 0 0,11-12 796 0 0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4:53.0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51 645 514 0 0,'1'-17'3852'0'0,"-2"-50"15351"0"0,-2 34-16558 0 0,-1-14-2645 0 0,-25-79 0 0 0,24 108 0 0 0,4 16 0 0 0,1-16 0 0 0,-4-20 0 0 0,4 36 0 0 0,0 0 0 0 0,0 0 0 0 0,0 0 0 0 0,0 0 0 0 0,0-1 0 0 0,0 1 0 0 0,1 0 0 0 0,-1 0 0 0 0,1 0 0 0 0,-1 0 0 0 0,1 0 0 0 0,0 0 0 0 0,2-4 0 0 0,3-13 0 0 0,-2-95 0 0 0,0 87 0 0 0,-3-10-2 0 0,-1 35-4 0 0,3-11-6397 0 0,1-6 9115 0 0,-4 16-194 0 0,2-7-1341 0 0,-1 8-1180 0 0,-12 17-665 0 0,1-1 778 0 0,-5 3-2934 0 0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5:12.1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233 13 398 0 0,'-6'7'22063'0'0,"-17"11"-18172"0"0,-13-4-4349 0 0,24-10 762 0 0,-36 14-306 0 0,46-17-7 0 0,-15 3 34 0 0,15-4-29 0 0,-34 11-23 0 0,-13 7-3122 0 0,47-17 3259 0 0,31-4 2440 0 0,4-5-2292 0 0,-1-1 0 0 0,43-18 0 0 0,11-13-3076 0 0,-79 36 5579 0 0,-1-1-5988 0 0,14-7-18731 0 0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5:16.2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176 0 461 0 0,'0'0'86'0'0,"0"1"-1"0"0,0-1 1 0 0,1 0-1 0 0,-1 0 1 0 0,0 0-1 0 0,1 0 1 0 0,-1 0-1 0 0,0 0 1 0 0,0 1-1 0 0,0-1 1 0 0,1 0-1 0 0,-1 0 1 0 0,0 0-1 0 0,0 0 1 0 0,1 1-1 0 0,-1-1 1 0 0,0 0-1 0 0,0 0 1 0 0,0 1-1 0 0,0-1 1 0 0,0 0-1 0 0,1 0 1 0 0,-1 1-1 0 0,0-1 1 0 0,0 0-1 0 0,0 1 1 0 0,0-1-1 0 0,0 0 1 0 0,0 0-1 0 0,0 1 1 0 0,0-1-1 0 0,0 0 1 0 0,0 1-1 0 0,0-1 1 0 0,0 0-1 0 0,0 0 1 0 0,0 1-1 0 0,-10 13 7257 0 0,-25 17 6751 0 0,27-24-13024 0 0,-66 52-1093 0 0,73-58 35 0 0,-32 21-62 0 0,31-21-159 0 0,-7 4 573 0 0,4-1-3556 0 0,1 4 6297 0 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3T19:35:17.4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170 1 520 0 0,'2'4'22133'0'0,"-50"30"-17687"0"0,7-7-5331 0 0,-24 8 883 0 0,63-34-6 0 0,-10 8 84 0 0,9-7-4008 0 0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23T20:03:29.573"/>
    </inkml:context>
    <inkml:brush xml:id="br0">
      <inkml:brushProperty name="width" value="0.2" units="cm"/>
      <inkml:brushProperty name="height" value="0.4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1,'684'0,"-666"1,-1 0,33 9,-32-6,1-1,23 2,310-6,-332 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3ED17-99C4-1F78-5FAF-509E341517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502722-C776-AC8F-020A-4E5A413975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871DFA-BC09-5BE6-7AA5-2DDCA9790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C1EC-5039-4C2E-B110-F0D061D5A06F}" type="datetimeFigureOut">
              <a:rPr lang="en-CA" smtClean="0"/>
              <a:t>2026-09-23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D2980E-A79D-5FA8-09FE-DCF898CD6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5160F-B770-906D-58A7-140D37522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DFFAE-F20E-4047-BF44-B6B35399917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42415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CEAE0-A179-0FD2-3B9D-115FCA0F1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29B80-4DF8-3636-707D-F0A0760705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B826BF-A7FC-0119-7480-AC03BCE2A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C1EC-5039-4C2E-B110-F0D061D5A06F}" type="datetimeFigureOut">
              <a:rPr lang="en-CA" smtClean="0"/>
              <a:t>2026-09-23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03049-282A-B7AF-046E-8D6EB92CD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0443A-8C74-2C2B-41BC-B4F9EF716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DFFAE-F20E-4047-BF44-B6B35399917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0427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8D4F6-A8F1-5A98-BDDB-D4C2F1FE5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D44CBC-E35A-E48D-64F7-E57776E81E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D2C7DE-A2F5-A30E-AE40-E99492A1A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C1EC-5039-4C2E-B110-F0D061D5A06F}" type="datetimeFigureOut">
              <a:rPr lang="en-CA" smtClean="0"/>
              <a:t>2026-09-23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E3B3E7-3CD6-5DE3-8013-C8B9FBA7F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7AC10B-E361-F76F-2E1E-91081675A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DFFAE-F20E-4047-BF44-B6B35399917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73034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79A7D-4C01-16A9-603C-1C7F4FD35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B7E5A-17F7-5C58-A41E-4A0966167F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029B8B-0FE3-3E29-0C95-0BE2CCA469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47A8D6-6718-7CD4-1ED2-E55F09CB5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C1EC-5039-4C2E-B110-F0D061D5A06F}" type="datetimeFigureOut">
              <a:rPr lang="en-CA" smtClean="0"/>
              <a:t>2026-09-23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770120-755D-F573-D98A-03F27EFEC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DC3129-AC4C-443A-2585-CA655E3E5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DFFAE-F20E-4047-BF44-B6B35399917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76838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75457-C0FC-75AE-B3D2-793AEF4E6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381FD-6D6B-259E-3D83-2BF3D34D80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1B4895-8D52-2182-AC43-D6EEB0202E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345735-1EC4-4F5E-B714-722C6B85C9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CDD6BC-07C2-370E-51D5-9379914648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B2D325-E4F7-9850-9E7C-F37DF0BA0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C1EC-5039-4C2E-B110-F0D061D5A06F}" type="datetimeFigureOut">
              <a:rPr lang="en-CA" smtClean="0"/>
              <a:t>2026-09-23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D9302E-426E-F63B-0244-EF4BB5096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146996-0ADD-C555-DCCB-B599E2481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DFFAE-F20E-4047-BF44-B6B35399917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56628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93D50-40E7-2205-8DFB-1E4E9A8AA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895BFD-0892-F593-3975-8768D4888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C1EC-5039-4C2E-B110-F0D061D5A06F}" type="datetimeFigureOut">
              <a:rPr lang="en-CA" smtClean="0"/>
              <a:t>2026-09-23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CA5120-DE20-DCBF-D578-00255F548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BCFF8C-6971-3879-BF4F-A072048E6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DFFAE-F20E-4047-BF44-B6B35399917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14477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5A1EB0-7631-F442-0D10-BF35E1435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C1EC-5039-4C2E-B110-F0D061D5A06F}" type="datetimeFigureOut">
              <a:rPr lang="en-CA" smtClean="0"/>
              <a:t>2026-09-23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E300D9-4977-BA27-01B0-491AC08DF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00A32D-B94A-E74D-4C1C-E1CD391C2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DFFAE-F20E-4047-BF44-B6B35399917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72171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8E44C-27C8-D6F8-0098-6EE38E478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030BF-01E5-0C8B-F41B-57E105286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E1D86C-E470-DE7B-0FAD-F515135DD5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DB60D4-2AEE-ACE9-4D16-1CCF2C807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C1EC-5039-4C2E-B110-F0D061D5A06F}" type="datetimeFigureOut">
              <a:rPr lang="en-CA" smtClean="0"/>
              <a:t>2026-09-23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107231-518D-EC78-9EED-020E8B54A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6EFF73-E9CD-1BE3-5B05-0AA90DF28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DFFAE-F20E-4047-BF44-B6B35399917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87282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A6EC3-407D-B3CE-F277-0260D9BE7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F5F306-ED5C-3B34-5794-0A2179F6B2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4A6068-C2A4-966D-6074-9E8DD2539A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14E8E9-298E-F0B0-D485-9A7B34FC2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C1EC-5039-4C2E-B110-F0D061D5A06F}" type="datetimeFigureOut">
              <a:rPr lang="en-CA" smtClean="0"/>
              <a:t>2026-09-23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B5501E-12A4-68ED-C378-72C8FBD3A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154411-E703-E837-15A9-A2E7146A7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DFFAE-F20E-4047-BF44-B6B35399917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69872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90F9E-350E-58D8-6C1F-94F00C81B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62EC88-B7CA-EED1-53C6-DB7832E860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512B1-0047-3F72-9E9E-E06E05137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C1EC-5039-4C2E-B110-F0D061D5A06F}" type="datetimeFigureOut">
              <a:rPr lang="en-CA" smtClean="0"/>
              <a:t>2026-09-23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46DB4-FD29-07C7-9D30-9358ABDBF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5A9639-342C-1951-BE0A-89B65C0E6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DFFAE-F20E-4047-BF44-B6B35399917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65424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2826FF-B7F6-EF32-C42E-7B0700FBE0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A4F06-627F-27C3-78F2-0A3F779A30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E52FE-7A41-F8A8-6D65-FC2DD8EA4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C1EC-5039-4C2E-B110-F0D061D5A06F}" type="datetimeFigureOut">
              <a:rPr lang="en-CA" smtClean="0"/>
              <a:t>2026-09-23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B45D7A-FA74-66DB-2FD5-9F39AA2E0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97E07E-409F-4C5A-B0BE-25C715F17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DFFAE-F20E-4047-BF44-B6B35399917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2739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D64F45-F428-0C9D-568D-516FDE8C6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737508-DCAE-3868-D135-29C70A956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4959AF-AB0C-F590-3ACE-627C27C265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08C1EC-5039-4C2E-B110-F0D061D5A06F}" type="datetimeFigureOut">
              <a:rPr lang="en-CA" smtClean="0"/>
              <a:t>2026-09-23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77D21-9220-8A17-AE57-0FC8FDB2CC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C522D5-CB0E-17D5-3B59-AB8F14085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BDFFAE-F20E-4047-BF44-B6B35399917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47164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49" Type="http://schemas.openxmlformats.org/officeDocument/2006/relationships/image" Target="../media/image24.png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9.png"/><Relationship Id="rId671" Type="http://schemas.openxmlformats.org/officeDocument/2006/relationships/image" Target="../media/image336.png"/><Relationship Id="rId769" Type="http://schemas.openxmlformats.org/officeDocument/2006/relationships/image" Target="../media/image385.png"/><Relationship Id="rId21" Type="http://schemas.openxmlformats.org/officeDocument/2006/relationships/image" Target="../media/image10.png"/><Relationship Id="rId324" Type="http://schemas.openxmlformats.org/officeDocument/2006/relationships/customXml" Target="../ink/ink163.xml"/><Relationship Id="rId531" Type="http://schemas.openxmlformats.org/officeDocument/2006/relationships/image" Target="../media/image266.png"/><Relationship Id="rId629" Type="http://schemas.openxmlformats.org/officeDocument/2006/relationships/image" Target="../media/image315.png"/><Relationship Id="rId170" Type="http://schemas.openxmlformats.org/officeDocument/2006/relationships/customXml" Target="../ink/ink86.xml"/><Relationship Id="rId836" Type="http://schemas.openxmlformats.org/officeDocument/2006/relationships/customXml" Target="../ink/ink419.xml"/><Relationship Id="rId268" Type="http://schemas.openxmlformats.org/officeDocument/2006/relationships/customXml" Target="../ink/ink135.xml"/><Relationship Id="rId475" Type="http://schemas.openxmlformats.org/officeDocument/2006/relationships/image" Target="../media/image238.png"/><Relationship Id="rId682" Type="http://schemas.openxmlformats.org/officeDocument/2006/relationships/customXml" Target="../ink/ink342.xml"/><Relationship Id="rId32" Type="http://schemas.openxmlformats.org/officeDocument/2006/relationships/customXml" Target="../ink/ink17.xml"/><Relationship Id="rId128" Type="http://schemas.openxmlformats.org/officeDocument/2006/relationships/customXml" Target="../ink/ink65.xml"/><Relationship Id="rId335" Type="http://schemas.openxmlformats.org/officeDocument/2006/relationships/image" Target="../media/image168.png"/><Relationship Id="rId542" Type="http://schemas.openxmlformats.org/officeDocument/2006/relationships/customXml" Target="../ink/ink272.xml"/><Relationship Id="rId181" Type="http://schemas.openxmlformats.org/officeDocument/2006/relationships/image" Target="../media/image91.png"/><Relationship Id="rId402" Type="http://schemas.openxmlformats.org/officeDocument/2006/relationships/customXml" Target="../ink/ink202.xml"/><Relationship Id="rId847" Type="http://schemas.openxmlformats.org/officeDocument/2006/relationships/image" Target="../media/image424.png"/><Relationship Id="rId279" Type="http://schemas.openxmlformats.org/officeDocument/2006/relationships/image" Target="../media/image140.png"/><Relationship Id="rId486" Type="http://schemas.openxmlformats.org/officeDocument/2006/relationships/customXml" Target="../ink/ink244.xml"/><Relationship Id="rId693" Type="http://schemas.openxmlformats.org/officeDocument/2006/relationships/image" Target="../media/image347.png"/><Relationship Id="rId707" Type="http://schemas.openxmlformats.org/officeDocument/2006/relationships/image" Target="../media/image354.png"/><Relationship Id="rId43" Type="http://schemas.openxmlformats.org/officeDocument/2006/relationships/image" Target="../media/image21.png"/><Relationship Id="rId139" Type="http://schemas.openxmlformats.org/officeDocument/2006/relationships/image" Target="../media/image70.png"/><Relationship Id="rId346" Type="http://schemas.openxmlformats.org/officeDocument/2006/relationships/customXml" Target="../ink/ink174.xml"/><Relationship Id="rId553" Type="http://schemas.openxmlformats.org/officeDocument/2006/relationships/image" Target="../media/image277.png"/><Relationship Id="rId760" Type="http://schemas.openxmlformats.org/officeDocument/2006/relationships/customXml" Target="../ink/ink381.xml"/><Relationship Id="rId192" Type="http://schemas.openxmlformats.org/officeDocument/2006/relationships/customXml" Target="../ink/ink97.xml"/><Relationship Id="rId206" Type="http://schemas.openxmlformats.org/officeDocument/2006/relationships/customXml" Target="../ink/ink104.xml"/><Relationship Id="rId413" Type="http://schemas.openxmlformats.org/officeDocument/2006/relationships/image" Target="../media/image207.png"/><Relationship Id="rId497" Type="http://schemas.openxmlformats.org/officeDocument/2006/relationships/image" Target="../media/image249.png"/><Relationship Id="rId620" Type="http://schemas.openxmlformats.org/officeDocument/2006/relationships/customXml" Target="../ink/ink311.xml"/><Relationship Id="rId718" Type="http://schemas.openxmlformats.org/officeDocument/2006/relationships/customXml" Target="../ink/ink360.xml"/><Relationship Id="rId357" Type="http://schemas.openxmlformats.org/officeDocument/2006/relationships/image" Target="../media/image179.png"/><Relationship Id="rId54" Type="http://schemas.openxmlformats.org/officeDocument/2006/relationships/customXml" Target="../ink/ink28.xml"/><Relationship Id="rId217" Type="http://schemas.openxmlformats.org/officeDocument/2006/relationships/image" Target="../media/image109.png"/><Relationship Id="rId564" Type="http://schemas.openxmlformats.org/officeDocument/2006/relationships/customXml" Target="../ink/ink283.xml"/><Relationship Id="rId771" Type="http://schemas.openxmlformats.org/officeDocument/2006/relationships/image" Target="../media/image386.png"/><Relationship Id="rId424" Type="http://schemas.openxmlformats.org/officeDocument/2006/relationships/customXml" Target="../ink/ink213.xml"/><Relationship Id="rId631" Type="http://schemas.openxmlformats.org/officeDocument/2006/relationships/image" Target="../media/image316.png"/><Relationship Id="rId729" Type="http://schemas.openxmlformats.org/officeDocument/2006/relationships/image" Target="../media/image365.png"/><Relationship Id="rId270" Type="http://schemas.openxmlformats.org/officeDocument/2006/relationships/customXml" Target="../ink/ink136.xml"/><Relationship Id="rId65" Type="http://schemas.openxmlformats.org/officeDocument/2006/relationships/image" Target="../media/image33.png"/><Relationship Id="rId130" Type="http://schemas.openxmlformats.org/officeDocument/2006/relationships/customXml" Target="../ink/ink66.xml"/><Relationship Id="rId368" Type="http://schemas.openxmlformats.org/officeDocument/2006/relationships/customXml" Target="../ink/ink185.xml"/><Relationship Id="rId575" Type="http://schemas.openxmlformats.org/officeDocument/2006/relationships/image" Target="../media/image288.png"/><Relationship Id="rId782" Type="http://schemas.openxmlformats.org/officeDocument/2006/relationships/customXml" Target="../ink/ink392.xml"/><Relationship Id="rId228" Type="http://schemas.openxmlformats.org/officeDocument/2006/relationships/customXml" Target="../ink/ink115.xml"/><Relationship Id="rId435" Type="http://schemas.openxmlformats.org/officeDocument/2006/relationships/image" Target="../media/image218.png"/><Relationship Id="rId642" Type="http://schemas.openxmlformats.org/officeDocument/2006/relationships/customXml" Target="../ink/ink322.xml"/><Relationship Id="rId281" Type="http://schemas.openxmlformats.org/officeDocument/2006/relationships/image" Target="../media/image141.png"/><Relationship Id="rId502" Type="http://schemas.openxmlformats.org/officeDocument/2006/relationships/customXml" Target="../ink/ink252.xml"/><Relationship Id="rId76" Type="http://schemas.openxmlformats.org/officeDocument/2006/relationships/customXml" Target="../ink/ink39.xml"/><Relationship Id="rId141" Type="http://schemas.openxmlformats.org/officeDocument/2006/relationships/image" Target="../media/image71.png"/><Relationship Id="rId379" Type="http://schemas.openxmlformats.org/officeDocument/2006/relationships/image" Target="../media/image190.png"/><Relationship Id="rId586" Type="http://schemas.openxmlformats.org/officeDocument/2006/relationships/customXml" Target="../ink/ink294.xml"/><Relationship Id="rId793" Type="http://schemas.openxmlformats.org/officeDocument/2006/relationships/image" Target="../media/image397.png"/><Relationship Id="rId807" Type="http://schemas.openxmlformats.org/officeDocument/2006/relationships/image" Target="../media/image404.png"/><Relationship Id="rId7" Type="http://schemas.openxmlformats.org/officeDocument/2006/relationships/image" Target="../media/image3.png"/><Relationship Id="rId239" Type="http://schemas.openxmlformats.org/officeDocument/2006/relationships/image" Target="../media/image120.png"/><Relationship Id="rId446" Type="http://schemas.openxmlformats.org/officeDocument/2006/relationships/customXml" Target="../ink/ink224.xml"/><Relationship Id="rId653" Type="http://schemas.openxmlformats.org/officeDocument/2006/relationships/image" Target="../media/image327.png"/><Relationship Id="rId292" Type="http://schemas.openxmlformats.org/officeDocument/2006/relationships/customXml" Target="../ink/ink147.xml"/><Relationship Id="rId306" Type="http://schemas.openxmlformats.org/officeDocument/2006/relationships/customXml" Target="../ink/ink154.xml"/><Relationship Id="rId87" Type="http://schemas.openxmlformats.org/officeDocument/2006/relationships/image" Target="../media/image44.png"/><Relationship Id="rId513" Type="http://schemas.openxmlformats.org/officeDocument/2006/relationships/image" Target="../media/image257.png"/><Relationship Id="rId597" Type="http://schemas.openxmlformats.org/officeDocument/2006/relationships/image" Target="../media/image299.png"/><Relationship Id="rId720" Type="http://schemas.openxmlformats.org/officeDocument/2006/relationships/customXml" Target="../ink/ink361.xml"/><Relationship Id="rId818" Type="http://schemas.openxmlformats.org/officeDocument/2006/relationships/customXml" Target="../ink/ink410.xml"/><Relationship Id="rId152" Type="http://schemas.openxmlformats.org/officeDocument/2006/relationships/customXml" Target="../ink/ink77.xml"/><Relationship Id="rId457" Type="http://schemas.openxmlformats.org/officeDocument/2006/relationships/image" Target="../media/image229.png"/><Relationship Id="rId664" Type="http://schemas.openxmlformats.org/officeDocument/2006/relationships/customXml" Target="../ink/ink333.xml"/><Relationship Id="rId14" Type="http://schemas.openxmlformats.org/officeDocument/2006/relationships/customXml" Target="../ink/ink8.xml"/><Relationship Id="rId317" Type="http://schemas.openxmlformats.org/officeDocument/2006/relationships/image" Target="../media/image159.png"/><Relationship Id="rId524" Type="http://schemas.openxmlformats.org/officeDocument/2006/relationships/customXml" Target="../ink/ink263.xml"/><Relationship Id="rId731" Type="http://schemas.openxmlformats.org/officeDocument/2006/relationships/image" Target="../media/image366.png"/><Relationship Id="rId98" Type="http://schemas.openxmlformats.org/officeDocument/2006/relationships/customXml" Target="../ink/ink50.xml"/><Relationship Id="rId163" Type="http://schemas.openxmlformats.org/officeDocument/2006/relationships/image" Target="../media/image82.png"/><Relationship Id="rId370" Type="http://schemas.openxmlformats.org/officeDocument/2006/relationships/customXml" Target="../ink/ink186.xml"/><Relationship Id="rId829" Type="http://schemas.openxmlformats.org/officeDocument/2006/relationships/image" Target="../media/image415.png"/><Relationship Id="rId230" Type="http://schemas.openxmlformats.org/officeDocument/2006/relationships/customXml" Target="../ink/ink116.xml"/><Relationship Id="rId468" Type="http://schemas.openxmlformats.org/officeDocument/2006/relationships/customXml" Target="../ink/ink235.xml"/><Relationship Id="rId675" Type="http://schemas.openxmlformats.org/officeDocument/2006/relationships/image" Target="../media/image338.png"/><Relationship Id="rId25" Type="http://schemas.openxmlformats.org/officeDocument/2006/relationships/image" Target="../media/image12.png"/><Relationship Id="rId328" Type="http://schemas.openxmlformats.org/officeDocument/2006/relationships/customXml" Target="../ink/ink165.xml"/><Relationship Id="rId535" Type="http://schemas.openxmlformats.org/officeDocument/2006/relationships/image" Target="../media/image268.png"/><Relationship Id="rId742" Type="http://schemas.openxmlformats.org/officeDocument/2006/relationships/customXml" Target="../ink/ink372.xml"/><Relationship Id="rId174" Type="http://schemas.openxmlformats.org/officeDocument/2006/relationships/customXml" Target="../ink/ink88.xml"/><Relationship Id="rId381" Type="http://schemas.openxmlformats.org/officeDocument/2006/relationships/image" Target="../media/image191.png"/><Relationship Id="rId602" Type="http://schemas.openxmlformats.org/officeDocument/2006/relationships/customXml" Target="../ink/ink302.xml"/><Relationship Id="rId241" Type="http://schemas.openxmlformats.org/officeDocument/2006/relationships/image" Target="../media/image121.png"/><Relationship Id="rId479" Type="http://schemas.openxmlformats.org/officeDocument/2006/relationships/image" Target="../media/image240.png"/><Relationship Id="rId686" Type="http://schemas.openxmlformats.org/officeDocument/2006/relationships/customXml" Target="../ink/ink344.xml"/><Relationship Id="rId36" Type="http://schemas.openxmlformats.org/officeDocument/2006/relationships/customXml" Target="../ink/ink19.xml"/><Relationship Id="rId339" Type="http://schemas.openxmlformats.org/officeDocument/2006/relationships/image" Target="../media/image170.png"/><Relationship Id="rId546" Type="http://schemas.openxmlformats.org/officeDocument/2006/relationships/customXml" Target="../ink/ink274.xml"/><Relationship Id="rId753" Type="http://schemas.openxmlformats.org/officeDocument/2006/relationships/image" Target="../media/image377.png"/><Relationship Id="rId101" Type="http://schemas.openxmlformats.org/officeDocument/2006/relationships/image" Target="../media/image51.png"/><Relationship Id="rId185" Type="http://schemas.openxmlformats.org/officeDocument/2006/relationships/image" Target="../media/image93.png"/><Relationship Id="rId406" Type="http://schemas.openxmlformats.org/officeDocument/2006/relationships/customXml" Target="../ink/ink204.xml"/><Relationship Id="rId392" Type="http://schemas.openxmlformats.org/officeDocument/2006/relationships/customXml" Target="../ink/ink197.xml"/><Relationship Id="rId613" Type="http://schemas.openxmlformats.org/officeDocument/2006/relationships/image" Target="../media/image307.png"/><Relationship Id="rId697" Type="http://schemas.openxmlformats.org/officeDocument/2006/relationships/image" Target="../media/image349.png"/><Relationship Id="rId820" Type="http://schemas.openxmlformats.org/officeDocument/2006/relationships/customXml" Target="../ink/ink411.xml"/><Relationship Id="rId252" Type="http://schemas.openxmlformats.org/officeDocument/2006/relationships/customXml" Target="../ink/ink127.xml"/><Relationship Id="rId47" Type="http://schemas.openxmlformats.org/officeDocument/2006/relationships/image" Target="../media/image23.png"/><Relationship Id="rId112" Type="http://schemas.openxmlformats.org/officeDocument/2006/relationships/customXml" Target="../ink/ink57.xml"/><Relationship Id="rId557" Type="http://schemas.openxmlformats.org/officeDocument/2006/relationships/image" Target="../media/image279.png"/><Relationship Id="rId764" Type="http://schemas.openxmlformats.org/officeDocument/2006/relationships/customXml" Target="../ink/ink383.xml"/><Relationship Id="rId196" Type="http://schemas.openxmlformats.org/officeDocument/2006/relationships/customXml" Target="../ink/ink99.xml"/><Relationship Id="rId417" Type="http://schemas.openxmlformats.org/officeDocument/2006/relationships/image" Target="../media/image209.png"/><Relationship Id="rId624" Type="http://schemas.openxmlformats.org/officeDocument/2006/relationships/customXml" Target="../ink/ink313.xml"/><Relationship Id="rId831" Type="http://schemas.openxmlformats.org/officeDocument/2006/relationships/image" Target="../media/image416.png"/><Relationship Id="rId263" Type="http://schemas.openxmlformats.org/officeDocument/2006/relationships/image" Target="../media/image132.png"/><Relationship Id="rId470" Type="http://schemas.openxmlformats.org/officeDocument/2006/relationships/customXml" Target="../ink/ink236.xml"/><Relationship Id="rId58" Type="http://schemas.openxmlformats.org/officeDocument/2006/relationships/customXml" Target="../ink/ink30.xml"/><Relationship Id="rId123" Type="http://schemas.openxmlformats.org/officeDocument/2006/relationships/image" Target="../media/image62.png"/><Relationship Id="rId330" Type="http://schemas.openxmlformats.org/officeDocument/2006/relationships/customXml" Target="../ink/ink166.xml"/><Relationship Id="rId568" Type="http://schemas.openxmlformats.org/officeDocument/2006/relationships/customXml" Target="../ink/ink285.xml"/><Relationship Id="rId775" Type="http://schemas.openxmlformats.org/officeDocument/2006/relationships/image" Target="../media/image388.png"/><Relationship Id="rId428" Type="http://schemas.openxmlformats.org/officeDocument/2006/relationships/customXml" Target="../ink/ink215.xml"/><Relationship Id="rId635" Type="http://schemas.openxmlformats.org/officeDocument/2006/relationships/image" Target="../media/image318.png"/><Relationship Id="rId842" Type="http://schemas.openxmlformats.org/officeDocument/2006/relationships/customXml" Target="../ink/ink422.xml"/><Relationship Id="rId274" Type="http://schemas.openxmlformats.org/officeDocument/2006/relationships/customXml" Target="../ink/ink138.xml"/><Relationship Id="rId481" Type="http://schemas.openxmlformats.org/officeDocument/2006/relationships/image" Target="../media/image241.png"/><Relationship Id="rId702" Type="http://schemas.openxmlformats.org/officeDocument/2006/relationships/customXml" Target="../ink/ink352.xml"/><Relationship Id="rId69" Type="http://schemas.openxmlformats.org/officeDocument/2006/relationships/image" Target="../media/image35.png"/><Relationship Id="rId134" Type="http://schemas.openxmlformats.org/officeDocument/2006/relationships/customXml" Target="../ink/ink68.xml"/><Relationship Id="rId579" Type="http://schemas.openxmlformats.org/officeDocument/2006/relationships/image" Target="../media/image290.png"/><Relationship Id="rId786" Type="http://schemas.openxmlformats.org/officeDocument/2006/relationships/customXml" Target="../ink/ink394.xml"/><Relationship Id="rId341" Type="http://schemas.openxmlformats.org/officeDocument/2006/relationships/image" Target="../media/image171.png"/><Relationship Id="rId439" Type="http://schemas.openxmlformats.org/officeDocument/2006/relationships/image" Target="../media/image220.png"/><Relationship Id="rId646" Type="http://schemas.openxmlformats.org/officeDocument/2006/relationships/customXml" Target="../ink/ink324.xml"/><Relationship Id="rId201" Type="http://schemas.openxmlformats.org/officeDocument/2006/relationships/image" Target="../media/image101.png"/><Relationship Id="rId285" Type="http://schemas.openxmlformats.org/officeDocument/2006/relationships/image" Target="../media/image143.png"/><Relationship Id="rId506" Type="http://schemas.openxmlformats.org/officeDocument/2006/relationships/customXml" Target="../ink/ink254.xml"/><Relationship Id="rId853" Type="http://schemas.openxmlformats.org/officeDocument/2006/relationships/image" Target="../media/image427.png"/><Relationship Id="rId492" Type="http://schemas.openxmlformats.org/officeDocument/2006/relationships/customXml" Target="../ink/ink247.xml"/><Relationship Id="rId713" Type="http://schemas.openxmlformats.org/officeDocument/2006/relationships/image" Target="../media/image357.png"/><Relationship Id="rId797" Type="http://schemas.openxmlformats.org/officeDocument/2006/relationships/image" Target="../media/image399.png"/><Relationship Id="rId145" Type="http://schemas.openxmlformats.org/officeDocument/2006/relationships/image" Target="../media/image73.png"/><Relationship Id="rId352" Type="http://schemas.openxmlformats.org/officeDocument/2006/relationships/customXml" Target="../ink/ink177.xml"/><Relationship Id="rId212" Type="http://schemas.openxmlformats.org/officeDocument/2006/relationships/customXml" Target="../ink/ink107.xml"/><Relationship Id="rId657" Type="http://schemas.openxmlformats.org/officeDocument/2006/relationships/image" Target="../media/image329.png"/><Relationship Id="rId296" Type="http://schemas.openxmlformats.org/officeDocument/2006/relationships/customXml" Target="../ink/ink149.xml"/><Relationship Id="rId517" Type="http://schemas.openxmlformats.org/officeDocument/2006/relationships/image" Target="../media/image259.png"/><Relationship Id="rId724" Type="http://schemas.openxmlformats.org/officeDocument/2006/relationships/customXml" Target="../ink/ink363.xml"/><Relationship Id="rId60" Type="http://schemas.openxmlformats.org/officeDocument/2006/relationships/customXml" Target="../ink/ink31.xml"/><Relationship Id="rId156" Type="http://schemas.openxmlformats.org/officeDocument/2006/relationships/customXml" Target="../ink/ink79.xml"/><Relationship Id="rId363" Type="http://schemas.openxmlformats.org/officeDocument/2006/relationships/image" Target="../media/image182.png"/><Relationship Id="rId570" Type="http://schemas.openxmlformats.org/officeDocument/2006/relationships/customXml" Target="../ink/ink286.xml"/><Relationship Id="rId223" Type="http://schemas.openxmlformats.org/officeDocument/2006/relationships/image" Target="../media/image112.png"/><Relationship Id="rId430" Type="http://schemas.openxmlformats.org/officeDocument/2006/relationships/customXml" Target="../ink/ink216.xml"/><Relationship Id="rId668" Type="http://schemas.openxmlformats.org/officeDocument/2006/relationships/customXml" Target="../ink/ink335.xml"/><Relationship Id="rId18" Type="http://schemas.openxmlformats.org/officeDocument/2006/relationships/customXml" Target="../ink/ink10.xml"/><Relationship Id="rId528" Type="http://schemas.openxmlformats.org/officeDocument/2006/relationships/customXml" Target="../ink/ink265.xml"/><Relationship Id="rId735" Type="http://schemas.openxmlformats.org/officeDocument/2006/relationships/image" Target="../media/image368.png"/><Relationship Id="rId167" Type="http://schemas.openxmlformats.org/officeDocument/2006/relationships/image" Target="../media/image84.png"/><Relationship Id="rId374" Type="http://schemas.openxmlformats.org/officeDocument/2006/relationships/customXml" Target="../ink/ink188.xml"/><Relationship Id="rId581" Type="http://schemas.openxmlformats.org/officeDocument/2006/relationships/image" Target="../media/image291.png"/><Relationship Id="rId71" Type="http://schemas.openxmlformats.org/officeDocument/2006/relationships/image" Target="../media/image36.png"/><Relationship Id="rId234" Type="http://schemas.openxmlformats.org/officeDocument/2006/relationships/customXml" Target="../ink/ink118.xml"/><Relationship Id="rId679" Type="http://schemas.openxmlformats.org/officeDocument/2006/relationships/image" Target="../media/image340.png"/><Relationship Id="rId802" Type="http://schemas.openxmlformats.org/officeDocument/2006/relationships/customXml" Target="../ink/ink402.xml"/><Relationship Id="rId2" Type="http://schemas.openxmlformats.org/officeDocument/2006/relationships/customXml" Target="../ink/ink2.xml"/><Relationship Id="rId29" Type="http://schemas.openxmlformats.org/officeDocument/2006/relationships/image" Target="../media/image14.png"/><Relationship Id="rId441" Type="http://schemas.openxmlformats.org/officeDocument/2006/relationships/image" Target="../media/image221.png"/><Relationship Id="rId539" Type="http://schemas.openxmlformats.org/officeDocument/2006/relationships/image" Target="../media/image270.png"/><Relationship Id="rId746" Type="http://schemas.openxmlformats.org/officeDocument/2006/relationships/customXml" Target="../ink/ink374.xml"/><Relationship Id="rId178" Type="http://schemas.openxmlformats.org/officeDocument/2006/relationships/customXml" Target="../ink/ink90.xml"/><Relationship Id="rId301" Type="http://schemas.openxmlformats.org/officeDocument/2006/relationships/image" Target="../media/image151.png"/><Relationship Id="rId82" Type="http://schemas.openxmlformats.org/officeDocument/2006/relationships/customXml" Target="../ink/ink42.xml"/><Relationship Id="rId385" Type="http://schemas.openxmlformats.org/officeDocument/2006/relationships/image" Target="../media/image193.png"/><Relationship Id="rId592" Type="http://schemas.openxmlformats.org/officeDocument/2006/relationships/customXml" Target="../ink/ink297.xml"/><Relationship Id="rId606" Type="http://schemas.openxmlformats.org/officeDocument/2006/relationships/customXml" Target="../ink/ink304.xml"/><Relationship Id="rId813" Type="http://schemas.openxmlformats.org/officeDocument/2006/relationships/image" Target="../media/image407.png"/><Relationship Id="rId245" Type="http://schemas.openxmlformats.org/officeDocument/2006/relationships/image" Target="../media/image123.png"/><Relationship Id="rId452" Type="http://schemas.openxmlformats.org/officeDocument/2006/relationships/customXml" Target="../ink/ink227.xml"/><Relationship Id="rId105" Type="http://schemas.openxmlformats.org/officeDocument/2006/relationships/image" Target="../media/image53.png"/><Relationship Id="rId312" Type="http://schemas.openxmlformats.org/officeDocument/2006/relationships/customXml" Target="../ink/ink157.xml"/><Relationship Id="rId757" Type="http://schemas.openxmlformats.org/officeDocument/2006/relationships/image" Target="../media/image379.png"/><Relationship Id="rId93" Type="http://schemas.openxmlformats.org/officeDocument/2006/relationships/image" Target="../media/image47.png"/><Relationship Id="rId189" Type="http://schemas.openxmlformats.org/officeDocument/2006/relationships/image" Target="../media/image95.png"/><Relationship Id="rId396" Type="http://schemas.openxmlformats.org/officeDocument/2006/relationships/customXml" Target="../ink/ink199.xml"/><Relationship Id="rId617" Type="http://schemas.openxmlformats.org/officeDocument/2006/relationships/image" Target="../media/image309.png"/><Relationship Id="rId824" Type="http://schemas.openxmlformats.org/officeDocument/2006/relationships/customXml" Target="../ink/ink413.xml"/><Relationship Id="rId256" Type="http://schemas.openxmlformats.org/officeDocument/2006/relationships/customXml" Target="../ink/ink129.xml"/><Relationship Id="rId463" Type="http://schemas.openxmlformats.org/officeDocument/2006/relationships/image" Target="../media/image232.png"/><Relationship Id="rId670" Type="http://schemas.openxmlformats.org/officeDocument/2006/relationships/customXml" Target="../ink/ink336.xml"/><Relationship Id="rId116" Type="http://schemas.openxmlformats.org/officeDocument/2006/relationships/customXml" Target="../ink/ink59.xml"/><Relationship Id="rId323" Type="http://schemas.openxmlformats.org/officeDocument/2006/relationships/image" Target="../media/image162.png"/><Relationship Id="rId530" Type="http://schemas.openxmlformats.org/officeDocument/2006/relationships/customXml" Target="../ink/ink266.xml"/><Relationship Id="rId768" Type="http://schemas.openxmlformats.org/officeDocument/2006/relationships/customXml" Target="../ink/ink385.xml"/><Relationship Id="rId20" Type="http://schemas.openxmlformats.org/officeDocument/2006/relationships/customXml" Target="../ink/ink11.xml"/><Relationship Id="rId628" Type="http://schemas.openxmlformats.org/officeDocument/2006/relationships/customXml" Target="../ink/ink315.xml"/><Relationship Id="rId835" Type="http://schemas.openxmlformats.org/officeDocument/2006/relationships/image" Target="../media/image418.png"/><Relationship Id="rId267" Type="http://schemas.openxmlformats.org/officeDocument/2006/relationships/image" Target="../media/image134.png"/><Relationship Id="rId474" Type="http://schemas.openxmlformats.org/officeDocument/2006/relationships/customXml" Target="../ink/ink238.xml"/><Relationship Id="rId127" Type="http://schemas.openxmlformats.org/officeDocument/2006/relationships/image" Target="../media/image64.png"/><Relationship Id="rId681" Type="http://schemas.openxmlformats.org/officeDocument/2006/relationships/image" Target="../media/image341.png"/><Relationship Id="rId779" Type="http://schemas.openxmlformats.org/officeDocument/2006/relationships/image" Target="../media/image390.png"/><Relationship Id="rId31" Type="http://schemas.openxmlformats.org/officeDocument/2006/relationships/image" Target="../media/image15.png"/><Relationship Id="rId334" Type="http://schemas.openxmlformats.org/officeDocument/2006/relationships/customXml" Target="../ink/ink168.xml"/><Relationship Id="rId541" Type="http://schemas.openxmlformats.org/officeDocument/2006/relationships/image" Target="../media/image271.png"/><Relationship Id="rId639" Type="http://schemas.openxmlformats.org/officeDocument/2006/relationships/image" Target="../media/image320.png"/><Relationship Id="rId180" Type="http://schemas.openxmlformats.org/officeDocument/2006/relationships/customXml" Target="../ink/ink91.xml"/><Relationship Id="rId278" Type="http://schemas.openxmlformats.org/officeDocument/2006/relationships/customXml" Target="../ink/ink140.xml"/><Relationship Id="rId401" Type="http://schemas.openxmlformats.org/officeDocument/2006/relationships/image" Target="../media/image201.png"/><Relationship Id="rId846" Type="http://schemas.openxmlformats.org/officeDocument/2006/relationships/customXml" Target="../ink/ink424.xml"/><Relationship Id="rId485" Type="http://schemas.openxmlformats.org/officeDocument/2006/relationships/image" Target="../media/image243.png"/><Relationship Id="rId692" Type="http://schemas.openxmlformats.org/officeDocument/2006/relationships/customXml" Target="../ink/ink347.xml"/><Relationship Id="rId706" Type="http://schemas.openxmlformats.org/officeDocument/2006/relationships/customXml" Target="../ink/ink354.xml"/><Relationship Id="rId42" Type="http://schemas.openxmlformats.org/officeDocument/2006/relationships/customXml" Target="../ink/ink22.xml"/><Relationship Id="rId138" Type="http://schemas.openxmlformats.org/officeDocument/2006/relationships/customXml" Target="../ink/ink70.xml"/><Relationship Id="rId345" Type="http://schemas.openxmlformats.org/officeDocument/2006/relationships/image" Target="../media/image173.png"/><Relationship Id="rId552" Type="http://schemas.openxmlformats.org/officeDocument/2006/relationships/customXml" Target="../ink/ink277.xml"/><Relationship Id="rId191" Type="http://schemas.openxmlformats.org/officeDocument/2006/relationships/image" Target="../media/image96.png"/><Relationship Id="rId205" Type="http://schemas.openxmlformats.org/officeDocument/2006/relationships/image" Target="../media/image103.png"/><Relationship Id="rId412" Type="http://schemas.openxmlformats.org/officeDocument/2006/relationships/customXml" Target="../ink/ink207.xml"/><Relationship Id="rId289" Type="http://schemas.openxmlformats.org/officeDocument/2006/relationships/image" Target="../media/image145.png"/><Relationship Id="rId496" Type="http://schemas.openxmlformats.org/officeDocument/2006/relationships/customXml" Target="../ink/ink249.xml"/><Relationship Id="rId717" Type="http://schemas.openxmlformats.org/officeDocument/2006/relationships/image" Target="../media/image359.png"/><Relationship Id="rId53" Type="http://schemas.openxmlformats.org/officeDocument/2006/relationships/image" Target="../media/image27.png"/><Relationship Id="rId149" Type="http://schemas.openxmlformats.org/officeDocument/2006/relationships/image" Target="../media/image75.png"/><Relationship Id="rId356" Type="http://schemas.openxmlformats.org/officeDocument/2006/relationships/customXml" Target="../ink/ink179.xml"/><Relationship Id="rId563" Type="http://schemas.openxmlformats.org/officeDocument/2006/relationships/image" Target="../media/image282.png"/><Relationship Id="rId770" Type="http://schemas.openxmlformats.org/officeDocument/2006/relationships/customXml" Target="../ink/ink386.xml"/><Relationship Id="rId216" Type="http://schemas.openxmlformats.org/officeDocument/2006/relationships/customXml" Target="../ink/ink109.xml"/><Relationship Id="rId423" Type="http://schemas.openxmlformats.org/officeDocument/2006/relationships/image" Target="../media/image212.png"/><Relationship Id="rId630" Type="http://schemas.openxmlformats.org/officeDocument/2006/relationships/customXml" Target="../ink/ink316.xml"/><Relationship Id="rId728" Type="http://schemas.openxmlformats.org/officeDocument/2006/relationships/customXml" Target="../ink/ink365.xml"/><Relationship Id="rId64" Type="http://schemas.openxmlformats.org/officeDocument/2006/relationships/customXml" Target="../ink/ink33.xml"/><Relationship Id="rId367" Type="http://schemas.openxmlformats.org/officeDocument/2006/relationships/image" Target="../media/image184.png"/><Relationship Id="rId574" Type="http://schemas.openxmlformats.org/officeDocument/2006/relationships/customXml" Target="../ink/ink288.xml"/><Relationship Id="rId227" Type="http://schemas.openxmlformats.org/officeDocument/2006/relationships/image" Target="../media/image114.png"/><Relationship Id="rId781" Type="http://schemas.openxmlformats.org/officeDocument/2006/relationships/image" Target="../media/image391.png"/><Relationship Id="rId434" Type="http://schemas.openxmlformats.org/officeDocument/2006/relationships/customXml" Target="../ink/ink218.xml"/><Relationship Id="rId641" Type="http://schemas.openxmlformats.org/officeDocument/2006/relationships/image" Target="../media/image321.png"/><Relationship Id="rId739" Type="http://schemas.openxmlformats.org/officeDocument/2006/relationships/image" Target="../media/image370.png"/><Relationship Id="rId280" Type="http://schemas.openxmlformats.org/officeDocument/2006/relationships/customXml" Target="../ink/ink141.xml"/><Relationship Id="rId501" Type="http://schemas.openxmlformats.org/officeDocument/2006/relationships/image" Target="../media/image251.png"/><Relationship Id="rId75" Type="http://schemas.openxmlformats.org/officeDocument/2006/relationships/image" Target="../media/image38.png"/><Relationship Id="rId140" Type="http://schemas.openxmlformats.org/officeDocument/2006/relationships/customXml" Target="../ink/ink71.xml"/><Relationship Id="rId378" Type="http://schemas.openxmlformats.org/officeDocument/2006/relationships/customXml" Target="../ink/ink190.xml"/><Relationship Id="rId585" Type="http://schemas.openxmlformats.org/officeDocument/2006/relationships/image" Target="../media/image293.png"/><Relationship Id="rId792" Type="http://schemas.openxmlformats.org/officeDocument/2006/relationships/customXml" Target="../ink/ink397.xml"/><Relationship Id="rId806" Type="http://schemas.openxmlformats.org/officeDocument/2006/relationships/customXml" Target="../ink/ink404.xml"/><Relationship Id="rId6" Type="http://schemas.openxmlformats.org/officeDocument/2006/relationships/customXml" Target="../ink/ink4.xml"/><Relationship Id="rId238" Type="http://schemas.openxmlformats.org/officeDocument/2006/relationships/customXml" Target="../ink/ink120.xml"/><Relationship Id="rId445" Type="http://schemas.openxmlformats.org/officeDocument/2006/relationships/image" Target="../media/image223.png"/><Relationship Id="rId652" Type="http://schemas.openxmlformats.org/officeDocument/2006/relationships/customXml" Target="../ink/ink327.xml"/><Relationship Id="rId291" Type="http://schemas.openxmlformats.org/officeDocument/2006/relationships/image" Target="../media/image146.png"/><Relationship Id="rId305" Type="http://schemas.openxmlformats.org/officeDocument/2006/relationships/image" Target="../media/image153.png"/><Relationship Id="rId512" Type="http://schemas.openxmlformats.org/officeDocument/2006/relationships/customXml" Target="../ink/ink257.xml"/><Relationship Id="rId86" Type="http://schemas.openxmlformats.org/officeDocument/2006/relationships/customXml" Target="../ink/ink44.xml"/><Relationship Id="rId151" Type="http://schemas.openxmlformats.org/officeDocument/2006/relationships/image" Target="../media/image76.png"/><Relationship Id="rId389" Type="http://schemas.openxmlformats.org/officeDocument/2006/relationships/image" Target="../media/image195.png"/><Relationship Id="rId596" Type="http://schemas.openxmlformats.org/officeDocument/2006/relationships/customXml" Target="../ink/ink299.xml"/><Relationship Id="rId817" Type="http://schemas.openxmlformats.org/officeDocument/2006/relationships/image" Target="../media/image409.png"/><Relationship Id="rId249" Type="http://schemas.openxmlformats.org/officeDocument/2006/relationships/image" Target="../media/image125.png"/><Relationship Id="rId456" Type="http://schemas.openxmlformats.org/officeDocument/2006/relationships/customXml" Target="../ink/ink229.xml"/><Relationship Id="rId663" Type="http://schemas.openxmlformats.org/officeDocument/2006/relationships/image" Target="../media/image332.png"/><Relationship Id="rId13" Type="http://schemas.openxmlformats.org/officeDocument/2006/relationships/image" Target="../media/image6.png"/><Relationship Id="rId109" Type="http://schemas.openxmlformats.org/officeDocument/2006/relationships/image" Target="../media/image55.png"/><Relationship Id="rId316" Type="http://schemas.openxmlformats.org/officeDocument/2006/relationships/customXml" Target="../ink/ink159.xml"/><Relationship Id="rId523" Type="http://schemas.openxmlformats.org/officeDocument/2006/relationships/image" Target="../media/image262.png"/><Relationship Id="rId97" Type="http://schemas.openxmlformats.org/officeDocument/2006/relationships/image" Target="../media/image49.png"/><Relationship Id="rId730" Type="http://schemas.openxmlformats.org/officeDocument/2006/relationships/customXml" Target="../ink/ink366.xml"/><Relationship Id="rId828" Type="http://schemas.openxmlformats.org/officeDocument/2006/relationships/customXml" Target="../ink/ink415.xml"/><Relationship Id="rId162" Type="http://schemas.openxmlformats.org/officeDocument/2006/relationships/customXml" Target="../ink/ink82.xml"/><Relationship Id="rId467" Type="http://schemas.openxmlformats.org/officeDocument/2006/relationships/image" Target="../media/image234.png"/><Relationship Id="rId674" Type="http://schemas.openxmlformats.org/officeDocument/2006/relationships/customXml" Target="../ink/ink338.xml"/><Relationship Id="rId24" Type="http://schemas.openxmlformats.org/officeDocument/2006/relationships/customXml" Target="../ink/ink13.xml"/><Relationship Id="rId327" Type="http://schemas.openxmlformats.org/officeDocument/2006/relationships/image" Target="../media/image164.png"/><Relationship Id="rId534" Type="http://schemas.openxmlformats.org/officeDocument/2006/relationships/customXml" Target="../ink/ink268.xml"/><Relationship Id="rId741" Type="http://schemas.openxmlformats.org/officeDocument/2006/relationships/image" Target="../media/image371.png"/><Relationship Id="rId839" Type="http://schemas.openxmlformats.org/officeDocument/2006/relationships/image" Target="../media/image420.png"/><Relationship Id="rId173" Type="http://schemas.openxmlformats.org/officeDocument/2006/relationships/image" Target="../media/image87.png"/><Relationship Id="rId380" Type="http://schemas.openxmlformats.org/officeDocument/2006/relationships/customXml" Target="../ink/ink191.xml"/><Relationship Id="rId601" Type="http://schemas.openxmlformats.org/officeDocument/2006/relationships/image" Target="../media/image301.png"/><Relationship Id="rId240" Type="http://schemas.openxmlformats.org/officeDocument/2006/relationships/customXml" Target="../ink/ink121.xml"/><Relationship Id="rId478" Type="http://schemas.openxmlformats.org/officeDocument/2006/relationships/customXml" Target="../ink/ink240.xml"/><Relationship Id="rId685" Type="http://schemas.openxmlformats.org/officeDocument/2006/relationships/image" Target="../media/image343.png"/><Relationship Id="rId850" Type="http://schemas.openxmlformats.org/officeDocument/2006/relationships/customXml" Target="../ink/ink426.xml"/><Relationship Id="rId35" Type="http://schemas.openxmlformats.org/officeDocument/2006/relationships/image" Target="../media/image17.png"/><Relationship Id="rId77" Type="http://schemas.openxmlformats.org/officeDocument/2006/relationships/image" Target="../media/image39.png"/><Relationship Id="rId100" Type="http://schemas.openxmlformats.org/officeDocument/2006/relationships/customXml" Target="../ink/ink51.xml"/><Relationship Id="rId282" Type="http://schemas.openxmlformats.org/officeDocument/2006/relationships/customXml" Target="../ink/ink142.xml"/><Relationship Id="rId338" Type="http://schemas.openxmlformats.org/officeDocument/2006/relationships/customXml" Target="../ink/ink170.xml"/><Relationship Id="rId503" Type="http://schemas.openxmlformats.org/officeDocument/2006/relationships/image" Target="../media/image252.png"/><Relationship Id="rId545" Type="http://schemas.openxmlformats.org/officeDocument/2006/relationships/image" Target="../media/image273.png"/><Relationship Id="rId587" Type="http://schemas.openxmlformats.org/officeDocument/2006/relationships/image" Target="../media/image294.png"/><Relationship Id="rId710" Type="http://schemas.openxmlformats.org/officeDocument/2006/relationships/customXml" Target="../ink/ink356.xml"/><Relationship Id="rId752" Type="http://schemas.openxmlformats.org/officeDocument/2006/relationships/customXml" Target="../ink/ink377.xml"/><Relationship Id="rId808" Type="http://schemas.openxmlformats.org/officeDocument/2006/relationships/customXml" Target="../ink/ink405.xml"/><Relationship Id="rId8" Type="http://schemas.openxmlformats.org/officeDocument/2006/relationships/customXml" Target="../ink/ink5.xml"/><Relationship Id="rId142" Type="http://schemas.openxmlformats.org/officeDocument/2006/relationships/customXml" Target="../ink/ink72.xml"/><Relationship Id="rId184" Type="http://schemas.openxmlformats.org/officeDocument/2006/relationships/customXml" Target="../ink/ink93.xml"/><Relationship Id="rId391" Type="http://schemas.openxmlformats.org/officeDocument/2006/relationships/image" Target="../media/image196.png"/><Relationship Id="rId405" Type="http://schemas.openxmlformats.org/officeDocument/2006/relationships/image" Target="../media/image203.png"/><Relationship Id="rId447" Type="http://schemas.openxmlformats.org/officeDocument/2006/relationships/image" Target="../media/image224.png"/><Relationship Id="rId612" Type="http://schemas.openxmlformats.org/officeDocument/2006/relationships/customXml" Target="../ink/ink307.xml"/><Relationship Id="rId794" Type="http://schemas.openxmlformats.org/officeDocument/2006/relationships/customXml" Target="../ink/ink398.xml"/><Relationship Id="rId251" Type="http://schemas.openxmlformats.org/officeDocument/2006/relationships/image" Target="../media/image126.png"/><Relationship Id="rId489" Type="http://schemas.openxmlformats.org/officeDocument/2006/relationships/image" Target="../media/image245.png"/><Relationship Id="rId654" Type="http://schemas.openxmlformats.org/officeDocument/2006/relationships/customXml" Target="../ink/ink328.xml"/><Relationship Id="rId696" Type="http://schemas.openxmlformats.org/officeDocument/2006/relationships/customXml" Target="../ink/ink349.xml"/><Relationship Id="rId46" Type="http://schemas.openxmlformats.org/officeDocument/2006/relationships/customXml" Target="../ink/ink24.xml"/><Relationship Id="rId293" Type="http://schemas.openxmlformats.org/officeDocument/2006/relationships/image" Target="../media/image147.png"/><Relationship Id="rId307" Type="http://schemas.openxmlformats.org/officeDocument/2006/relationships/image" Target="../media/image154.png"/><Relationship Id="rId349" Type="http://schemas.openxmlformats.org/officeDocument/2006/relationships/image" Target="../media/image175.png"/><Relationship Id="rId514" Type="http://schemas.openxmlformats.org/officeDocument/2006/relationships/customXml" Target="../ink/ink258.xml"/><Relationship Id="rId556" Type="http://schemas.openxmlformats.org/officeDocument/2006/relationships/customXml" Target="../ink/ink279.xml"/><Relationship Id="rId721" Type="http://schemas.openxmlformats.org/officeDocument/2006/relationships/image" Target="../media/image361.png"/><Relationship Id="rId763" Type="http://schemas.openxmlformats.org/officeDocument/2006/relationships/image" Target="../media/image382.png"/><Relationship Id="rId88" Type="http://schemas.openxmlformats.org/officeDocument/2006/relationships/customXml" Target="../ink/ink45.xml"/><Relationship Id="rId111" Type="http://schemas.openxmlformats.org/officeDocument/2006/relationships/image" Target="../media/image56.png"/><Relationship Id="rId153" Type="http://schemas.openxmlformats.org/officeDocument/2006/relationships/image" Target="../media/image77.png"/><Relationship Id="rId195" Type="http://schemas.openxmlformats.org/officeDocument/2006/relationships/image" Target="../media/image98.png"/><Relationship Id="rId209" Type="http://schemas.openxmlformats.org/officeDocument/2006/relationships/image" Target="../media/image105.png"/><Relationship Id="rId360" Type="http://schemas.openxmlformats.org/officeDocument/2006/relationships/customXml" Target="../ink/ink181.xml"/><Relationship Id="rId416" Type="http://schemas.openxmlformats.org/officeDocument/2006/relationships/customXml" Target="../ink/ink209.xml"/><Relationship Id="rId598" Type="http://schemas.openxmlformats.org/officeDocument/2006/relationships/customXml" Target="../ink/ink300.xml"/><Relationship Id="rId819" Type="http://schemas.openxmlformats.org/officeDocument/2006/relationships/image" Target="../media/image410.png"/><Relationship Id="rId220" Type="http://schemas.openxmlformats.org/officeDocument/2006/relationships/customXml" Target="../ink/ink111.xml"/><Relationship Id="rId458" Type="http://schemas.openxmlformats.org/officeDocument/2006/relationships/customXml" Target="../ink/ink230.xml"/><Relationship Id="rId623" Type="http://schemas.openxmlformats.org/officeDocument/2006/relationships/image" Target="../media/image312.png"/><Relationship Id="rId665" Type="http://schemas.openxmlformats.org/officeDocument/2006/relationships/image" Target="../media/image333.png"/><Relationship Id="rId830" Type="http://schemas.openxmlformats.org/officeDocument/2006/relationships/customXml" Target="../ink/ink416.xml"/><Relationship Id="rId15" Type="http://schemas.openxmlformats.org/officeDocument/2006/relationships/image" Target="../media/image7.png"/><Relationship Id="rId57" Type="http://schemas.openxmlformats.org/officeDocument/2006/relationships/image" Target="../media/image29.png"/><Relationship Id="rId262" Type="http://schemas.openxmlformats.org/officeDocument/2006/relationships/customXml" Target="../ink/ink132.xml"/><Relationship Id="rId318" Type="http://schemas.openxmlformats.org/officeDocument/2006/relationships/customXml" Target="../ink/ink160.xml"/><Relationship Id="rId525" Type="http://schemas.openxmlformats.org/officeDocument/2006/relationships/image" Target="../media/image263.png"/><Relationship Id="rId567" Type="http://schemas.openxmlformats.org/officeDocument/2006/relationships/image" Target="../media/image284.png"/><Relationship Id="rId732" Type="http://schemas.openxmlformats.org/officeDocument/2006/relationships/customXml" Target="../ink/ink367.xml"/><Relationship Id="rId99" Type="http://schemas.openxmlformats.org/officeDocument/2006/relationships/image" Target="../media/image50.png"/><Relationship Id="rId122" Type="http://schemas.openxmlformats.org/officeDocument/2006/relationships/customXml" Target="../ink/ink62.xml"/><Relationship Id="rId164" Type="http://schemas.openxmlformats.org/officeDocument/2006/relationships/customXml" Target="../ink/ink83.xml"/><Relationship Id="rId371" Type="http://schemas.openxmlformats.org/officeDocument/2006/relationships/image" Target="../media/image186.png"/><Relationship Id="rId774" Type="http://schemas.openxmlformats.org/officeDocument/2006/relationships/customXml" Target="../ink/ink388.xml"/><Relationship Id="rId427" Type="http://schemas.openxmlformats.org/officeDocument/2006/relationships/image" Target="../media/image214.png"/><Relationship Id="rId469" Type="http://schemas.openxmlformats.org/officeDocument/2006/relationships/image" Target="../media/image235.png"/><Relationship Id="rId634" Type="http://schemas.openxmlformats.org/officeDocument/2006/relationships/customXml" Target="../ink/ink318.xml"/><Relationship Id="rId676" Type="http://schemas.openxmlformats.org/officeDocument/2006/relationships/customXml" Target="../ink/ink339.xml"/><Relationship Id="rId841" Type="http://schemas.openxmlformats.org/officeDocument/2006/relationships/image" Target="../media/image421.png"/><Relationship Id="rId26" Type="http://schemas.openxmlformats.org/officeDocument/2006/relationships/customXml" Target="../ink/ink14.xml"/><Relationship Id="rId231" Type="http://schemas.openxmlformats.org/officeDocument/2006/relationships/image" Target="../media/image116.png"/><Relationship Id="rId273" Type="http://schemas.openxmlformats.org/officeDocument/2006/relationships/image" Target="../media/image137.png"/><Relationship Id="rId329" Type="http://schemas.openxmlformats.org/officeDocument/2006/relationships/image" Target="../media/image165.png"/><Relationship Id="rId480" Type="http://schemas.openxmlformats.org/officeDocument/2006/relationships/customXml" Target="../ink/ink241.xml"/><Relationship Id="rId536" Type="http://schemas.openxmlformats.org/officeDocument/2006/relationships/customXml" Target="../ink/ink269.xml"/><Relationship Id="rId701" Type="http://schemas.openxmlformats.org/officeDocument/2006/relationships/image" Target="../media/image351.png"/><Relationship Id="rId68" Type="http://schemas.openxmlformats.org/officeDocument/2006/relationships/customXml" Target="../ink/ink35.xml"/><Relationship Id="rId133" Type="http://schemas.openxmlformats.org/officeDocument/2006/relationships/image" Target="../media/image67.png"/><Relationship Id="rId175" Type="http://schemas.openxmlformats.org/officeDocument/2006/relationships/image" Target="../media/image88.png"/><Relationship Id="rId340" Type="http://schemas.openxmlformats.org/officeDocument/2006/relationships/customXml" Target="../ink/ink171.xml"/><Relationship Id="rId578" Type="http://schemas.openxmlformats.org/officeDocument/2006/relationships/customXml" Target="../ink/ink290.xml"/><Relationship Id="rId743" Type="http://schemas.openxmlformats.org/officeDocument/2006/relationships/image" Target="../media/image372.png"/><Relationship Id="rId785" Type="http://schemas.openxmlformats.org/officeDocument/2006/relationships/image" Target="../media/image393.png"/><Relationship Id="rId200" Type="http://schemas.openxmlformats.org/officeDocument/2006/relationships/customXml" Target="../ink/ink101.xml"/><Relationship Id="rId382" Type="http://schemas.openxmlformats.org/officeDocument/2006/relationships/customXml" Target="../ink/ink192.xml"/><Relationship Id="rId438" Type="http://schemas.openxmlformats.org/officeDocument/2006/relationships/customXml" Target="../ink/ink220.xml"/><Relationship Id="rId603" Type="http://schemas.openxmlformats.org/officeDocument/2006/relationships/image" Target="../media/image302.png"/><Relationship Id="rId645" Type="http://schemas.openxmlformats.org/officeDocument/2006/relationships/image" Target="../media/image323.png"/><Relationship Id="rId687" Type="http://schemas.openxmlformats.org/officeDocument/2006/relationships/image" Target="../media/image344.png"/><Relationship Id="rId810" Type="http://schemas.openxmlformats.org/officeDocument/2006/relationships/customXml" Target="../ink/ink406.xml"/><Relationship Id="rId852" Type="http://schemas.openxmlformats.org/officeDocument/2006/relationships/customXml" Target="../ink/ink427.xml"/><Relationship Id="rId242" Type="http://schemas.openxmlformats.org/officeDocument/2006/relationships/customXml" Target="../ink/ink122.xml"/><Relationship Id="rId284" Type="http://schemas.openxmlformats.org/officeDocument/2006/relationships/customXml" Target="../ink/ink143.xml"/><Relationship Id="rId491" Type="http://schemas.openxmlformats.org/officeDocument/2006/relationships/image" Target="../media/image246.png"/><Relationship Id="rId505" Type="http://schemas.openxmlformats.org/officeDocument/2006/relationships/image" Target="../media/image253.png"/><Relationship Id="rId712" Type="http://schemas.openxmlformats.org/officeDocument/2006/relationships/customXml" Target="../ink/ink357.xml"/><Relationship Id="rId37" Type="http://schemas.openxmlformats.org/officeDocument/2006/relationships/image" Target="../media/image18.png"/><Relationship Id="rId79" Type="http://schemas.openxmlformats.org/officeDocument/2006/relationships/image" Target="../media/image40.png"/><Relationship Id="rId102" Type="http://schemas.openxmlformats.org/officeDocument/2006/relationships/customXml" Target="../ink/ink52.xml"/><Relationship Id="rId144" Type="http://schemas.openxmlformats.org/officeDocument/2006/relationships/customXml" Target="../ink/ink73.xml"/><Relationship Id="rId547" Type="http://schemas.openxmlformats.org/officeDocument/2006/relationships/image" Target="../media/image274.png"/><Relationship Id="rId589" Type="http://schemas.openxmlformats.org/officeDocument/2006/relationships/image" Target="../media/image295.png"/><Relationship Id="rId754" Type="http://schemas.openxmlformats.org/officeDocument/2006/relationships/customXml" Target="../ink/ink378.xml"/><Relationship Id="rId796" Type="http://schemas.openxmlformats.org/officeDocument/2006/relationships/customXml" Target="../ink/ink399.xml"/><Relationship Id="rId90" Type="http://schemas.openxmlformats.org/officeDocument/2006/relationships/customXml" Target="../ink/ink46.xml"/><Relationship Id="rId186" Type="http://schemas.openxmlformats.org/officeDocument/2006/relationships/customXml" Target="../ink/ink94.xml"/><Relationship Id="rId351" Type="http://schemas.openxmlformats.org/officeDocument/2006/relationships/image" Target="../media/image176.png"/><Relationship Id="rId393" Type="http://schemas.openxmlformats.org/officeDocument/2006/relationships/image" Target="../media/image197.png"/><Relationship Id="rId407" Type="http://schemas.openxmlformats.org/officeDocument/2006/relationships/image" Target="../media/image204.png"/><Relationship Id="rId449" Type="http://schemas.openxmlformats.org/officeDocument/2006/relationships/image" Target="../media/image225.png"/><Relationship Id="rId614" Type="http://schemas.openxmlformats.org/officeDocument/2006/relationships/customXml" Target="../ink/ink308.xml"/><Relationship Id="rId656" Type="http://schemas.openxmlformats.org/officeDocument/2006/relationships/customXml" Target="../ink/ink329.xml"/><Relationship Id="rId821" Type="http://schemas.openxmlformats.org/officeDocument/2006/relationships/image" Target="../media/image411.png"/><Relationship Id="rId211" Type="http://schemas.openxmlformats.org/officeDocument/2006/relationships/image" Target="../media/image106.png"/><Relationship Id="rId253" Type="http://schemas.openxmlformats.org/officeDocument/2006/relationships/image" Target="../media/image127.png"/><Relationship Id="rId295" Type="http://schemas.openxmlformats.org/officeDocument/2006/relationships/image" Target="../media/image148.png"/><Relationship Id="rId309" Type="http://schemas.openxmlformats.org/officeDocument/2006/relationships/image" Target="../media/image155.png"/><Relationship Id="rId460" Type="http://schemas.openxmlformats.org/officeDocument/2006/relationships/customXml" Target="../ink/ink231.xml"/><Relationship Id="rId516" Type="http://schemas.openxmlformats.org/officeDocument/2006/relationships/customXml" Target="../ink/ink259.xml"/><Relationship Id="rId698" Type="http://schemas.openxmlformats.org/officeDocument/2006/relationships/customXml" Target="../ink/ink350.xml"/><Relationship Id="rId48" Type="http://schemas.openxmlformats.org/officeDocument/2006/relationships/customXml" Target="../ink/ink25.xml"/><Relationship Id="rId113" Type="http://schemas.openxmlformats.org/officeDocument/2006/relationships/image" Target="../media/image57.png"/><Relationship Id="rId320" Type="http://schemas.openxmlformats.org/officeDocument/2006/relationships/customXml" Target="../ink/ink161.xml"/><Relationship Id="rId558" Type="http://schemas.openxmlformats.org/officeDocument/2006/relationships/customXml" Target="../ink/ink280.xml"/><Relationship Id="rId723" Type="http://schemas.openxmlformats.org/officeDocument/2006/relationships/image" Target="../media/image362.png"/><Relationship Id="rId765" Type="http://schemas.openxmlformats.org/officeDocument/2006/relationships/image" Target="../media/image383.png"/><Relationship Id="rId155" Type="http://schemas.openxmlformats.org/officeDocument/2006/relationships/image" Target="../media/image78.png"/><Relationship Id="rId197" Type="http://schemas.openxmlformats.org/officeDocument/2006/relationships/image" Target="../media/image99.png"/><Relationship Id="rId362" Type="http://schemas.openxmlformats.org/officeDocument/2006/relationships/customXml" Target="../ink/ink182.xml"/><Relationship Id="rId418" Type="http://schemas.openxmlformats.org/officeDocument/2006/relationships/customXml" Target="../ink/ink210.xml"/><Relationship Id="rId625" Type="http://schemas.openxmlformats.org/officeDocument/2006/relationships/image" Target="../media/image313.png"/><Relationship Id="rId832" Type="http://schemas.openxmlformats.org/officeDocument/2006/relationships/customXml" Target="../ink/ink417.xml"/><Relationship Id="rId222" Type="http://schemas.openxmlformats.org/officeDocument/2006/relationships/customXml" Target="../ink/ink112.xml"/><Relationship Id="rId264" Type="http://schemas.openxmlformats.org/officeDocument/2006/relationships/customXml" Target="../ink/ink133.xml"/><Relationship Id="rId471" Type="http://schemas.openxmlformats.org/officeDocument/2006/relationships/image" Target="../media/image236.png"/><Relationship Id="rId667" Type="http://schemas.openxmlformats.org/officeDocument/2006/relationships/image" Target="../media/image334.png"/><Relationship Id="rId17" Type="http://schemas.openxmlformats.org/officeDocument/2006/relationships/image" Target="../media/image8.png"/><Relationship Id="rId59" Type="http://schemas.openxmlformats.org/officeDocument/2006/relationships/image" Target="../media/image30.png"/><Relationship Id="rId124" Type="http://schemas.openxmlformats.org/officeDocument/2006/relationships/customXml" Target="../ink/ink63.xml"/><Relationship Id="rId527" Type="http://schemas.openxmlformats.org/officeDocument/2006/relationships/image" Target="../media/image264.png"/><Relationship Id="rId569" Type="http://schemas.openxmlformats.org/officeDocument/2006/relationships/image" Target="../media/image285.png"/><Relationship Id="rId734" Type="http://schemas.openxmlformats.org/officeDocument/2006/relationships/customXml" Target="../ink/ink368.xml"/><Relationship Id="rId776" Type="http://schemas.openxmlformats.org/officeDocument/2006/relationships/customXml" Target="../ink/ink389.xml"/><Relationship Id="rId70" Type="http://schemas.openxmlformats.org/officeDocument/2006/relationships/customXml" Target="../ink/ink36.xml"/><Relationship Id="rId166" Type="http://schemas.openxmlformats.org/officeDocument/2006/relationships/customXml" Target="../ink/ink84.xml"/><Relationship Id="rId331" Type="http://schemas.openxmlformats.org/officeDocument/2006/relationships/image" Target="../media/image166.png"/><Relationship Id="rId373" Type="http://schemas.openxmlformats.org/officeDocument/2006/relationships/image" Target="../media/image187.png"/><Relationship Id="rId429" Type="http://schemas.openxmlformats.org/officeDocument/2006/relationships/image" Target="../media/image215.png"/><Relationship Id="rId580" Type="http://schemas.openxmlformats.org/officeDocument/2006/relationships/customXml" Target="../ink/ink291.xml"/><Relationship Id="rId636" Type="http://schemas.openxmlformats.org/officeDocument/2006/relationships/customXml" Target="../ink/ink319.xml"/><Relationship Id="rId801" Type="http://schemas.openxmlformats.org/officeDocument/2006/relationships/image" Target="../media/image401.png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117.png"/><Relationship Id="rId440" Type="http://schemas.openxmlformats.org/officeDocument/2006/relationships/customXml" Target="../ink/ink221.xml"/><Relationship Id="rId678" Type="http://schemas.openxmlformats.org/officeDocument/2006/relationships/customXml" Target="../ink/ink340.xml"/><Relationship Id="rId843" Type="http://schemas.openxmlformats.org/officeDocument/2006/relationships/image" Target="../media/image422.png"/><Relationship Id="rId28" Type="http://schemas.openxmlformats.org/officeDocument/2006/relationships/customXml" Target="../ink/ink15.xml"/><Relationship Id="rId275" Type="http://schemas.openxmlformats.org/officeDocument/2006/relationships/image" Target="../media/image138.png"/><Relationship Id="rId300" Type="http://schemas.openxmlformats.org/officeDocument/2006/relationships/customXml" Target="../ink/ink151.xml"/><Relationship Id="rId482" Type="http://schemas.openxmlformats.org/officeDocument/2006/relationships/customXml" Target="../ink/ink242.xml"/><Relationship Id="rId538" Type="http://schemas.openxmlformats.org/officeDocument/2006/relationships/customXml" Target="../ink/ink270.xml"/><Relationship Id="rId703" Type="http://schemas.openxmlformats.org/officeDocument/2006/relationships/image" Target="../media/image352.png"/><Relationship Id="rId745" Type="http://schemas.openxmlformats.org/officeDocument/2006/relationships/image" Target="../media/image373.png"/><Relationship Id="rId81" Type="http://schemas.openxmlformats.org/officeDocument/2006/relationships/image" Target="../media/image41.png"/><Relationship Id="rId135" Type="http://schemas.openxmlformats.org/officeDocument/2006/relationships/image" Target="../media/image68.png"/><Relationship Id="rId177" Type="http://schemas.openxmlformats.org/officeDocument/2006/relationships/image" Target="../media/image89.png"/><Relationship Id="rId342" Type="http://schemas.openxmlformats.org/officeDocument/2006/relationships/customXml" Target="../ink/ink172.xml"/><Relationship Id="rId384" Type="http://schemas.openxmlformats.org/officeDocument/2006/relationships/customXml" Target="../ink/ink193.xml"/><Relationship Id="rId591" Type="http://schemas.openxmlformats.org/officeDocument/2006/relationships/image" Target="../media/image296.png"/><Relationship Id="rId605" Type="http://schemas.openxmlformats.org/officeDocument/2006/relationships/image" Target="../media/image303.png"/><Relationship Id="rId787" Type="http://schemas.openxmlformats.org/officeDocument/2006/relationships/image" Target="../media/image394.png"/><Relationship Id="rId812" Type="http://schemas.openxmlformats.org/officeDocument/2006/relationships/customXml" Target="../ink/ink407.xml"/><Relationship Id="rId202" Type="http://schemas.openxmlformats.org/officeDocument/2006/relationships/customXml" Target="../ink/ink102.xml"/><Relationship Id="rId244" Type="http://schemas.openxmlformats.org/officeDocument/2006/relationships/customXml" Target="../ink/ink123.xml"/><Relationship Id="rId647" Type="http://schemas.openxmlformats.org/officeDocument/2006/relationships/image" Target="../media/image324.png"/><Relationship Id="rId689" Type="http://schemas.openxmlformats.org/officeDocument/2006/relationships/image" Target="../media/image345.png"/><Relationship Id="rId39" Type="http://schemas.openxmlformats.org/officeDocument/2006/relationships/image" Target="../media/image19.png"/><Relationship Id="rId286" Type="http://schemas.openxmlformats.org/officeDocument/2006/relationships/customXml" Target="../ink/ink144.xml"/><Relationship Id="rId451" Type="http://schemas.openxmlformats.org/officeDocument/2006/relationships/image" Target="../media/image226.png"/><Relationship Id="rId493" Type="http://schemas.openxmlformats.org/officeDocument/2006/relationships/image" Target="../media/image247.png"/><Relationship Id="rId507" Type="http://schemas.openxmlformats.org/officeDocument/2006/relationships/image" Target="../media/image254.png"/><Relationship Id="rId549" Type="http://schemas.openxmlformats.org/officeDocument/2006/relationships/image" Target="../media/image275.png"/><Relationship Id="rId714" Type="http://schemas.openxmlformats.org/officeDocument/2006/relationships/customXml" Target="../ink/ink358.xml"/><Relationship Id="rId756" Type="http://schemas.openxmlformats.org/officeDocument/2006/relationships/customXml" Target="../ink/ink379.xml"/><Relationship Id="rId50" Type="http://schemas.openxmlformats.org/officeDocument/2006/relationships/customXml" Target="../ink/ink26.xml"/><Relationship Id="rId104" Type="http://schemas.openxmlformats.org/officeDocument/2006/relationships/customXml" Target="../ink/ink53.xml"/><Relationship Id="rId146" Type="http://schemas.openxmlformats.org/officeDocument/2006/relationships/customXml" Target="../ink/ink74.xml"/><Relationship Id="rId188" Type="http://schemas.openxmlformats.org/officeDocument/2006/relationships/customXml" Target="../ink/ink95.xml"/><Relationship Id="rId311" Type="http://schemas.openxmlformats.org/officeDocument/2006/relationships/image" Target="../media/image156.png"/><Relationship Id="rId353" Type="http://schemas.openxmlformats.org/officeDocument/2006/relationships/image" Target="../media/image177.png"/><Relationship Id="rId395" Type="http://schemas.openxmlformats.org/officeDocument/2006/relationships/image" Target="../media/image198.png"/><Relationship Id="rId409" Type="http://schemas.openxmlformats.org/officeDocument/2006/relationships/image" Target="../media/image205.png"/><Relationship Id="rId560" Type="http://schemas.openxmlformats.org/officeDocument/2006/relationships/customXml" Target="../ink/ink281.xml"/><Relationship Id="rId798" Type="http://schemas.openxmlformats.org/officeDocument/2006/relationships/customXml" Target="../ink/ink400.xml"/><Relationship Id="rId92" Type="http://schemas.openxmlformats.org/officeDocument/2006/relationships/customXml" Target="../ink/ink47.xml"/><Relationship Id="rId213" Type="http://schemas.openxmlformats.org/officeDocument/2006/relationships/image" Target="../media/image107.png"/><Relationship Id="rId420" Type="http://schemas.openxmlformats.org/officeDocument/2006/relationships/customXml" Target="../ink/ink211.xml"/><Relationship Id="rId616" Type="http://schemas.openxmlformats.org/officeDocument/2006/relationships/customXml" Target="../ink/ink309.xml"/><Relationship Id="rId658" Type="http://schemas.openxmlformats.org/officeDocument/2006/relationships/customXml" Target="../ink/ink330.xml"/><Relationship Id="rId823" Type="http://schemas.openxmlformats.org/officeDocument/2006/relationships/image" Target="../media/image412.png"/><Relationship Id="rId255" Type="http://schemas.openxmlformats.org/officeDocument/2006/relationships/image" Target="../media/image128.png"/><Relationship Id="rId297" Type="http://schemas.openxmlformats.org/officeDocument/2006/relationships/image" Target="../media/image149.png"/><Relationship Id="rId462" Type="http://schemas.openxmlformats.org/officeDocument/2006/relationships/customXml" Target="../ink/ink232.xml"/><Relationship Id="rId518" Type="http://schemas.openxmlformats.org/officeDocument/2006/relationships/customXml" Target="../ink/ink260.xml"/><Relationship Id="rId725" Type="http://schemas.openxmlformats.org/officeDocument/2006/relationships/image" Target="../media/image363.png"/><Relationship Id="rId115" Type="http://schemas.openxmlformats.org/officeDocument/2006/relationships/image" Target="../media/image58.png"/><Relationship Id="rId157" Type="http://schemas.openxmlformats.org/officeDocument/2006/relationships/image" Target="../media/image79.png"/><Relationship Id="rId322" Type="http://schemas.openxmlformats.org/officeDocument/2006/relationships/customXml" Target="../ink/ink162.xml"/><Relationship Id="rId364" Type="http://schemas.openxmlformats.org/officeDocument/2006/relationships/customXml" Target="../ink/ink183.xml"/><Relationship Id="rId767" Type="http://schemas.openxmlformats.org/officeDocument/2006/relationships/image" Target="../media/image384.png"/><Relationship Id="rId61" Type="http://schemas.openxmlformats.org/officeDocument/2006/relationships/image" Target="../media/image31.png"/><Relationship Id="rId199" Type="http://schemas.openxmlformats.org/officeDocument/2006/relationships/image" Target="../media/image100.png"/><Relationship Id="rId571" Type="http://schemas.openxmlformats.org/officeDocument/2006/relationships/image" Target="../media/image286.png"/><Relationship Id="rId627" Type="http://schemas.openxmlformats.org/officeDocument/2006/relationships/image" Target="../media/image314.png"/><Relationship Id="rId669" Type="http://schemas.openxmlformats.org/officeDocument/2006/relationships/image" Target="../media/image335.png"/><Relationship Id="rId834" Type="http://schemas.openxmlformats.org/officeDocument/2006/relationships/customXml" Target="../ink/ink418.xml"/><Relationship Id="rId19" Type="http://schemas.openxmlformats.org/officeDocument/2006/relationships/image" Target="../media/image9.png"/><Relationship Id="rId224" Type="http://schemas.openxmlformats.org/officeDocument/2006/relationships/customXml" Target="../ink/ink113.xml"/><Relationship Id="rId266" Type="http://schemas.openxmlformats.org/officeDocument/2006/relationships/customXml" Target="../ink/ink134.xml"/><Relationship Id="rId431" Type="http://schemas.openxmlformats.org/officeDocument/2006/relationships/image" Target="../media/image216.png"/><Relationship Id="rId473" Type="http://schemas.openxmlformats.org/officeDocument/2006/relationships/image" Target="../media/image237.png"/><Relationship Id="rId529" Type="http://schemas.openxmlformats.org/officeDocument/2006/relationships/image" Target="../media/image265.png"/><Relationship Id="rId680" Type="http://schemas.openxmlformats.org/officeDocument/2006/relationships/customXml" Target="../ink/ink341.xml"/><Relationship Id="rId736" Type="http://schemas.openxmlformats.org/officeDocument/2006/relationships/customXml" Target="../ink/ink369.xml"/><Relationship Id="rId30" Type="http://schemas.openxmlformats.org/officeDocument/2006/relationships/customXml" Target="../ink/ink16.xml"/><Relationship Id="rId126" Type="http://schemas.openxmlformats.org/officeDocument/2006/relationships/customXml" Target="../ink/ink64.xml"/><Relationship Id="rId168" Type="http://schemas.openxmlformats.org/officeDocument/2006/relationships/customXml" Target="../ink/ink85.xml"/><Relationship Id="rId333" Type="http://schemas.openxmlformats.org/officeDocument/2006/relationships/image" Target="../media/image167.png"/><Relationship Id="rId540" Type="http://schemas.openxmlformats.org/officeDocument/2006/relationships/customXml" Target="../ink/ink271.xml"/><Relationship Id="rId778" Type="http://schemas.openxmlformats.org/officeDocument/2006/relationships/customXml" Target="../ink/ink390.xml"/><Relationship Id="rId72" Type="http://schemas.openxmlformats.org/officeDocument/2006/relationships/customXml" Target="../ink/ink37.xml"/><Relationship Id="rId375" Type="http://schemas.openxmlformats.org/officeDocument/2006/relationships/image" Target="../media/image188.png"/><Relationship Id="rId582" Type="http://schemas.openxmlformats.org/officeDocument/2006/relationships/customXml" Target="../ink/ink292.xml"/><Relationship Id="rId638" Type="http://schemas.openxmlformats.org/officeDocument/2006/relationships/customXml" Target="../ink/ink320.xml"/><Relationship Id="rId803" Type="http://schemas.openxmlformats.org/officeDocument/2006/relationships/image" Target="../media/image402.png"/><Relationship Id="rId845" Type="http://schemas.openxmlformats.org/officeDocument/2006/relationships/image" Target="../media/image423.png"/><Relationship Id="rId3" Type="http://schemas.openxmlformats.org/officeDocument/2006/relationships/image" Target="../media/image1.png"/><Relationship Id="rId235" Type="http://schemas.openxmlformats.org/officeDocument/2006/relationships/image" Target="../media/image118.png"/><Relationship Id="rId277" Type="http://schemas.openxmlformats.org/officeDocument/2006/relationships/image" Target="../media/image139.png"/><Relationship Id="rId400" Type="http://schemas.openxmlformats.org/officeDocument/2006/relationships/customXml" Target="../ink/ink201.xml"/><Relationship Id="rId442" Type="http://schemas.openxmlformats.org/officeDocument/2006/relationships/customXml" Target="../ink/ink222.xml"/><Relationship Id="rId484" Type="http://schemas.openxmlformats.org/officeDocument/2006/relationships/customXml" Target="../ink/ink243.xml"/><Relationship Id="rId705" Type="http://schemas.openxmlformats.org/officeDocument/2006/relationships/image" Target="../media/image353.png"/><Relationship Id="rId137" Type="http://schemas.openxmlformats.org/officeDocument/2006/relationships/image" Target="../media/image69.png"/><Relationship Id="rId302" Type="http://schemas.openxmlformats.org/officeDocument/2006/relationships/customXml" Target="../ink/ink152.xml"/><Relationship Id="rId344" Type="http://schemas.openxmlformats.org/officeDocument/2006/relationships/customXml" Target="../ink/ink173.xml"/><Relationship Id="rId691" Type="http://schemas.openxmlformats.org/officeDocument/2006/relationships/image" Target="../media/image346.png"/><Relationship Id="rId747" Type="http://schemas.openxmlformats.org/officeDocument/2006/relationships/image" Target="../media/image374.png"/><Relationship Id="rId789" Type="http://schemas.openxmlformats.org/officeDocument/2006/relationships/image" Target="../media/image395.png"/><Relationship Id="rId41" Type="http://schemas.openxmlformats.org/officeDocument/2006/relationships/image" Target="../media/image20.png"/><Relationship Id="rId83" Type="http://schemas.openxmlformats.org/officeDocument/2006/relationships/image" Target="../media/image42.png"/><Relationship Id="rId179" Type="http://schemas.openxmlformats.org/officeDocument/2006/relationships/image" Target="../media/image90.png"/><Relationship Id="rId386" Type="http://schemas.openxmlformats.org/officeDocument/2006/relationships/customXml" Target="../ink/ink194.xml"/><Relationship Id="rId551" Type="http://schemas.openxmlformats.org/officeDocument/2006/relationships/image" Target="../media/image276.png"/><Relationship Id="rId593" Type="http://schemas.openxmlformats.org/officeDocument/2006/relationships/image" Target="../media/image297.png"/><Relationship Id="rId607" Type="http://schemas.openxmlformats.org/officeDocument/2006/relationships/image" Target="../media/image304.png"/><Relationship Id="rId649" Type="http://schemas.openxmlformats.org/officeDocument/2006/relationships/image" Target="../media/image325.png"/><Relationship Id="rId814" Type="http://schemas.openxmlformats.org/officeDocument/2006/relationships/customXml" Target="../ink/ink408.xml"/><Relationship Id="rId190" Type="http://schemas.openxmlformats.org/officeDocument/2006/relationships/customXml" Target="../ink/ink96.xml"/><Relationship Id="rId204" Type="http://schemas.openxmlformats.org/officeDocument/2006/relationships/customXml" Target="../ink/ink103.xml"/><Relationship Id="rId246" Type="http://schemas.openxmlformats.org/officeDocument/2006/relationships/customXml" Target="../ink/ink124.xml"/><Relationship Id="rId288" Type="http://schemas.openxmlformats.org/officeDocument/2006/relationships/customXml" Target="../ink/ink145.xml"/><Relationship Id="rId411" Type="http://schemas.openxmlformats.org/officeDocument/2006/relationships/image" Target="../media/image206.png"/><Relationship Id="rId453" Type="http://schemas.openxmlformats.org/officeDocument/2006/relationships/image" Target="../media/image227.png"/><Relationship Id="rId509" Type="http://schemas.openxmlformats.org/officeDocument/2006/relationships/image" Target="../media/image255.png"/><Relationship Id="rId660" Type="http://schemas.openxmlformats.org/officeDocument/2006/relationships/customXml" Target="../ink/ink331.xml"/><Relationship Id="rId106" Type="http://schemas.openxmlformats.org/officeDocument/2006/relationships/customXml" Target="../ink/ink54.xml"/><Relationship Id="rId313" Type="http://schemas.openxmlformats.org/officeDocument/2006/relationships/image" Target="../media/image157.png"/><Relationship Id="rId495" Type="http://schemas.openxmlformats.org/officeDocument/2006/relationships/image" Target="../media/image248.png"/><Relationship Id="rId716" Type="http://schemas.openxmlformats.org/officeDocument/2006/relationships/customXml" Target="../ink/ink359.xml"/><Relationship Id="rId758" Type="http://schemas.openxmlformats.org/officeDocument/2006/relationships/customXml" Target="../ink/ink380.xml"/><Relationship Id="rId10" Type="http://schemas.openxmlformats.org/officeDocument/2006/relationships/customXml" Target="../ink/ink6.xml"/><Relationship Id="rId52" Type="http://schemas.openxmlformats.org/officeDocument/2006/relationships/customXml" Target="../ink/ink27.xml"/><Relationship Id="rId94" Type="http://schemas.openxmlformats.org/officeDocument/2006/relationships/customXml" Target="../ink/ink48.xml"/><Relationship Id="rId148" Type="http://schemas.openxmlformats.org/officeDocument/2006/relationships/customXml" Target="../ink/ink75.xml"/><Relationship Id="rId355" Type="http://schemas.openxmlformats.org/officeDocument/2006/relationships/image" Target="../media/image178.png"/><Relationship Id="rId397" Type="http://schemas.openxmlformats.org/officeDocument/2006/relationships/image" Target="../media/image199.png"/><Relationship Id="rId520" Type="http://schemas.openxmlformats.org/officeDocument/2006/relationships/customXml" Target="../ink/ink261.xml"/><Relationship Id="rId562" Type="http://schemas.openxmlformats.org/officeDocument/2006/relationships/customXml" Target="../ink/ink282.xml"/><Relationship Id="rId618" Type="http://schemas.openxmlformats.org/officeDocument/2006/relationships/customXml" Target="../ink/ink310.xml"/><Relationship Id="rId825" Type="http://schemas.openxmlformats.org/officeDocument/2006/relationships/image" Target="../media/image413.png"/><Relationship Id="rId215" Type="http://schemas.openxmlformats.org/officeDocument/2006/relationships/image" Target="../media/image108.png"/><Relationship Id="rId257" Type="http://schemas.openxmlformats.org/officeDocument/2006/relationships/image" Target="../media/image129.png"/><Relationship Id="rId422" Type="http://schemas.openxmlformats.org/officeDocument/2006/relationships/customXml" Target="../ink/ink212.xml"/><Relationship Id="rId464" Type="http://schemas.openxmlformats.org/officeDocument/2006/relationships/customXml" Target="../ink/ink233.xml"/><Relationship Id="rId299" Type="http://schemas.openxmlformats.org/officeDocument/2006/relationships/image" Target="../media/image150.png"/><Relationship Id="rId727" Type="http://schemas.openxmlformats.org/officeDocument/2006/relationships/image" Target="../media/image364.png"/><Relationship Id="rId63" Type="http://schemas.openxmlformats.org/officeDocument/2006/relationships/image" Target="../media/image32.png"/><Relationship Id="rId159" Type="http://schemas.openxmlformats.org/officeDocument/2006/relationships/image" Target="../media/image80.png"/><Relationship Id="rId366" Type="http://schemas.openxmlformats.org/officeDocument/2006/relationships/customXml" Target="../ink/ink184.xml"/><Relationship Id="rId573" Type="http://schemas.openxmlformats.org/officeDocument/2006/relationships/image" Target="../media/image287.png"/><Relationship Id="rId780" Type="http://schemas.openxmlformats.org/officeDocument/2006/relationships/customXml" Target="../ink/ink391.xml"/><Relationship Id="rId226" Type="http://schemas.openxmlformats.org/officeDocument/2006/relationships/customXml" Target="../ink/ink114.xml"/><Relationship Id="rId433" Type="http://schemas.openxmlformats.org/officeDocument/2006/relationships/image" Target="../media/image217.png"/><Relationship Id="rId640" Type="http://schemas.openxmlformats.org/officeDocument/2006/relationships/customXml" Target="../ink/ink321.xml"/><Relationship Id="rId738" Type="http://schemas.openxmlformats.org/officeDocument/2006/relationships/customXml" Target="../ink/ink370.xml"/><Relationship Id="rId74" Type="http://schemas.openxmlformats.org/officeDocument/2006/relationships/customXml" Target="../ink/ink38.xml"/><Relationship Id="rId377" Type="http://schemas.openxmlformats.org/officeDocument/2006/relationships/image" Target="../media/image189.png"/><Relationship Id="rId500" Type="http://schemas.openxmlformats.org/officeDocument/2006/relationships/customXml" Target="../ink/ink251.xml"/><Relationship Id="rId584" Type="http://schemas.openxmlformats.org/officeDocument/2006/relationships/customXml" Target="../ink/ink293.xml"/><Relationship Id="rId805" Type="http://schemas.openxmlformats.org/officeDocument/2006/relationships/image" Target="../media/image403.png"/><Relationship Id="rId5" Type="http://schemas.openxmlformats.org/officeDocument/2006/relationships/image" Target="../media/image2.png"/><Relationship Id="rId237" Type="http://schemas.openxmlformats.org/officeDocument/2006/relationships/image" Target="../media/image119.png"/><Relationship Id="rId791" Type="http://schemas.openxmlformats.org/officeDocument/2006/relationships/image" Target="../media/image396.png"/><Relationship Id="rId444" Type="http://schemas.openxmlformats.org/officeDocument/2006/relationships/customXml" Target="../ink/ink223.xml"/><Relationship Id="rId651" Type="http://schemas.openxmlformats.org/officeDocument/2006/relationships/image" Target="../media/image326.png"/><Relationship Id="rId749" Type="http://schemas.openxmlformats.org/officeDocument/2006/relationships/image" Target="../media/image375.png"/><Relationship Id="rId290" Type="http://schemas.openxmlformats.org/officeDocument/2006/relationships/customXml" Target="../ink/ink146.xml"/><Relationship Id="rId304" Type="http://schemas.openxmlformats.org/officeDocument/2006/relationships/customXml" Target="../ink/ink153.xml"/><Relationship Id="rId388" Type="http://schemas.openxmlformats.org/officeDocument/2006/relationships/customXml" Target="../ink/ink195.xml"/><Relationship Id="rId511" Type="http://schemas.openxmlformats.org/officeDocument/2006/relationships/image" Target="../media/image256.png"/><Relationship Id="rId609" Type="http://schemas.openxmlformats.org/officeDocument/2006/relationships/image" Target="../media/image305.png"/><Relationship Id="rId85" Type="http://schemas.openxmlformats.org/officeDocument/2006/relationships/image" Target="../media/image43.png"/><Relationship Id="rId150" Type="http://schemas.openxmlformats.org/officeDocument/2006/relationships/customXml" Target="../ink/ink76.xml"/><Relationship Id="rId595" Type="http://schemas.openxmlformats.org/officeDocument/2006/relationships/image" Target="../media/image298.png"/><Relationship Id="rId816" Type="http://schemas.openxmlformats.org/officeDocument/2006/relationships/customXml" Target="../ink/ink409.xml"/><Relationship Id="rId248" Type="http://schemas.openxmlformats.org/officeDocument/2006/relationships/customXml" Target="../ink/ink125.xml"/><Relationship Id="rId455" Type="http://schemas.openxmlformats.org/officeDocument/2006/relationships/image" Target="../media/image228.png"/><Relationship Id="rId662" Type="http://schemas.openxmlformats.org/officeDocument/2006/relationships/customXml" Target="../ink/ink332.xml"/><Relationship Id="rId12" Type="http://schemas.openxmlformats.org/officeDocument/2006/relationships/customXml" Target="../ink/ink7.xml"/><Relationship Id="rId108" Type="http://schemas.openxmlformats.org/officeDocument/2006/relationships/customXml" Target="../ink/ink55.xml"/><Relationship Id="rId315" Type="http://schemas.openxmlformats.org/officeDocument/2006/relationships/image" Target="../media/image158.png"/><Relationship Id="rId522" Type="http://schemas.openxmlformats.org/officeDocument/2006/relationships/customXml" Target="../ink/ink262.xml"/><Relationship Id="rId96" Type="http://schemas.openxmlformats.org/officeDocument/2006/relationships/customXml" Target="../ink/ink49.xml"/><Relationship Id="rId161" Type="http://schemas.openxmlformats.org/officeDocument/2006/relationships/image" Target="../media/image81.png"/><Relationship Id="rId399" Type="http://schemas.openxmlformats.org/officeDocument/2006/relationships/image" Target="../media/image200.png"/><Relationship Id="rId827" Type="http://schemas.openxmlformats.org/officeDocument/2006/relationships/image" Target="../media/image414.png"/><Relationship Id="rId259" Type="http://schemas.openxmlformats.org/officeDocument/2006/relationships/image" Target="../media/image130.png"/><Relationship Id="rId466" Type="http://schemas.openxmlformats.org/officeDocument/2006/relationships/customXml" Target="../ink/ink234.xml"/><Relationship Id="rId673" Type="http://schemas.openxmlformats.org/officeDocument/2006/relationships/image" Target="../media/image337.png"/><Relationship Id="rId23" Type="http://schemas.openxmlformats.org/officeDocument/2006/relationships/image" Target="../media/image11.png"/><Relationship Id="rId119" Type="http://schemas.openxmlformats.org/officeDocument/2006/relationships/image" Target="../media/image60.png"/><Relationship Id="rId326" Type="http://schemas.openxmlformats.org/officeDocument/2006/relationships/customXml" Target="../ink/ink164.xml"/><Relationship Id="rId533" Type="http://schemas.openxmlformats.org/officeDocument/2006/relationships/image" Target="../media/image267.png"/><Relationship Id="rId740" Type="http://schemas.openxmlformats.org/officeDocument/2006/relationships/customXml" Target="../ink/ink371.xml"/><Relationship Id="rId838" Type="http://schemas.openxmlformats.org/officeDocument/2006/relationships/customXml" Target="../ink/ink420.xml"/><Relationship Id="rId172" Type="http://schemas.openxmlformats.org/officeDocument/2006/relationships/customXml" Target="../ink/ink87.xml"/><Relationship Id="rId477" Type="http://schemas.openxmlformats.org/officeDocument/2006/relationships/image" Target="../media/image239.png"/><Relationship Id="rId600" Type="http://schemas.openxmlformats.org/officeDocument/2006/relationships/customXml" Target="../ink/ink301.xml"/><Relationship Id="rId684" Type="http://schemas.openxmlformats.org/officeDocument/2006/relationships/customXml" Target="../ink/ink343.xml"/><Relationship Id="rId337" Type="http://schemas.openxmlformats.org/officeDocument/2006/relationships/image" Target="../media/image169.png"/><Relationship Id="rId34" Type="http://schemas.openxmlformats.org/officeDocument/2006/relationships/customXml" Target="../ink/ink18.xml"/><Relationship Id="rId544" Type="http://schemas.openxmlformats.org/officeDocument/2006/relationships/customXml" Target="../ink/ink273.xml"/><Relationship Id="rId751" Type="http://schemas.openxmlformats.org/officeDocument/2006/relationships/image" Target="../media/image376.png"/><Relationship Id="rId849" Type="http://schemas.openxmlformats.org/officeDocument/2006/relationships/image" Target="../media/image425.png"/><Relationship Id="rId183" Type="http://schemas.openxmlformats.org/officeDocument/2006/relationships/image" Target="../media/image92.png"/><Relationship Id="rId390" Type="http://schemas.openxmlformats.org/officeDocument/2006/relationships/customXml" Target="../ink/ink196.xml"/><Relationship Id="rId404" Type="http://schemas.openxmlformats.org/officeDocument/2006/relationships/customXml" Target="../ink/ink203.xml"/><Relationship Id="rId611" Type="http://schemas.openxmlformats.org/officeDocument/2006/relationships/image" Target="../media/image306.png"/><Relationship Id="rId250" Type="http://schemas.openxmlformats.org/officeDocument/2006/relationships/customXml" Target="../ink/ink126.xml"/><Relationship Id="rId488" Type="http://schemas.openxmlformats.org/officeDocument/2006/relationships/customXml" Target="../ink/ink245.xml"/><Relationship Id="rId695" Type="http://schemas.openxmlformats.org/officeDocument/2006/relationships/image" Target="../media/image348.png"/><Relationship Id="rId709" Type="http://schemas.openxmlformats.org/officeDocument/2006/relationships/image" Target="../media/image355.png"/><Relationship Id="rId45" Type="http://schemas.openxmlformats.org/officeDocument/2006/relationships/image" Target="../media/image22.png"/><Relationship Id="rId110" Type="http://schemas.openxmlformats.org/officeDocument/2006/relationships/customXml" Target="../ink/ink56.xml"/><Relationship Id="rId348" Type="http://schemas.openxmlformats.org/officeDocument/2006/relationships/customXml" Target="../ink/ink175.xml"/><Relationship Id="rId555" Type="http://schemas.openxmlformats.org/officeDocument/2006/relationships/image" Target="../media/image278.png"/><Relationship Id="rId762" Type="http://schemas.openxmlformats.org/officeDocument/2006/relationships/customXml" Target="../ink/ink382.xml"/><Relationship Id="rId194" Type="http://schemas.openxmlformats.org/officeDocument/2006/relationships/customXml" Target="../ink/ink98.xml"/><Relationship Id="rId208" Type="http://schemas.openxmlformats.org/officeDocument/2006/relationships/customXml" Target="../ink/ink105.xml"/><Relationship Id="rId415" Type="http://schemas.openxmlformats.org/officeDocument/2006/relationships/image" Target="../media/image208.png"/><Relationship Id="rId622" Type="http://schemas.openxmlformats.org/officeDocument/2006/relationships/customXml" Target="../ink/ink312.xml"/><Relationship Id="rId261" Type="http://schemas.openxmlformats.org/officeDocument/2006/relationships/image" Target="../media/image131.png"/><Relationship Id="rId499" Type="http://schemas.openxmlformats.org/officeDocument/2006/relationships/image" Target="../media/image250.png"/><Relationship Id="rId56" Type="http://schemas.openxmlformats.org/officeDocument/2006/relationships/customXml" Target="../ink/ink29.xml"/><Relationship Id="rId359" Type="http://schemas.openxmlformats.org/officeDocument/2006/relationships/image" Target="../media/image180.png"/><Relationship Id="rId566" Type="http://schemas.openxmlformats.org/officeDocument/2006/relationships/customXml" Target="../ink/ink284.xml"/><Relationship Id="rId773" Type="http://schemas.openxmlformats.org/officeDocument/2006/relationships/image" Target="../media/image387.png"/><Relationship Id="rId121" Type="http://schemas.openxmlformats.org/officeDocument/2006/relationships/image" Target="../media/image61.png"/><Relationship Id="rId219" Type="http://schemas.openxmlformats.org/officeDocument/2006/relationships/image" Target="../media/image110.png"/><Relationship Id="rId426" Type="http://schemas.openxmlformats.org/officeDocument/2006/relationships/customXml" Target="../ink/ink214.xml"/><Relationship Id="rId633" Type="http://schemas.openxmlformats.org/officeDocument/2006/relationships/image" Target="../media/image317.png"/><Relationship Id="rId840" Type="http://schemas.openxmlformats.org/officeDocument/2006/relationships/customXml" Target="../ink/ink421.xml"/><Relationship Id="rId67" Type="http://schemas.openxmlformats.org/officeDocument/2006/relationships/image" Target="../media/image34.png"/><Relationship Id="rId272" Type="http://schemas.openxmlformats.org/officeDocument/2006/relationships/customXml" Target="../ink/ink137.xml"/><Relationship Id="rId577" Type="http://schemas.openxmlformats.org/officeDocument/2006/relationships/image" Target="../media/image289.png"/><Relationship Id="rId700" Type="http://schemas.openxmlformats.org/officeDocument/2006/relationships/customXml" Target="../ink/ink351.xml"/><Relationship Id="rId132" Type="http://schemas.openxmlformats.org/officeDocument/2006/relationships/customXml" Target="../ink/ink67.xml"/><Relationship Id="rId784" Type="http://schemas.openxmlformats.org/officeDocument/2006/relationships/customXml" Target="../ink/ink393.xml"/><Relationship Id="rId437" Type="http://schemas.openxmlformats.org/officeDocument/2006/relationships/image" Target="../media/image219.png"/><Relationship Id="rId644" Type="http://schemas.openxmlformats.org/officeDocument/2006/relationships/customXml" Target="../ink/ink323.xml"/><Relationship Id="rId851" Type="http://schemas.openxmlformats.org/officeDocument/2006/relationships/image" Target="../media/image426.png"/><Relationship Id="rId283" Type="http://schemas.openxmlformats.org/officeDocument/2006/relationships/image" Target="../media/image142.png"/><Relationship Id="rId490" Type="http://schemas.openxmlformats.org/officeDocument/2006/relationships/customXml" Target="../ink/ink246.xml"/><Relationship Id="rId504" Type="http://schemas.openxmlformats.org/officeDocument/2006/relationships/customXml" Target="../ink/ink253.xml"/><Relationship Id="rId711" Type="http://schemas.openxmlformats.org/officeDocument/2006/relationships/image" Target="../media/image356.png"/><Relationship Id="rId78" Type="http://schemas.openxmlformats.org/officeDocument/2006/relationships/customXml" Target="../ink/ink40.xml"/><Relationship Id="rId143" Type="http://schemas.openxmlformats.org/officeDocument/2006/relationships/image" Target="../media/image72.png"/><Relationship Id="rId350" Type="http://schemas.openxmlformats.org/officeDocument/2006/relationships/customXml" Target="../ink/ink176.xml"/><Relationship Id="rId588" Type="http://schemas.openxmlformats.org/officeDocument/2006/relationships/customXml" Target="../ink/ink295.xml"/><Relationship Id="rId795" Type="http://schemas.openxmlformats.org/officeDocument/2006/relationships/image" Target="../media/image398.png"/><Relationship Id="rId809" Type="http://schemas.openxmlformats.org/officeDocument/2006/relationships/image" Target="../media/image405.png"/><Relationship Id="rId9" Type="http://schemas.openxmlformats.org/officeDocument/2006/relationships/image" Target="../media/image4.png"/><Relationship Id="rId210" Type="http://schemas.openxmlformats.org/officeDocument/2006/relationships/customXml" Target="../ink/ink106.xml"/><Relationship Id="rId448" Type="http://schemas.openxmlformats.org/officeDocument/2006/relationships/customXml" Target="../ink/ink225.xml"/><Relationship Id="rId655" Type="http://schemas.openxmlformats.org/officeDocument/2006/relationships/image" Target="../media/image328.png"/><Relationship Id="rId294" Type="http://schemas.openxmlformats.org/officeDocument/2006/relationships/customXml" Target="../ink/ink148.xml"/><Relationship Id="rId308" Type="http://schemas.openxmlformats.org/officeDocument/2006/relationships/customXml" Target="../ink/ink155.xml"/><Relationship Id="rId515" Type="http://schemas.openxmlformats.org/officeDocument/2006/relationships/image" Target="../media/image258.png"/><Relationship Id="rId722" Type="http://schemas.openxmlformats.org/officeDocument/2006/relationships/customXml" Target="../ink/ink362.xml"/><Relationship Id="rId89" Type="http://schemas.openxmlformats.org/officeDocument/2006/relationships/image" Target="../media/image45.png"/><Relationship Id="rId154" Type="http://schemas.openxmlformats.org/officeDocument/2006/relationships/customXml" Target="../ink/ink78.xml"/><Relationship Id="rId361" Type="http://schemas.openxmlformats.org/officeDocument/2006/relationships/image" Target="../media/image181.png"/><Relationship Id="rId599" Type="http://schemas.openxmlformats.org/officeDocument/2006/relationships/image" Target="../media/image300.png"/><Relationship Id="rId459" Type="http://schemas.openxmlformats.org/officeDocument/2006/relationships/image" Target="../media/image230.png"/><Relationship Id="rId666" Type="http://schemas.openxmlformats.org/officeDocument/2006/relationships/customXml" Target="../ink/ink334.xml"/><Relationship Id="rId16" Type="http://schemas.openxmlformats.org/officeDocument/2006/relationships/customXml" Target="../ink/ink9.xml"/><Relationship Id="rId221" Type="http://schemas.openxmlformats.org/officeDocument/2006/relationships/image" Target="../media/image111.png"/><Relationship Id="rId319" Type="http://schemas.openxmlformats.org/officeDocument/2006/relationships/image" Target="../media/image160.png"/><Relationship Id="rId526" Type="http://schemas.openxmlformats.org/officeDocument/2006/relationships/customXml" Target="../ink/ink264.xml"/><Relationship Id="rId733" Type="http://schemas.openxmlformats.org/officeDocument/2006/relationships/image" Target="../media/image367.png"/><Relationship Id="rId165" Type="http://schemas.openxmlformats.org/officeDocument/2006/relationships/image" Target="../media/image83.png"/><Relationship Id="rId372" Type="http://schemas.openxmlformats.org/officeDocument/2006/relationships/customXml" Target="../ink/ink187.xml"/><Relationship Id="rId677" Type="http://schemas.openxmlformats.org/officeDocument/2006/relationships/image" Target="../media/image339.png"/><Relationship Id="rId800" Type="http://schemas.openxmlformats.org/officeDocument/2006/relationships/customXml" Target="../ink/ink401.xml"/><Relationship Id="rId232" Type="http://schemas.openxmlformats.org/officeDocument/2006/relationships/customXml" Target="../ink/ink117.xml"/><Relationship Id="rId27" Type="http://schemas.openxmlformats.org/officeDocument/2006/relationships/image" Target="../media/image13.png"/><Relationship Id="rId537" Type="http://schemas.openxmlformats.org/officeDocument/2006/relationships/image" Target="../media/image269.png"/><Relationship Id="rId744" Type="http://schemas.openxmlformats.org/officeDocument/2006/relationships/customXml" Target="../ink/ink373.xml"/><Relationship Id="rId80" Type="http://schemas.openxmlformats.org/officeDocument/2006/relationships/customXml" Target="../ink/ink41.xml"/><Relationship Id="rId176" Type="http://schemas.openxmlformats.org/officeDocument/2006/relationships/customXml" Target="../ink/ink89.xml"/><Relationship Id="rId383" Type="http://schemas.openxmlformats.org/officeDocument/2006/relationships/image" Target="../media/image192.png"/><Relationship Id="rId590" Type="http://schemas.openxmlformats.org/officeDocument/2006/relationships/customXml" Target="../ink/ink296.xml"/><Relationship Id="rId604" Type="http://schemas.openxmlformats.org/officeDocument/2006/relationships/customXml" Target="../ink/ink303.xml"/><Relationship Id="rId811" Type="http://schemas.openxmlformats.org/officeDocument/2006/relationships/image" Target="../media/image406.png"/><Relationship Id="rId243" Type="http://schemas.openxmlformats.org/officeDocument/2006/relationships/image" Target="../media/image122.png"/><Relationship Id="rId450" Type="http://schemas.openxmlformats.org/officeDocument/2006/relationships/customXml" Target="../ink/ink226.xml"/><Relationship Id="rId688" Type="http://schemas.openxmlformats.org/officeDocument/2006/relationships/customXml" Target="../ink/ink345.xml"/><Relationship Id="rId38" Type="http://schemas.openxmlformats.org/officeDocument/2006/relationships/customXml" Target="../ink/ink20.xml"/><Relationship Id="rId103" Type="http://schemas.openxmlformats.org/officeDocument/2006/relationships/image" Target="../media/image52.png"/><Relationship Id="rId310" Type="http://schemas.openxmlformats.org/officeDocument/2006/relationships/customXml" Target="../ink/ink156.xml"/><Relationship Id="rId548" Type="http://schemas.openxmlformats.org/officeDocument/2006/relationships/customXml" Target="../ink/ink275.xml"/><Relationship Id="rId755" Type="http://schemas.openxmlformats.org/officeDocument/2006/relationships/image" Target="../media/image378.png"/><Relationship Id="rId91" Type="http://schemas.openxmlformats.org/officeDocument/2006/relationships/image" Target="../media/image46.png"/><Relationship Id="rId187" Type="http://schemas.openxmlformats.org/officeDocument/2006/relationships/image" Target="../media/image94.png"/><Relationship Id="rId394" Type="http://schemas.openxmlformats.org/officeDocument/2006/relationships/customXml" Target="../ink/ink198.xml"/><Relationship Id="rId408" Type="http://schemas.openxmlformats.org/officeDocument/2006/relationships/customXml" Target="../ink/ink205.xml"/><Relationship Id="rId615" Type="http://schemas.openxmlformats.org/officeDocument/2006/relationships/image" Target="../media/image308.png"/><Relationship Id="rId822" Type="http://schemas.openxmlformats.org/officeDocument/2006/relationships/customXml" Target="../ink/ink412.xml"/><Relationship Id="rId254" Type="http://schemas.openxmlformats.org/officeDocument/2006/relationships/customXml" Target="../ink/ink128.xml"/><Relationship Id="rId699" Type="http://schemas.openxmlformats.org/officeDocument/2006/relationships/image" Target="../media/image350.png"/><Relationship Id="rId49" Type="http://schemas.openxmlformats.org/officeDocument/2006/relationships/image" Target="../media/image25.png"/><Relationship Id="rId114" Type="http://schemas.openxmlformats.org/officeDocument/2006/relationships/customXml" Target="../ink/ink58.xml"/><Relationship Id="rId461" Type="http://schemas.openxmlformats.org/officeDocument/2006/relationships/image" Target="../media/image231.png"/><Relationship Id="rId559" Type="http://schemas.openxmlformats.org/officeDocument/2006/relationships/image" Target="../media/image280.png"/><Relationship Id="rId766" Type="http://schemas.openxmlformats.org/officeDocument/2006/relationships/customXml" Target="../ink/ink384.xml"/><Relationship Id="rId198" Type="http://schemas.openxmlformats.org/officeDocument/2006/relationships/customXml" Target="../ink/ink100.xml"/><Relationship Id="rId321" Type="http://schemas.openxmlformats.org/officeDocument/2006/relationships/image" Target="../media/image161.png"/><Relationship Id="rId419" Type="http://schemas.openxmlformats.org/officeDocument/2006/relationships/image" Target="../media/image210.png"/><Relationship Id="rId626" Type="http://schemas.openxmlformats.org/officeDocument/2006/relationships/customXml" Target="../ink/ink314.xml"/><Relationship Id="rId833" Type="http://schemas.openxmlformats.org/officeDocument/2006/relationships/image" Target="../media/image417.png"/><Relationship Id="rId265" Type="http://schemas.openxmlformats.org/officeDocument/2006/relationships/image" Target="../media/image133.png"/><Relationship Id="rId472" Type="http://schemas.openxmlformats.org/officeDocument/2006/relationships/customXml" Target="../ink/ink237.xml"/><Relationship Id="rId125" Type="http://schemas.openxmlformats.org/officeDocument/2006/relationships/image" Target="../media/image63.png"/><Relationship Id="rId332" Type="http://schemas.openxmlformats.org/officeDocument/2006/relationships/customXml" Target="../ink/ink167.xml"/><Relationship Id="rId777" Type="http://schemas.openxmlformats.org/officeDocument/2006/relationships/image" Target="../media/image389.png"/><Relationship Id="rId637" Type="http://schemas.openxmlformats.org/officeDocument/2006/relationships/image" Target="../media/image319.png"/><Relationship Id="rId844" Type="http://schemas.openxmlformats.org/officeDocument/2006/relationships/customXml" Target="../ink/ink423.xml"/><Relationship Id="rId276" Type="http://schemas.openxmlformats.org/officeDocument/2006/relationships/customXml" Target="../ink/ink139.xml"/><Relationship Id="rId483" Type="http://schemas.openxmlformats.org/officeDocument/2006/relationships/image" Target="../media/image242.png"/><Relationship Id="rId690" Type="http://schemas.openxmlformats.org/officeDocument/2006/relationships/customXml" Target="../ink/ink346.xml"/><Relationship Id="rId704" Type="http://schemas.openxmlformats.org/officeDocument/2006/relationships/customXml" Target="../ink/ink353.xml"/><Relationship Id="rId40" Type="http://schemas.openxmlformats.org/officeDocument/2006/relationships/customXml" Target="../ink/ink21.xml"/><Relationship Id="rId136" Type="http://schemas.openxmlformats.org/officeDocument/2006/relationships/customXml" Target="../ink/ink69.xml"/><Relationship Id="rId343" Type="http://schemas.openxmlformats.org/officeDocument/2006/relationships/image" Target="../media/image172.png"/><Relationship Id="rId550" Type="http://schemas.openxmlformats.org/officeDocument/2006/relationships/customXml" Target="../ink/ink276.xml"/><Relationship Id="rId788" Type="http://schemas.openxmlformats.org/officeDocument/2006/relationships/customXml" Target="../ink/ink395.xml"/><Relationship Id="rId203" Type="http://schemas.openxmlformats.org/officeDocument/2006/relationships/image" Target="../media/image102.png"/><Relationship Id="rId648" Type="http://schemas.openxmlformats.org/officeDocument/2006/relationships/customXml" Target="../ink/ink325.xml"/><Relationship Id="rId287" Type="http://schemas.openxmlformats.org/officeDocument/2006/relationships/image" Target="../media/image144.png"/><Relationship Id="rId410" Type="http://schemas.openxmlformats.org/officeDocument/2006/relationships/customXml" Target="../ink/ink206.xml"/><Relationship Id="rId494" Type="http://schemas.openxmlformats.org/officeDocument/2006/relationships/customXml" Target="../ink/ink248.xml"/><Relationship Id="rId508" Type="http://schemas.openxmlformats.org/officeDocument/2006/relationships/customXml" Target="../ink/ink255.xml"/><Relationship Id="rId715" Type="http://schemas.openxmlformats.org/officeDocument/2006/relationships/image" Target="../media/image358.png"/><Relationship Id="rId147" Type="http://schemas.openxmlformats.org/officeDocument/2006/relationships/image" Target="../media/image74.png"/><Relationship Id="rId354" Type="http://schemas.openxmlformats.org/officeDocument/2006/relationships/customXml" Target="../ink/ink178.xml"/><Relationship Id="rId799" Type="http://schemas.openxmlformats.org/officeDocument/2006/relationships/image" Target="../media/image400.png"/><Relationship Id="rId51" Type="http://schemas.openxmlformats.org/officeDocument/2006/relationships/image" Target="../media/image26.png"/><Relationship Id="rId561" Type="http://schemas.openxmlformats.org/officeDocument/2006/relationships/image" Target="../media/image281.png"/><Relationship Id="rId659" Type="http://schemas.openxmlformats.org/officeDocument/2006/relationships/image" Target="../media/image330.png"/><Relationship Id="rId214" Type="http://schemas.openxmlformats.org/officeDocument/2006/relationships/customXml" Target="../ink/ink108.xml"/><Relationship Id="rId298" Type="http://schemas.openxmlformats.org/officeDocument/2006/relationships/customXml" Target="../ink/ink150.xml"/><Relationship Id="rId421" Type="http://schemas.openxmlformats.org/officeDocument/2006/relationships/image" Target="../media/image211.png"/><Relationship Id="rId519" Type="http://schemas.openxmlformats.org/officeDocument/2006/relationships/image" Target="../media/image260.png"/><Relationship Id="rId158" Type="http://schemas.openxmlformats.org/officeDocument/2006/relationships/customXml" Target="../ink/ink80.xml"/><Relationship Id="rId726" Type="http://schemas.openxmlformats.org/officeDocument/2006/relationships/customXml" Target="../ink/ink364.xml"/><Relationship Id="rId62" Type="http://schemas.openxmlformats.org/officeDocument/2006/relationships/customXml" Target="../ink/ink32.xml"/><Relationship Id="rId365" Type="http://schemas.openxmlformats.org/officeDocument/2006/relationships/image" Target="../media/image183.png"/><Relationship Id="rId572" Type="http://schemas.openxmlformats.org/officeDocument/2006/relationships/customXml" Target="../ink/ink287.xml"/><Relationship Id="rId225" Type="http://schemas.openxmlformats.org/officeDocument/2006/relationships/image" Target="../media/image113.png"/><Relationship Id="rId432" Type="http://schemas.openxmlformats.org/officeDocument/2006/relationships/customXml" Target="../ink/ink217.xml"/><Relationship Id="rId737" Type="http://schemas.openxmlformats.org/officeDocument/2006/relationships/image" Target="../media/image369.png"/><Relationship Id="rId73" Type="http://schemas.openxmlformats.org/officeDocument/2006/relationships/image" Target="../media/image37.png"/><Relationship Id="rId169" Type="http://schemas.openxmlformats.org/officeDocument/2006/relationships/image" Target="../media/image85.png"/><Relationship Id="rId376" Type="http://schemas.openxmlformats.org/officeDocument/2006/relationships/customXml" Target="../ink/ink189.xml"/><Relationship Id="rId583" Type="http://schemas.openxmlformats.org/officeDocument/2006/relationships/image" Target="../media/image292.png"/><Relationship Id="rId790" Type="http://schemas.openxmlformats.org/officeDocument/2006/relationships/customXml" Target="../ink/ink396.xml"/><Relationship Id="rId804" Type="http://schemas.openxmlformats.org/officeDocument/2006/relationships/customXml" Target="../ink/ink403.xml"/><Relationship Id="rId4" Type="http://schemas.openxmlformats.org/officeDocument/2006/relationships/customXml" Target="../ink/ink3.xml"/><Relationship Id="rId236" Type="http://schemas.openxmlformats.org/officeDocument/2006/relationships/customXml" Target="../ink/ink119.xml"/><Relationship Id="rId443" Type="http://schemas.openxmlformats.org/officeDocument/2006/relationships/image" Target="../media/image222.png"/><Relationship Id="rId650" Type="http://schemas.openxmlformats.org/officeDocument/2006/relationships/customXml" Target="../ink/ink326.xml"/><Relationship Id="rId303" Type="http://schemas.openxmlformats.org/officeDocument/2006/relationships/image" Target="../media/image152.png"/><Relationship Id="rId748" Type="http://schemas.openxmlformats.org/officeDocument/2006/relationships/customXml" Target="../ink/ink375.xml"/><Relationship Id="rId84" Type="http://schemas.openxmlformats.org/officeDocument/2006/relationships/customXml" Target="../ink/ink43.xml"/><Relationship Id="rId387" Type="http://schemas.openxmlformats.org/officeDocument/2006/relationships/image" Target="../media/image194.png"/><Relationship Id="rId510" Type="http://schemas.openxmlformats.org/officeDocument/2006/relationships/customXml" Target="../ink/ink256.xml"/><Relationship Id="rId594" Type="http://schemas.openxmlformats.org/officeDocument/2006/relationships/customXml" Target="../ink/ink298.xml"/><Relationship Id="rId608" Type="http://schemas.openxmlformats.org/officeDocument/2006/relationships/customXml" Target="../ink/ink305.xml"/><Relationship Id="rId815" Type="http://schemas.openxmlformats.org/officeDocument/2006/relationships/image" Target="../media/image408.png"/><Relationship Id="rId247" Type="http://schemas.openxmlformats.org/officeDocument/2006/relationships/image" Target="../media/image124.png"/><Relationship Id="rId107" Type="http://schemas.openxmlformats.org/officeDocument/2006/relationships/image" Target="../media/image54.png"/><Relationship Id="rId454" Type="http://schemas.openxmlformats.org/officeDocument/2006/relationships/customXml" Target="../ink/ink228.xml"/><Relationship Id="rId661" Type="http://schemas.openxmlformats.org/officeDocument/2006/relationships/image" Target="../media/image331.png"/><Relationship Id="rId759" Type="http://schemas.openxmlformats.org/officeDocument/2006/relationships/image" Target="../media/image380.png"/><Relationship Id="rId11" Type="http://schemas.openxmlformats.org/officeDocument/2006/relationships/image" Target="../media/image5.png"/><Relationship Id="rId314" Type="http://schemas.openxmlformats.org/officeDocument/2006/relationships/customXml" Target="../ink/ink158.xml"/><Relationship Id="rId398" Type="http://schemas.openxmlformats.org/officeDocument/2006/relationships/customXml" Target="../ink/ink200.xml"/><Relationship Id="rId521" Type="http://schemas.openxmlformats.org/officeDocument/2006/relationships/image" Target="../media/image261.png"/><Relationship Id="rId619" Type="http://schemas.openxmlformats.org/officeDocument/2006/relationships/image" Target="../media/image310.png"/><Relationship Id="rId95" Type="http://schemas.openxmlformats.org/officeDocument/2006/relationships/image" Target="../media/image48.png"/><Relationship Id="rId160" Type="http://schemas.openxmlformats.org/officeDocument/2006/relationships/customXml" Target="../ink/ink81.xml"/><Relationship Id="rId826" Type="http://schemas.openxmlformats.org/officeDocument/2006/relationships/customXml" Target="../ink/ink414.xml"/><Relationship Id="rId258" Type="http://schemas.openxmlformats.org/officeDocument/2006/relationships/customXml" Target="../ink/ink130.xml"/><Relationship Id="rId465" Type="http://schemas.openxmlformats.org/officeDocument/2006/relationships/image" Target="../media/image233.png"/><Relationship Id="rId672" Type="http://schemas.openxmlformats.org/officeDocument/2006/relationships/customXml" Target="../ink/ink337.xml"/><Relationship Id="rId22" Type="http://schemas.openxmlformats.org/officeDocument/2006/relationships/customXml" Target="../ink/ink12.xml"/><Relationship Id="rId118" Type="http://schemas.openxmlformats.org/officeDocument/2006/relationships/customXml" Target="../ink/ink60.xml"/><Relationship Id="rId325" Type="http://schemas.openxmlformats.org/officeDocument/2006/relationships/image" Target="../media/image163.png"/><Relationship Id="rId532" Type="http://schemas.openxmlformats.org/officeDocument/2006/relationships/customXml" Target="../ink/ink267.xml"/><Relationship Id="rId171" Type="http://schemas.openxmlformats.org/officeDocument/2006/relationships/image" Target="../media/image86.png"/><Relationship Id="rId837" Type="http://schemas.openxmlformats.org/officeDocument/2006/relationships/image" Target="../media/image419.png"/><Relationship Id="rId269" Type="http://schemas.openxmlformats.org/officeDocument/2006/relationships/image" Target="../media/image135.png"/><Relationship Id="rId476" Type="http://schemas.openxmlformats.org/officeDocument/2006/relationships/customXml" Target="../ink/ink239.xml"/><Relationship Id="rId683" Type="http://schemas.openxmlformats.org/officeDocument/2006/relationships/image" Target="../media/image342.png"/><Relationship Id="rId33" Type="http://schemas.openxmlformats.org/officeDocument/2006/relationships/image" Target="../media/image16.png"/><Relationship Id="rId129" Type="http://schemas.openxmlformats.org/officeDocument/2006/relationships/image" Target="../media/image65.png"/><Relationship Id="rId336" Type="http://schemas.openxmlformats.org/officeDocument/2006/relationships/customXml" Target="../ink/ink169.xml"/><Relationship Id="rId543" Type="http://schemas.openxmlformats.org/officeDocument/2006/relationships/image" Target="../media/image272.png"/><Relationship Id="rId182" Type="http://schemas.openxmlformats.org/officeDocument/2006/relationships/customXml" Target="../ink/ink92.xml"/><Relationship Id="rId403" Type="http://schemas.openxmlformats.org/officeDocument/2006/relationships/image" Target="../media/image202.png"/><Relationship Id="rId750" Type="http://schemas.openxmlformats.org/officeDocument/2006/relationships/customXml" Target="../ink/ink376.xml"/><Relationship Id="rId848" Type="http://schemas.openxmlformats.org/officeDocument/2006/relationships/customXml" Target="../ink/ink425.xml"/><Relationship Id="rId487" Type="http://schemas.openxmlformats.org/officeDocument/2006/relationships/image" Target="../media/image244.png"/><Relationship Id="rId610" Type="http://schemas.openxmlformats.org/officeDocument/2006/relationships/customXml" Target="../ink/ink306.xml"/><Relationship Id="rId694" Type="http://schemas.openxmlformats.org/officeDocument/2006/relationships/customXml" Target="../ink/ink348.xml"/><Relationship Id="rId708" Type="http://schemas.openxmlformats.org/officeDocument/2006/relationships/customXml" Target="../ink/ink355.xml"/><Relationship Id="rId347" Type="http://schemas.openxmlformats.org/officeDocument/2006/relationships/image" Target="../media/image174.png"/><Relationship Id="rId44" Type="http://schemas.openxmlformats.org/officeDocument/2006/relationships/customXml" Target="../ink/ink23.xml"/><Relationship Id="rId554" Type="http://schemas.openxmlformats.org/officeDocument/2006/relationships/customXml" Target="../ink/ink278.xml"/><Relationship Id="rId761" Type="http://schemas.openxmlformats.org/officeDocument/2006/relationships/image" Target="../media/image381.png"/><Relationship Id="rId193" Type="http://schemas.openxmlformats.org/officeDocument/2006/relationships/image" Target="../media/image97.png"/><Relationship Id="rId207" Type="http://schemas.openxmlformats.org/officeDocument/2006/relationships/image" Target="../media/image104.png"/><Relationship Id="rId414" Type="http://schemas.openxmlformats.org/officeDocument/2006/relationships/customXml" Target="../ink/ink208.xml"/><Relationship Id="rId498" Type="http://schemas.openxmlformats.org/officeDocument/2006/relationships/customXml" Target="../ink/ink250.xml"/><Relationship Id="rId621" Type="http://schemas.openxmlformats.org/officeDocument/2006/relationships/image" Target="../media/image311.png"/><Relationship Id="rId260" Type="http://schemas.openxmlformats.org/officeDocument/2006/relationships/customXml" Target="../ink/ink131.xml"/><Relationship Id="rId719" Type="http://schemas.openxmlformats.org/officeDocument/2006/relationships/image" Target="../media/image360.png"/><Relationship Id="rId55" Type="http://schemas.openxmlformats.org/officeDocument/2006/relationships/image" Target="../media/image28.png"/><Relationship Id="rId120" Type="http://schemas.openxmlformats.org/officeDocument/2006/relationships/customXml" Target="../ink/ink61.xml"/><Relationship Id="rId358" Type="http://schemas.openxmlformats.org/officeDocument/2006/relationships/customXml" Target="../ink/ink180.xml"/><Relationship Id="rId565" Type="http://schemas.openxmlformats.org/officeDocument/2006/relationships/image" Target="../media/image283.png"/><Relationship Id="rId772" Type="http://schemas.openxmlformats.org/officeDocument/2006/relationships/customXml" Target="../ink/ink387.xml"/><Relationship Id="rId218" Type="http://schemas.openxmlformats.org/officeDocument/2006/relationships/customXml" Target="../ink/ink110.xml"/><Relationship Id="rId425" Type="http://schemas.openxmlformats.org/officeDocument/2006/relationships/image" Target="../media/image213.png"/><Relationship Id="rId632" Type="http://schemas.openxmlformats.org/officeDocument/2006/relationships/customXml" Target="../ink/ink317.xml"/><Relationship Id="rId271" Type="http://schemas.openxmlformats.org/officeDocument/2006/relationships/image" Target="../media/image136.png"/><Relationship Id="rId66" Type="http://schemas.openxmlformats.org/officeDocument/2006/relationships/customXml" Target="../ink/ink34.xml"/><Relationship Id="rId131" Type="http://schemas.openxmlformats.org/officeDocument/2006/relationships/image" Target="../media/image66.png"/><Relationship Id="rId369" Type="http://schemas.openxmlformats.org/officeDocument/2006/relationships/image" Target="../media/image185.png"/><Relationship Id="rId576" Type="http://schemas.openxmlformats.org/officeDocument/2006/relationships/customXml" Target="../ink/ink289.xml"/><Relationship Id="rId783" Type="http://schemas.openxmlformats.org/officeDocument/2006/relationships/image" Target="../media/image392.png"/><Relationship Id="rId229" Type="http://schemas.openxmlformats.org/officeDocument/2006/relationships/image" Target="../media/image115.png"/><Relationship Id="rId436" Type="http://schemas.openxmlformats.org/officeDocument/2006/relationships/customXml" Target="../ink/ink219.xml"/><Relationship Id="rId643" Type="http://schemas.openxmlformats.org/officeDocument/2006/relationships/image" Target="../media/image322.png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85.png"/><Relationship Id="rId671" Type="http://schemas.openxmlformats.org/officeDocument/2006/relationships/image" Target="../media/image762.png"/><Relationship Id="rId769" Type="http://schemas.openxmlformats.org/officeDocument/2006/relationships/image" Target="../media/image811.png"/><Relationship Id="rId21" Type="http://schemas.openxmlformats.org/officeDocument/2006/relationships/image" Target="../media/image437.png"/><Relationship Id="rId324" Type="http://schemas.openxmlformats.org/officeDocument/2006/relationships/customXml" Target="../ink/ink589.xml"/><Relationship Id="rId531" Type="http://schemas.openxmlformats.org/officeDocument/2006/relationships/image" Target="../media/image692.png"/><Relationship Id="rId629" Type="http://schemas.openxmlformats.org/officeDocument/2006/relationships/image" Target="../media/image741.png"/><Relationship Id="rId170" Type="http://schemas.openxmlformats.org/officeDocument/2006/relationships/customXml" Target="../ink/ink512.xml"/><Relationship Id="rId268" Type="http://schemas.openxmlformats.org/officeDocument/2006/relationships/customXml" Target="../ink/ink561.xml"/><Relationship Id="rId475" Type="http://schemas.openxmlformats.org/officeDocument/2006/relationships/image" Target="../media/image664.png"/><Relationship Id="rId682" Type="http://schemas.openxmlformats.org/officeDocument/2006/relationships/customXml" Target="../ink/ink768.xml"/><Relationship Id="rId32" Type="http://schemas.openxmlformats.org/officeDocument/2006/relationships/customXml" Target="../ink/ink443.xml"/><Relationship Id="rId128" Type="http://schemas.openxmlformats.org/officeDocument/2006/relationships/customXml" Target="../ink/ink491.xml"/><Relationship Id="rId335" Type="http://schemas.openxmlformats.org/officeDocument/2006/relationships/image" Target="../media/image594.png"/><Relationship Id="rId542" Type="http://schemas.openxmlformats.org/officeDocument/2006/relationships/customXml" Target="../ink/ink698.xml"/><Relationship Id="rId181" Type="http://schemas.openxmlformats.org/officeDocument/2006/relationships/image" Target="../media/image517.png"/><Relationship Id="rId402" Type="http://schemas.openxmlformats.org/officeDocument/2006/relationships/customXml" Target="../ink/ink628.xml"/><Relationship Id="rId279" Type="http://schemas.openxmlformats.org/officeDocument/2006/relationships/image" Target="../media/image566.png"/><Relationship Id="rId486" Type="http://schemas.openxmlformats.org/officeDocument/2006/relationships/customXml" Target="../ink/ink670.xml"/><Relationship Id="rId693" Type="http://schemas.openxmlformats.org/officeDocument/2006/relationships/image" Target="../media/image773.png"/><Relationship Id="rId707" Type="http://schemas.openxmlformats.org/officeDocument/2006/relationships/image" Target="../media/image780.png"/><Relationship Id="rId43" Type="http://schemas.openxmlformats.org/officeDocument/2006/relationships/image" Target="../media/image448.png"/><Relationship Id="rId139" Type="http://schemas.openxmlformats.org/officeDocument/2006/relationships/image" Target="../media/image496.png"/><Relationship Id="rId346" Type="http://schemas.openxmlformats.org/officeDocument/2006/relationships/customXml" Target="../ink/ink600.xml"/><Relationship Id="rId553" Type="http://schemas.openxmlformats.org/officeDocument/2006/relationships/image" Target="../media/image703.png"/><Relationship Id="rId760" Type="http://schemas.openxmlformats.org/officeDocument/2006/relationships/customXml" Target="../ink/ink807.xml"/><Relationship Id="rId192" Type="http://schemas.openxmlformats.org/officeDocument/2006/relationships/customXml" Target="../ink/ink523.xml"/><Relationship Id="rId206" Type="http://schemas.openxmlformats.org/officeDocument/2006/relationships/customXml" Target="../ink/ink530.xml"/><Relationship Id="rId413" Type="http://schemas.openxmlformats.org/officeDocument/2006/relationships/image" Target="../media/image633.png"/><Relationship Id="rId497" Type="http://schemas.openxmlformats.org/officeDocument/2006/relationships/image" Target="../media/image675.png"/><Relationship Id="rId620" Type="http://schemas.openxmlformats.org/officeDocument/2006/relationships/customXml" Target="../ink/ink737.xml"/><Relationship Id="rId718" Type="http://schemas.openxmlformats.org/officeDocument/2006/relationships/customXml" Target="../ink/ink786.xml"/><Relationship Id="rId357" Type="http://schemas.openxmlformats.org/officeDocument/2006/relationships/image" Target="../media/image605.png"/><Relationship Id="rId54" Type="http://schemas.openxmlformats.org/officeDocument/2006/relationships/customXml" Target="../ink/ink454.xml"/><Relationship Id="rId217" Type="http://schemas.openxmlformats.org/officeDocument/2006/relationships/image" Target="../media/image535.png"/><Relationship Id="rId564" Type="http://schemas.openxmlformats.org/officeDocument/2006/relationships/customXml" Target="../ink/ink709.xml"/><Relationship Id="rId771" Type="http://schemas.openxmlformats.org/officeDocument/2006/relationships/image" Target="../media/image812.png"/><Relationship Id="rId424" Type="http://schemas.openxmlformats.org/officeDocument/2006/relationships/customXml" Target="../ink/ink639.xml"/><Relationship Id="rId631" Type="http://schemas.openxmlformats.org/officeDocument/2006/relationships/image" Target="../media/image742.png"/><Relationship Id="rId729" Type="http://schemas.openxmlformats.org/officeDocument/2006/relationships/image" Target="../media/image791.png"/><Relationship Id="rId270" Type="http://schemas.openxmlformats.org/officeDocument/2006/relationships/customXml" Target="../ink/ink562.xml"/><Relationship Id="rId65" Type="http://schemas.openxmlformats.org/officeDocument/2006/relationships/image" Target="../media/image459.png"/><Relationship Id="rId130" Type="http://schemas.openxmlformats.org/officeDocument/2006/relationships/customXml" Target="../ink/ink492.xml"/><Relationship Id="rId368" Type="http://schemas.openxmlformats.org/officeDocument/2006/relationships/customXml" Target="../ink/ink611.xml"/><Relationship Id="rId575" Type="http://schemas.openxmlformats.org/officeDocument/2006/relationships/image" Target="../media/image714.png"/><Relationship Id="rId228" Type="http://schemas.openxmlformats.org/officeDocument/2006/relationships/customXml" Target="../ink/ink541.xml"/><Relationship Id="rId435" Type="http://schemas.openxmlformats.org/officeDocument/2006/relationships/image" Target="../media/image644.png"/><Relationship Id="rId642" Type="http://schemas.openxmlformats.org/officeDocument/2006/relationships/customXml" Target="../ink/ink748.xml"/><Relationship Id="rId281" Type="http://schemas.openxmlformats.org/officeDocument/2006/relationships/image" Target="../media/image567.png"/><Relationship Id="rId502" Type="http://schemas.openxmlformats.org/officeDocument/2006/relationships/customXml" Target="../ink/ink678.xml"/><Relationship Id="rId76" Type="http://schemas.openxmlformats.org/officeDocument/2006/relationships/customXml" Target="../ink/ink465.xml"/><Relationship Id="rId141" Type="http://schemas.openxmlformats.org/officeDocument/2006/relationships/image" Target="../media/image497.png"/><Relationship Id="rId379" Type="http://schemas.openxmlformats.org/officeDocument/2006/relationships/image" Target="../media/image616.png"/><Relationship Id="rId586" Type="http://schemas.openxmlformats.org/officeDocument/2006/relationships/customXml" Target="../ink/ink720.xml"/><Relationship Id="rId7" Type="http://schemas.openxmlformats.org/officeDocument/2006/relationships/image" Target="../media/image430.png"/><Relationship Id="rId239" Type="http://schemas.openxmlformats.org/officeDocument/2006/relationships/image" Target="../media/image546.png"/><Relationship Id="rId446" Type="http://schemas.openxmlformats.org/officeDocument/2006/relationships/customXml" Target="../ink/ink650.xml"/><Relationship Id="rId653" Type="http://schemas.openxmlformats.org/officeDocument/2006/relationships/image" Target="../media/image753.png"/><Relationship Id="rId292" Type="http://schemas.openxmlformats.org/officeDocument/2006/relationships/customXml" Target="../ink/ink573.xml"/><Relationship Id="rId306" Type="http://schemas.openxmlformats.org/officeDocument/2006/relationships/customXml" Target="../ink/ink580.xml"/><Relationship Id="rId87" Type="http://schemas.openxmlformats.org/officeDocument/2006/relationships/image" Target="../media/image470.png"/><Relationship Id="rId513" Type="http://schemas.openxmlformats.org/officeDocument/2006/relationships/image" Target="../media/image683.png"/><Relationship Id="rId597" Type="http://schemas.openxmlformats.org/officeDocument/2006/relationships/image" Target="../media/image725.png"/><Relationship Id="rId720" Type="http://schemas.openxmlformats.org/officeDocument/2006/relationships/customXml" Target="../ink/ink787.xml"/><Relationship Id="rId152" Type="http://schemas.openxmlformats.org/officeDocument/2006/relationships/customXml" Target="../ink/ink503.xml"/><Relationship Id="rId457" Type="http://schemas.openxmlformats.org/officeDocument/2006/relationships/image" Target="../media/image655.png"/><Relationship Id="rId664" Type="http://schemas.openxmlformats.org/officeDocument/2006/relationships/customXml" Target="../ink/ink759.xml"/><Relationship Id="rId14" Type="http://schemas.openxmlformats.org/officeDocument/2006/relationships/customXml" Target="../ink/ink434.xml"/><Relationship Id="rId317" Type="http://schemas.openxmlformats.org/officeDocument/2006/relationships/image" Target="../media/image585.png"/><Relationship Id="rId524" Type="http://schemas.openxmlformats.org/officeDocument/2006/relationships/customXml" Target="../ink/ink689.xml"/><Relationship Id="rId731" Type="http://schemas.openxmlformats.org/officeDocument/2006/relationships/image" Target="../media/image792.png"/><Relationship Id="rId98" Type="http://schemas.openxmlformats.org/officeDocument/2006/relationships/customXml" Target="../ink/ink476.xml"/><Relationship Id="rId163" Type="http://schemas.openxmlformats.org/officeDocument/2006/relationships/image" Target="../media/image508.png"/><Relationship Id="rId370" Type="http://schemas.openxmlformats.org/officeDocument/2006/relationships/customXml" Target="../ink/ink612.xml"/><Relationship Id="rId230" Type="http://schemas.openxmlformats.org/officeDocument/2006/relationships/customXml" Target="../ink/ink542.xml"/><Relationship Id="rId468" Type="http://schemas.openxmlformats.org/officeDocument/2006/relationships/customXml" Target="../ink/ink661.xml"/><Relationship Id="rId675" Type="http://schemas.openxmlformats.org/officeDocument/2006/relationships/image" Target="../media/image764.png"/><Relationship Id="rId25" Type="http://schemas.openxmlformats.org/officeDocument/2006/relationships/image" Target="../media/image439.png"/><Relationship Id="rId328" Type="http://schemas.openxmlformats.org/officeDocument/2006/relationships/customXml" Target="../ink/ink591.xml"/><Relationship Id="rId535" Type="http://schemas.openxmlformats.org/officeDocument/2006/relationships/image" Target="../media/image694.png"/><Relationship Id="rId742" Type="http://schemas.openxmlformats.org/officeDocument/2006/relationships/customXml" Target="../ink/ink798.xml"/><Relationship Id="rId174" Type="http://schemas.openxmlformats.org/officeDocument/2006/relationships/customXml" Target="../ink/ink514.xml"/><Relationship Id="rId381" Type="http://schemas.openxmlformats.org/officeDocument/2006/relationships/image" Target="../media/image617.png"/><Relationship Id="rId602" Type="http://schemas.openxmlformats.org/officeDocument/2006/relationships/customXml" Target="../ink/ink728.xml"/><Relationship Id="rId241" Type="http://schemas.openxmlformats.org/officeDocument/2006/relationships/image" Target="../media/image547.png"/><Relationship Id="rId479" Type="http://schemas.openxmlformats.org/officeDocument/2006/relationships/image" Target="../media/image666.png"/><Relationship Id="rId686" Type="http://schemas.openxmlformats.org/officeDocument/2006/relationships/customXml" Target="../ink/ink770.xml"/><Relationship Id="rId36" Type="http://schemas.openxmlformats.org/officeDocument/2006/relationships/customXml" Target="../ink/ink445.xml"/><Relationship Id="rId339" Type="http://schemas.openxmlformats.org/officeDocument/2006/relationships/image" Target="../media/image596.png"/><Relationship Id="rId546" Type="http://schemas.openxmlformats.org/officeDocument/2006/relationships/customXml" Target="../ink/ink700.xml"/><Relationship Id="rId753" Type="http://schemas.openxmlformats.org/officeDocument/2006/relationships/image" Target="../media/image803.png"/><Relationship Id="rId101" Type="http://schemas.openxmlformats.org/officeDocument/2006/relationships/image" Target="../media/image477.png"/><Relationship Id="rId185" Type="http://schemas.openxmlformats.org/officeDocument/2006/relationships/image" Target="../media/image519.png"/><Relationship Id="rId406" Type="http://schemas.openxmlformats.org/officeDocument/2006/relationships/customXml" Target="../ink/ink630.xml"/><Relationship Id="rId392" Type="http://schemas.openxmlformats.org/officeDocument/2006/relationships/customXml" Target="../ink/ink623.xml"/><Relationship Id="rId613" Type="http://schemas.openxmlformats.org/officeDocument/2006/relationships/image" Target="../media/image733.png"/><Relationship Id="rId697" Type="http://schemas.openxmlformats.org/officeDocument/2006/relationships/image" Target="../media/image775.png"/><Relationship Id="rId252" Type="http://schemas.openxmlformats.org/officeDocument/2006/relationships/customXml" Target="../ink/ink553.xml"/><Relationship Id="rId47" Type="http://schemas.openxmlformats.org/officeDocument/2006/relationships/image" Target="../media/image450.png"/><Relationship Id="rId112" Type="http://schemas.openxmlformats.org/officeDocument/2006/relationships/customXml" Target="../ink/ink483.xml"/><Relationship Id="rId557" Type="http://schemas.openxmlformats.org/officeDocument/2006/relationships/image" Target="../media/image705.png"/><Relationship Id="rId764" Type="http://schemas.openxmlformats.org/officeDocument/2006/relationships/customXml" Target="../ink/ink809.xml"/><Relationship Id="rId196" Type="http://schemas.openxmlformats.org/officeDocument/2006/relationships/customXml" Target="../ink/ink525.xml"/><Relationship Id="rId417" Type="http://schemas.openxmlformats.org/officeDocument/2006/relationships/image" Target="../media/image635.png"/><Relationship Id="rId624" Type="http://schemas.openxmlformats.org/officeDocument/2006/relationships/customXml" Target="../ink/ink739.xml"/><Relationship Id="rId263" Type="http://schemas.openxmlformats.org/officeDocument/2006/relationships/image" Target="../media/image558.png"/><Relationship Id="rId470" Type="http://schemas.openxmlformats.org/officeDocument/2006/relationships/customXml" Target="../ink/ink662.xml"/><Relationship Id="rId58" Type="http://schemas.openxmlformats.org/officeDocument/2006/relationships/customXml" Target="../ink/ink456.xml"/><Relationship Id="rId123" Type="http://schemas.openxmlformats.org/officeDocument/2006/relationships/image" Target="../media/image488.png"/><Relationship Id="rId330" Type="http://schemas.openxmlformats.org/officeDocument/2006/relationships/customXml" Target="../ink/ink592.xml"/><Relationship Id="rId568" Type="http://schemas.openxmlformats.org/officeDocument/2006/relationships/customXml" Target="../ink/ink711.xml"/><Relationship Id="rId428" Type="http://schemas.openxmlformats.org/officeDocument/2006/relationships/customXml" Target="../ink/ink641.xml"/><Relationship Id="rId635" Type="http://schemas.openxmlformats.org/officeDocument/2006/relationships/image" Target="../media/image744.png"/><Relationship Id="rId274" Type="http://schemas.openxmlformats.org/officeDocument/2006/relationships/customXml" Target="../ink/ink564.xml"/><Relationship Id="rId481" Type="http://schemas.openxmlformats.org/officeDocument/2006/relationships/image" Target="../media/image667.png"/><Relationship Id="rId702" Type="http://schemas.openxmlformats.org/officeDocument/2006/relationships/customXml" Target="../ink/ink778.xml"/><Relationship Id="rId69" Type="http://schemas.openxmlformats.org/officeDocument/2006/relationships/image" Target="../media/image461.png"/><Relationship Id="rId134" Type="http://schemas.openxmlformats.org/officeDocument/2006/relationships/customXml" Target="../ink/ink494.xml"/><Relationship Id="rId579" Type="http://schemas.openxmlformats.org/officeDocument/2006/relationships/image" Target="../media/image716.png"/><Relationship Id="rId341" Type="http://schemas.openxmlformats.org/officeDocument/2006/relationships/image" Target="../media/image597.png"/><Relationship Id="rId439" Type="http://schemas.openxmlformats.org/officeDocument/2006/relationships/image" Target="../media/image646.png"/><Relationship Id="rId646" Type="http://schemas.openxmlformats.org/officeDocument/2006/relationships/customXml" Target="../ink/ink750.xml"/><Relationship Id="rId201" Type="http://schemas.openxmlformats.org/officeDocument/2006/relationships/image" Target="../media/image527.png"/><Relationship Id="rId285" Type="http://schemas.openxmlformats.org/officeDocument/2006/relationships/image" Target="../media/image569.png"/><Relationship Id="rId506" Type="http://schemas.openxmlformats.org/officeDocument/2006/relationships/customXml" Target="../ink/ink680.xml"/><Relationship Id="rId492" Type="http://schemas.openxmlformats.org/officeDocument/2006/relationships/customXml" Target="../ink/ink673.xml"/><Relationship Id="rId713" Type="http://schemas.openxmlformats.org/officeDocument/2006/relationships/image" Target="../media/image783.png"/><Relationship Id="rId145" Type="http://schemas.openxmlformats.org/officeDocument/2006/relationships/image" Target="../media/image499.png"/><Relationship Id="rId352" Type="http://schemas.openxmlformats.org/officeDocument/2006/relationships/customXml" Target="../ink/ink603.xml"/><Relationship Id="rId212" Type="http://schemas.openxmlformats.org/officeDocument/2006/relationships/customXml" Target="../ink/ink533.xml"/><Relationship Id="rId657" Type="http://schemas.openxmlformats.org/officeDocument/2006/relationships/image" Target="../media/image755.png"/><Relationship Id="rId296" Type="http://schemas.openxmlformats.org/officeDocument/2006/relationships/customXml" Target="../ink/ink575.xml"/><Relationship Id="rId517" Type="http://schemas.openxmlformats.org/officeDocument/2006/relationships/image" Target="../media/image685.png"/><Relationship Id="rId724" Type="http://schemas.openxmlformats.org/officeDocument/2006/relationships/customXml" Target="../ink/ink789.xml"/><Relationship Id="rId60" Type="http://schemas.openxmlformats.org/officeDocument/2006/relationships/customXml" Target="../ink/ink457.xml"/><Relationship Id="rId156" Type="http://schemas.openxmlformats.org/officeDocument/2006/relationships/customXml" Target="../ink/ink505.xml"/><Relationship Id="rId363" Type="http://schemas.openxmlformats.org/officeDocument/2006/relationships/image" Target="../media/image608.png"/><Relationship Id="rId570" Type="http://schemas.openxmlformats.org/officeDocument/2006/relationships/customXml" Target="../ink/ink712.xml"/><Relationship Id="rId223" Type="http://schemas.openxmlformats.org/officeDocument/2006/relationships/image" Target="../media/image538.png"/><Relationship Id="rId430" Type="http://schemas.openxmlformats.org/officeDocument/2006/relationships/customXml" Target="../ink/ink642.xml"/><Relationship Id="rId668" Type="http://schemas.openxmlformats.org/officeDocument/2006/relationships/customXml" Target="../ink/ink761.xml"/><Relationship Id="rId18" Type="http://schemas.openxmlformats.org/officeDocument/2006/relationships/customXml" Target="../ink/ink436.xml"/><Relationship Id="rId528" Type="http://schemas.openxmlformats.org/officeDocument/2006/relationships/customXml" Target="../ink/ink691.xml"/><Relationship Id="rId735" Type="http://schemas.openxmlformats.org/officeDocument/2006/relationships/image" Target="../media/image794.png"/><Relationship Id="rId167" Type="http://schemas.openxmlformats.org/officeDocument/2006/relationships/image" Target="../media/image510.png"/><Relationship Id="rId374" Type="http://schemas.openxmlformats.org/officeDocument/2006/relationships/customXml" Target="../ink/ink614.xml"/><Relationship Id="rId581" Type="http://schemas.openxmlformats.org/officeDocument/2006/relationships/image" Target="../media/image717.png"/><Relationship Id="rId71" Type="http://schemas.openxmlformats.org/officeDocument/2006/relationships/image" Target="../media/image462.png"/><Relationship Id="rId234" Type="http://schemas.openxmlformats.org/officeDocument/2006/relationships/customXml" Target="../ink/ink544.xml"/><Relationship Id="rId679" Type="http://schemas.openxmlformats.org/officeDocument/2006/relationships/image" Target="../media/image766.png"/><Relationship Id="rId2" Type="http://schemas.openxmlformats.org/officeDocument/2006/relationships/customXml" Target="../ink/ink428.xml"/><Relationship Id="rId29" Type="http://schemas.openxmlformats.org/officeDocument/2006/relationships/image" Target="../media/image441.png"/><Relationship Id="rId441" Type="http://schemas.openxmlformats.org/officeDocument/2006/relationships/image" Target="../media/image647.png"/><Relationship Id="rId539" Type="http://schemas.openxmlformats.org/officeDocument/2006/relationships/image" Target="../media/image696.png"/><Relationship Id="rId746" Type="http://schemas.openxmlformats.org/officeDocument/2006/relationships/customXml" Target="../ink/ink800.xml"/><Relationship Id="rId178" Type="http://schemas.openxmlformats.org/officeDocument/2006/relationships/customXml" Target="../ink/ink516.xml"/><Relationship Id="rId301" Type="http://schemas.openxmlformats.org/officeDocument/2006/relationships/image" Target="../media/image577.png"/><Relationship Id="rId82" Type="http://schemas.openxmlformats.org/officeDocument/2006/relationships/customXml" Target="../ink/ink468.xml"/><Relationship Id="rId385" Type="http://schemas.openxmlformats.org/officeDocument/2006/relationships/image" Target="../media/image619.png"/><Relationship Id="rId592" Type="http://schemas.openxmlformats.org/officeDocument/2006/relationships/customXml" Target="../ink/ink723.xml"/><Relationship Id="rId606" Type="http://schemas.openxmlformats.org/officeDocument/2006/relationships/customXml" Target="../ink/ink730.xml"/><Relationship Id="rId245" Type="http://schemas.openxmlformats.org/officeDocument/2006/relationships/image" Target="../media/image549.png"/><Relationship Id="rId452" Type="http://schemas.openxmlformats.org/officeDocument/2006/relationships/customXml" Target="../ink/ink653.xml"/><Relationship Id="rId105" Type="http://schemas.openxmlformats.org/officeDocument/2006/relationships/image" Target="../media/image479.png"/><Relationship Id="rId312" Type="http://schemas.openxmlformats.org/officeDocument/2006/relationships/customXml" Target="../ink/ink583.xml"/><Relationship Id="rId757" Type="http://schemas.openxmlformats.org/officeDocument/2006/relationships/image" Target="../media/image805.png"/><Relationship Id="rId93" Type="http://schemas.openxmlformats.org/officeDocument/2006/relationships/image" Target="../media/image473.png"/><Relationship Id="rId189" Type="http://schemas.openxmlformats.org/officeDocument/2006/relationships/image" Target="../media/image521.png"/><Relationship Id="rId396" Type="http://schemas.openxmlformats.org/officeDocument/2006/relationships/customXml" Target="../ink/ink625.xml"/><Relationship Id="rId617" Type="http://schemas.openxmlformats.org/officeDocument/2006/relationships/image" Target="../media/image735.png"/><Relationship Id="rId256" Type="http://schemas.openxmlformats.org/officeDocument/2006/relationships/customXml" Target="../ink/ink555.xml"/><Relationship Id="rId463" Type="http://schemas.openxmlformats.org/officeDocument/2006/relationships/image" Target="../media/image658.png"/><Relationship Id="rId670" Type="http://schemas.openxmlformats.org/officeDocument/2006/relationships/customXml" Target="../ink/ink762.xml"/><Relationship Id="rId116" Type="http://schemas.openxmlformats.org/officeDocument/2006/relationships/customXml" Target="../ink/ink485.xml"/><Relationship Id="rId323" Type="http://schemas.openxmlformats.org/officeDocument/2006/relationships/image" Target="../media/image588.png"/><Relationship Id="rId530" Type="http://schemas.openxmlformats.org/officeDocument/2006/relationships/customXml" Target="../ink/ink692.xml"/><Relationship Id="rId768" Type="http://schemas.openxmlformats.org/officeDocument/2006/relationships/customXml" Target="../ink/ink811.xml"/><Relationship Id="rId20" Type="http://schemas.openxmlformats.org/officeDocument/2006/relationships/customXml" Target="../ink/ink437.xml"/><Relationship Id="rId628" Type="http://schemas.openxmlformats.org/officeDocument/2006/relationships/customXml" Target="../ink/ink741.xml"/><Relationship Id="rId267" Type="http://schemas.openxmlformats.org/officeDocument/2006/relationships/image" Target="../media/image560.png"/><Relationship Id="rId474" Type="http://schemas.openxmlformats.org/officeDocument/2006/relationships/customXml" Target="../ink/ink664.xml"/><Relationship Id="rId127" Type="http://schemas.openxmlformats.org/officeDocument/2006/relationships/image" Target="../media/image490.png"/><Relationship Id="rId681" Type="http://schemas.openxmlformats.org/officeDocument/2006/relationships/image" Target="../media/image767.png"/><Relationship Id="rId31" Type="http://schemas.openxmlformats.org/officeDocument/2006/relationships/image" Target="../media/image442.png"/><Relationship Id="rId334" Type="http://schemas.openxmlformats.org/officeDocument/2006/relationships/customXml" Target="../ink/ink594.xml"/><Relationship Id="rId541" Type="http://schemas.openxmlformats.org/officeDocument/2006/relationships/image" Target="../media/image697.png"/><Relationship Id="rId639" Type="http://schemas.openxmlformats.org/officeDocument/2006/relationships/image" Target="../media/image746.png"/><Relationship Id="rId180" Type="http://schemas.openxmlformats.org/officeDocument/2006/relationships/customXml" Target="../ink/ink517.xml"/><Relationship Id="rId278" Type="http://schemas.openxmlformats.org/officeDocument/2006/relationships/customXml" Target="../ink/ink566.xml"/><Relationship Id="rId401" Type="http://schemas.openxmlformats.org/officeDocument/2006/relationships/image" Target="../media/image627.png"/><Relationship Id="rId485" Type="http://schemas.openxmlformats.org/officeDocument/2006/relationships/image" Target="../media/image669.png"/><Relationship Id="rId692" Type="http://schemas.openxmlformats.org/officeDocument/2006/relationships/customXml" Target="../ink/ink773.xml"/><Relationship Id="rId706" Type="http://schemas.openxmlformats.org/officeDocument/2006/relationships/customXml" Target="../ink/ink780.xml"/><Relationship Id="rId42" Type="http://schemas.openxmlformats.org/officeDocument/2006/relationships/customXml" Target="../ink/ink448.xml"/><Relationship Id="rId138" Type="http://schemas.openxmlformats.org/officeDocument/2006/relationships/customXml" Target="../ink/ink496.xml"/><Relationship Id="rId345" Type="http://schemas.openxmlformats.org/officeDocument/2006/relationships/image" Target="../media/image599.png"/><Relationship Id="rId552" Type="http://schemas.openxmlformats.org/officeDocument/2006/relationships/customXml" Target="../ink/ink703.xml"/><Relationship Id="rId191" Type="http://schemas.openxmlformats.org/officeDocument/2006/relationships/image" Target="../media/image522.png"/><Relationship Id="rId205" Type="http://schemas.openxmlformats.org/officeDocument/2006/relationships/image" Target="../media/image529.png"/><Relationship Id="rId247" Type="http://schemas.openxmlformats.org/officeDocument/2006/relationships/image" Target="../media/image550.png"/><Relationship Id="rId412" Type="http://schemas.openxmlformats.org/officeDocument/2006/relationships/customXml" Target="../ink/ink633.xml"/><Relationship Id="rId107" Type="http://schemas.openxmlformats.org/officeDocument/2006/relationships/image" Target="../media/image480.png"/><Relationship Id="rId289" Type="http://schemas.openxmlformats.org/officeDocument/2006/relationships/image" Target="../media/image571.png"/><Relationship Id="rId454" Type="http://schemas.openxmlformats.org/officeDocument/2006/relationships/customXml" Target="../ink/ink654.xml"/><Relationship Id="rId496" Type="http://schemas.openxmlformats.org/officeDocument/2006/relationships/customXml" Target="../ink/ink675.xml"/><Relationship Id="rId661" Type="http://schemas.openxmlformats.org/officeDocument/2006/relationships/image" Target="../media/image757.png"/><Relationship Id="rId717" Type="http://schemas.openxmlformats.org/officeDocument/2006/relationships/image" Target="../media/image785.png"/><Relationship Id="rId759" Type="http://schemas.openxmlformats.org/officeDocument/2006/relationships/image" Target="../media/image806.png"/><Relationship Id="rId11" Type="http://schemas.openxmlformats.org/officeDocument/2006/relationships/image" Target="../media/image432.png"/><Relationship Id="rId53" Type="http://schemas.openxmlformats.org/officeDocument/2006/relationships/image" Target="../media/image453.png"/><Relationship Id="rId149" Type="http://schemas.openxmlformats.org/officeDocument/2006/relationships/image" Target="../media/image501.png"/><Relationship Id="rId314" Type="http://schemas.openxmlformats.org/officeDocument/2006/relationships/customXml" Target="../ink/ink584.xml"/><Relationship Id="rId356" Type="http://schemas.openxmlformats.org/officeDocument/2006/relationships/customXml" Target="../ink/ink605.xml"/><Relationship Id="rId398" Type="http://schemas.openxmlformats.org/officeDocument/2006/relationships/customXml" Target="../ink/ink626.xml"/><Relationship Id="rId521" Type="http://schemas.openxmlformats.org/officeDocument/2006/relationships/image" Target="../media/image687.png"/><Relationship Id="rId563" Type="http://schemas.openxmlformats.org/officeDocument/2006/relationships/image" Target="../media/image708.png"/><Relationship Id="rId619" Type="http://schemas.openxmlformats.org/officeDocument/2006/relationships/image" Target="../media/image736.png"/><Relationship Id="rId770" Type="http://schemas.openxmlformats.org/officeDocument/2006/relationships/customXml" Target="../ink/ink812.xml"/><Relationship Id="rId95" Type="http://schemas.openxmlformats.org/officeDocument/2006/relationships/image" Target="../media/image474.png"/><Relationship Id="rId160" Type="http://schemas.openxmlformats.org/officeDocument/2006/relationships/customXml" Target="../ink/ink507.xml"/><Relationship Id="rId216" Type="http://schemas.openxmlformats.org/officeDocument/2006/relationships/customXml" Target="../ink/ink535.xml"/><Relationship Id="rId423" Type="http://schemas.openxmlformats.org/officeDocument/2006/relationships/image" Target="../media/image638.png"/><Relationship Id="rId258" Type="http://schemas.openxmlformats.org/officeDocument/2006/relationships/customXml" Target="../ink/ink556.xml"/><Relationship Id="rId465" Type="http://schemas.openxmlformats.org/officeDocument/2006/relationships/image" Target="../media/image659.png"/><Relationship Id="rId630" Type="http://schemas.openxmlformats.org/officeDocument/2006/relationships/customXml" Target="../ink/ink742.xml"/><Relationship Id="rId672" Type="http://schemas.openxmlformats.org/officeDocument/2006/relationships/customXml" Target="../ink/ink763.xml"/><Relationship Id="rId728" Type="http://schemas.openxmlformats.org/officeDocument/2006/relationships/customXml" Target="../ink/ink791.xml"/><Relationship Id="rId22" Type="http://schemas.openxmlformats.org/officeDocument/2006/relationships/customXml" Target="../ink/ink438.xml"/><Relationship Id="rId64" Type="http://schemas.openxmlformats.org/officeDocument/2006/relationships/customXml" Target="../ink/ink459.xml"/><Relationship Id="rId118" Type="http://schemas.openxmlformats.org/officeDocument/2006/relationships/customXml" Target="../ink/ink486.xml"/><Relationship Id="rId325" Type="http://schemas.openxmlformats.org/officeDocument/2006/relationships/image" Target="../media/image589.png"/><Relationship Id="rId367" Type="http://schemas.openxmlformats.org/officeDocument/2006/relationships/image" Target="../media/image610.png"/><Relationship Id="rId532" Type="http://schemas.openxmlformats.org/officeDocument/2006/relationships/customXml" Target="../ink/ink693.xml"/><Relationship Id="rId574" Type="http://schemas.openxmlformats.org/officeDocument/2006/relationships/customXml" Target="../ink/ink714.xml"/><Relationship Id="rId171" Type="http://schemas.openxmlformats.org/officeDocument/2006/relationships/image" Target="../media/image512.png"/><Relationship Id="rId227" Type="http://schemas.openxmlformats.org/officeDocument/2006/relationships/image" Target="../media/image540.png"/><Relationship Id="rId269" Type="http://schemas.openxmlformats.org/officeDocument/2006/relationships/image" Target="../media/image561.png"/><Relationship Id="rId434" Type="http://schemas.openxmlformats.org/officeDocument/2006/relationships/customXml" Target="../ink/ink644.xml"/><Relationship Id="rId476" Type="http://schemas.openxmlformats.org/officeDocument/2006/relationships/customXml" Target="../ink/ink665.xml"/><Relationship Id="rId641" Type="http://schemas.openxmlformats.org/officeDocument/2006/relationships/image" Target="../media/image747.png"/><Relationship Id="rId683" Type="http://schemas.openxmlformats.org/officeDocument/2006/relationships/image" Target="../media/image768.png"/><Relationship Id="rId739" Type="http://schemas.openxmlformats.org/officeDocument/2006/relationships/image" Target="../media/image796.png"/><Relationship Id="rId33" Type="http://schemas.openxmlformats.org/officeDocument/2006/relationships/image" Target="../media/image443.png"/><Relationship Id="rId129" Type="http://schemas.openxmlformats.org/officeDocument/2006/relationships/image" Target="../media/image491.png"/><Relationship Id="rId280" Type="http://schemas.openxmlformats.org/officeDocument/2006/relationships/customXml" Target="../ink/ink567.xml"/><Relationship Id="rId336" Type="http://schemas.openxmlformats.org/officeDocument/2006/relationships/customXml" Target="../ink/ink595.xml"/><Relationship Id="rId501" Type="http://schemas.openxmlformats.org/officeDocument/2006/relationships/image" Target="../media/image677.png"/><Relationship Id="rId543" Type="http://schemas.openxmlformats.org/officeDocument/2006/relationships/image" Target="../media/image698.png"/><Relationship Id="rId75" Type="http://schemas.openxmlformats.org/officeDocument/2006/relationships/image" Target="../media/image464.png"/><Relationship Id="rId140" Type="http://schemas.openxmlformats.org/officeDocument/2006/relationships/customXml" Target="../ink/ink497.xml"/><Relationship Id="rId182" Type="http://schemas.openxmlformats.org/officeDocument/2006/relationships/customXml" Target="../ink/ink518.xml"/><Relationship Id="rId378" Type="http://schemas.openxmlformats.org/officeDocument/2006/relationships/customXml" Target="../ink/ink616.xml"/><Relationship Id="rId403" Type="http://schemas.openxmlformats.org/officeDocument/2006/relationships/image" Target="../media/image628.png"/><Relationship Id="rId585" Type="http://schemas.openxmlformats.org/officeDocument/2006/relationships/image" Target="../media/image719.png"/><Relationship Id="rId750" Type="http://schemas.openxmlformats.org/officeDocument/2006/relationships/customXml" Target="../ink/ink802.xml"/><Relationship Id="rId6" Type="http://schemas.openxmlformats.org/officeDocument/2006/relationships/customXml" Target="../ink/ink430.xml"/><Relationship Id="rId238" Type="http://schemas.openxmlformats.org/officeDocument/2006/relationships/customXml" Target="../ink/ink546.xml"/><Relationship Id="rId445" Type="http://schemas.openxmlformats.org/officeDocument/2006/relationships/image" Target="../media/image649.png"/><Relationship Id="rId487" Type="http://schemas.openxmlformats.org/officeDocument/2006/relationships/image" Target="../media/image670.png"/><Relationship Id="rId610" Type="http://schemas.openxmlformats.org/officeDocument/2006/relationships/customXml" Target="../ink/ink732.xml"/><Relationship Id="rId652" Type="http://schemas.openxmlformats.org/officeDocument/2006/relationships/customXml" Target="../ink/ink753.xml"/><Relationship Id="rId694" Type="http://schemas.openxmlformats.org/officeDocument/2006/relationships/customXml" Target="../ink/ink774.xml"/><Relationship Id="rId708" Type="http://schemas.openxmlformats.org/officeDocument/2006/relationships/customXml" Target="../ink/ink781.xml"/><Relationship Id="rId291" Type="http://schemas.openxmlformats.org/officeDocument/2006/relationships/image" Target="../media/image572.png"/><Relationship Id="rId305" Type="http://schemas.openxmlformats.org/officeDocument/2006/relationships/image" Target="../media/image579.png"/><Relationship Id="rId347" Type="http://schemas.openxmlformats.org/officeDocument/2006/relationships/image" Target="../media/image600.png"/><Relationship Id="rId512" Type="http://schemas.openxmlformats.org/officeDocument/2006/relationships/customXml" Target="../ink/ink683.xml"/><Relationship Id="rId44" Type="http://schemas.openxmlformats.org/officeDocument/2006/relationships/customXml" Target="../ink/ink449.xml"/><Relationship Id="rId86" Type="http://schemas.openxmlformats.org/officeDocument/2006/relationships/customXml" Target="../ink/ink470.xml"/><Relationship Id="rId151" Type="http://schemas.openxmlformats.org/officeDocument/2006/relationships/image" Target="../media/image502.png"/><Relationship Id="rId389" Type="http://schemas.openxmlformats.org/officeDocument/2006/relationships/image" Target="../media/image621.png"/><Relationship Id="rId554" Type="http://schemas.openxmlformats.org/officeDocument/2006/relationships/customXml" Target="../ink/ink704.xml"/><Relationship Id="rId596" Type="http://schemas.openxmlformats.org/officeDocument/2006/relationships/customXml" Target="../ink/ink725.xml"/><Relationship Id="rId761" Type="http://schemas.openxmlformats.org/officeDocument/2006/relationships/image" Target="../media/image807.png"/><Relationship Id="rId193" Type="http://schemas.openxmlformats.org/officeDocument/2006/relationships/image" Target="../media/image523.png"/><Relationship Id="rId207" Type="http://schemas.openxmlformats.org/officeDocument/2006/relationships/image" Target="../media/image530.png"/><Relationship Id="rId249" Type="http://schemas.openxmlformats.org/officeDocument/2006/relationships/image" Target="../media/image551.png"/><Relationship Id="rId414" Type="http://schemas.openxmlformats.org/officeDocument/2006/relationships/customXml" Target="../ink/ink634.xml"/><Relationship Id="rId456" Type="http://schemas.openxmlformats.org/officeDocument/2006/relationships/customXml" Target="../ink/ink655.xml"/><Relationship Id="rId498" Type="http://schemas.openxmlformats.org/officeDocument/2006/relationships/customXml" Target="../ink/ink676.xml"/><Relationship Id="rId621" Type="http://schemas.openxmlformats.org/officeDocument/2006/relationships/image" Target="../media/image737.png"/><Relationship Id="rId663" Type="http://schemas.openxmlformats.org/officeDocument/2006/relationships/image" Target="../media/image758.png"/><Relationship Id="rId13" Type="http://schemas.openxmlformats.org/officeDocument/2006/relationships/image" Target="../media/image433.png"/><Relationship Id="rId109" Type="http://schemas.openxmlformats.org/officeDocument/2006/relationships/image" Target="../media/image481.png"/><Relationship Id="rId260" Type="http://schemas.openxmlformats.org/officeDocument/2006/relationships/customXml" Target="../ink/ink557.xml"/><Relationship Id="rId316" Type="http://schemas.openxmlformats.org/officeDocument/2006/relationships/customXml" Target="../ink/ink585.xml"/><Relationship Id="rId523" Type="http://schemas.openxmlformats.org/officeDocument/2006/relationships/image" Target="../media/image688.png"/><Relationship Id="rId719" Type="http://schemas.openxmlformats.org/officeDocument/2006/relationships/image" Target="../media/image786.png"/><Relationship Id="rId55" Type="http://schemas.openxmlformats.org/officeDocument/2006/relationships/image" Target="../media/image454.png"/><Relationship Id="rId97" Type="http://schemas.openxmlformats.org/officeDocument/2006/relationships/image" Target="../media/image475.png"/><Relationship Id="rId120" Type="http://schemas.openxmlformats.org/officeDocument/2006/relationships/customXml" Target="../ink/ink487.xml"/><Relationship Id="rId358" Type="http://schemas.openxmlformats.org/officeDocument/2006/relationships/customXml" Target="../ink/ink606.xml"/><Relationship Id="rId565" Type="http://schemas.openxmlformats.org/officeDocument/2006/relationships/image" Target="../media/image709.png"/><Relationship Id="rId730" Type="http://schemas.openxmlformats.org/officeDocument/2006/relationships/customXml" Target="../ink/ink792.xml"/><Relationship Id="rId772" Type="http://schemas.openxmlformats.org/officeDocument/2006/relationships/customXml" Target="../ink/ink813.xml"/><Relationship Id="rId162" Type="http://schemas.openxmlformats.org/officeDocument/2006/relationships/customXml" Target="../ink/ink508.xml"/><Relationship Id="rId218" Type="http://schemas.openxmlformats.org/officeDocument/2006/relationships/customXml" Target="../ink/ink536.xml"/><Relationship Id="rId425" Type="http://schemas.openxmlformats.org/officeDocument/2006/relationships/image" Target="../media/image639.png"/><Relationship Id="rId467" Type="http://schemas.openxmlformats.org/officeDocument/2006/relationships/image" Target="../media/image660.png"/><Relationship Id="rId632" Type="http://schemas.openxmlformats.org/officeDocument/2006/relationships/customXml" Target="../ink/ink743.xml"/><Relationship Id="rId271" Type="http://schemas.openxmlformats.org/officeDocument/2006/relationships/image" Target="../media/image562.png"/><Relationship Id="rId674" Type="http://schemas.openxmlformats.org/officeDocument/2006/relationships/customXml" Target="../ink/ink764.xml"/><Relationship Id="rId24" Type="http://schemas.openxmlformats.org/officeDocument/2006/relationships/customXml" Target="../ink/ink439.xml"/><Relationship Id="rId66" Type="http://schemas.openxmlformats.org/officeDocument/2006/relationships/customXml" Target="../ink/ink460.xml"/><Relationship Id="rId131" Type="http://schemas.openxmlformats.org/officeDocument/2006/relationships/image" Target="../media/image492.png"/><Relationship Id="rId327" Type="http://schemas.openxmlformats.org/officeDocument/2006/relationships/image" Target="../media/image590.png"/><Relationship Id="rId369" Type="http://schemas.openxmlformats.org/officeDocument/2006/relationships/image" Target="../media/image611.png"/><Relationship Id="rId534" Type="http://schemas.openxmlformats.org/officeDocument/2006/relationships/customXml" Target="../ink/ink694.xml"/><Relationship Id="rId576" Type="http://schemas.openxmlformats.org/officeDocument/2006/relationships/customXml" Target="../ink/ink715.xml"/><Relationship Id="rId741" Type="http://schemas.openxmlformats.org/officeDocument/2006/relationships/image" Target="../media/image797.png"/><Relationship Id="rId173" Type="http://schemas.openxmlformats.org/officeDocument/2006/relationships/image" Target="../media/image513.png"/><Relationship Id="rId229" Type="http://schemas.openxmlformats.org/officeDocument/2006/relationships/image" Target="../media/image541.png"/><Relationship Id="rId380" Type="http://schemas.openxmlformats.org/officeDocument/2006/relationships/customXml" Target="../ink/ink617.xml"/><Relationship Id="rId436" Type="http://schemas.openxmlformats.org/officeDocument/2006/relationships/customXml" Target="../ink/ink645.xml"/><Relationship Id="rId601" Type="http://schemas.openxmlformats.org/officeDocument/2006/relationships/image" Target="../media/image727.png"/><Relationship Id="rId643" Type="http://schemas.openxmlformats.org/officeDocument/2006/relationships/image" Target="../media/image748.png"/><Relationship Id="rId240" Type="http://schemas.openxmlformats.org/officeDocument/2006/relationships/customXml" Target="../ink/ink547.xml"/><Relationship Id="rId478" Type="http://schemas.openxmlformats.org/officeDocument/2006/relationships/customXml" Target="../ink/ink666.xml"/><Relationship Id="rId685" Type="http://schemas.openxmlformats.org/officeDocument/2006/relationships/image" Target="../media/image769.png"/><Relationship Id="rId35" Type="http://schemas.openxmlformats.org/officeDocument/2006/relationships/image" Target="../media/image444.png"/><Relationship Id="rId77" Type="http://schemas.openxmlformats.org/officeDocument/2006/relationships/image" Target="../media/image465.png"/><Relationship Id="rId100" Type="http://schemas.openxmlformats.org/officeDocument/2006/relationships/customXml" Target="../ink/ink477.xml"/><Relationship Id="rId282" Type="http://schemas.openxmlformats.org/officeDocument/2006/relationships/customXml" Target="../ink/ink568.xml"/><Relationship Id="rId338" Type="http://schemas.openxmlformats.org/officeDocument/2006/relationships/customXml" Target="../ink/ink596.xml"/><Relationship Id="rId503" Type="http://schemas.openxmlformats.org/officeDocument/2006/relationships/image" Target="../media/image678.png"/><Relationship Id="rId545" Type="http://schemas.openxmlformats.org/officeDocument/2006/relationships/image" Target="../media/image699.png"/><Relationship Id="rId587" Type="http://schemas.openxmlformats.org/officeDocument/2006/relationships/image" Target="../media/image720.png"/><Relationship Id="rId710" Type="http://schemas.openxmlformats.org/officeDocument/2006/relationships/customXml" Target="../ink/ink782.xml"/><Relationship Id="rId752" Type="http://schemas.openxmlformats.org/officeDocument/2006/relationships/customXml" Target="../ink/ink803.xml"/><Relationship Id="rId8" Type="http://schemas.openxmlformats.org/officeDocument/2006/relationships/customXml" Target="../ink/ink431.xml"/><Relationship Id="rId142" Type="http://schemas.openxmlformats.org/officeDocument/2006/relationships/customXml" Target="../ink/ink498.xml"/><Relationship Id="rId184" Type="http://schemas.openxmlformats.org/officeDocument/2006/relationships/customXml" Target="../ink/ink519.xml"/><Relationship Id="rId391" Type="http://schemas.openxmlformats.org/officeDocument/2006/relationships/image" Target="../media/image622.png"/><Relationship Id="rId405" Type="http://schemas.openxmlformats.org/officeDocument/2006/relationships/image" Target="../media/image629.png"/><Relationship Id="rId447" Type="http://schemas.openxmlformats.org/officeDocument/2006/relationships/image" Target="../media/image650.png"/><Relationship Id="rId612" Type="http://schemas.openxmlformats.org/officeDocument/2006/relationships/customXml" Target="../ink/ink733.xml"/><Relationship Id="rId251" Type="http://schemas.openxmlformats.org/officeDocument/2006/relationships/image" Target="../media/image552.png"/><Relationship Id="rId489" Type="http://schemas.openxmlformats.org/officeDocument/2006/relationships/image" Target="../media/image671.png"/><Relationship Id="rId654" Type="http://schemas.openxmlformats.org/officeDocument/2006/relationships/customXml" Target="../ink/ink754.xml"/><Relationship Id="rId696" Type="http://schemas.openxmlformats.org/officeDocument/2006/relationships/customXml" Target="../ink/ink775.xml"/><Relationship Id="rId46" Type="http://schemas.openxmlformats.org/officeDocument/2006/relationships/customXml" Target="../ink/ink450.xml"/><Relationship Id="rId293" Type="http://schemas.openxmlformats.org/officeDocument/2006/relationships/image" Target="../media/image573.png"/><Relationship Id="rId307" Type="http://schemas.openxmlformats.org/officeDocument/2006/relationships/image" Target="../media/image580.png"/><Relationship Id="rId349" Type="http://schemas.openxmlformats.org/officeDocument/2006/relationships/image" Target="../media/image601.png"/><Relationship Id="rId514" Type="http://schemas.openxmlformats.org/officeDocument/2006/relationships/customXml" Target="../ink/ink684.xml"/><Relationship Id="rId556" Type="http://schemas.openxmlformats.org/officeDocument/2006/relationships/customXml" Target="../ink/ink705.xml"/><Relationship Id="rId721" Type="http://schemas.openxmlformats.org/officeDocument/2006/relationships/image" Target="../media/image787.png"/><Relationship Id="rId763" Type="http://schemas.openxmlformats.org/officeDocument/2006/relationships/image" Target="../media/image808.png"/><Relationship Id="rId88" Type="http://schemas.openxmlformats.org/officeDocument/2006/relationships/customXml" Target="../ink/ink471.xml"/><Relationship Id="rId111" Type="http://schemas.openxmlformats.org/officeDocument/2006/relationships/image" Target="../media/image482.png"/><Relationship Id="rId153" Type="http://schemas.openxmlformats.org/officeDocument/2006/relationships/image" Target="../media/image503.png"/><Relationship Id="rId195" Type="http://schemas.openxmlformats.org/officeDocument/2006/relationships/image" Target="../media/image524.png"/><Relationship Id="rId209" Type="http://schemas.openxmlformats.org/officeDocument/2006/relationships/image" Target="../media/image531.png"/><Relationship Id="rId360" Type="http://schemas.openxmlformats.org/officeDocument/2006/relationships/customXml" Target="../ink/ink607.xml"/><Relationship Id="rId416" Type="http://schemas.openxmlformats.org/officeDocument/2006/relationships/customXml" Target="../ink/ink635.xml"/><Relationship Id="rId598" Type="http://schemas.openxmlformats.org/officeDocument/2006/relationships/customXml" Target="../ink/ink726.xml"/><Relationship Id="rId220" Type="http://schemas.openxmlformats.org/officeDocument/2006/relationships/customXml" Target="../ink/ink537.xml"/><Relationship Id="rId458" Type="http://schemas.openxmlformats.org/officeDocument/2006/relationships/customXml" Target="../ink/ink656.xml"/><Relationship Id="rId623" Type="http://schemas.openxmlformats.org/officeDocument/2006/relationships/image" Target="../media/image738.png"/><Relationship Id="rId665" Type="http://schemas.openxmlformats.org/officeDocument/2006/relationships/image" Target="../media/image759.png"/><Relationship Id="rId15" Type="http://schemas.openxmlformats.org/officeDocument/2006/relationships/image" Target="../media/image434.png"/><Relationship Id="rId57" Type="http://schemas.openxmlformats.org/officeDocument/2006/relationships/image" Target="../media/image455.png"/><Relationship Id="rId262" Type="http://schemas.openxmlformats.org/officeDocument/2006/relationships/customXml" Target="../ink/ink558.xml"/><Relationship Id="rId318" Type="http://schemas.openxmlformats.org/officeDocument/2006/relationships/customXml" Target="../ink/ink586.xml"/><Relationship Id="rId525" Type="http://schemas.openxmlformats.org/officeDocument/2006/relationships/image" Target="../media/image689.png"/><Relationship Id="rId567" Type="http://schemas.openxmlformats.org/officeDocument/2006/relationships/image" Target="../media/image710.png"/><Relationship Id="rId732" Type="http://schemas.openxmlformats.org/officeDocument/2006/relationships/customXml" Target="../ink/ink793.xml"/><Relationship Id="rId99" Type="http://schemas.openxmlformats.org/officeDocument/2006/relationships/image" Target="../media/image476.png"/><Relationship Id="rId122" Type="http://schemas.openxmlformats.org/officeDocument/2006/relationships/customXml" Target="../ink/ink488.xml"/><Relationship Id="rId164" Type="http://schemas.openxmlformats.org/officeDocument/2006/relationships/customXml" Target="../ink/ink509.xml"/><Relationship Id="rId371" Type="http://schemas.openxmlformats.org/officeDocument/2006/relationships/image" Target="../media/image612.png"/><Relationship Id="rId427" Type="http://schemas.openxmlformats.org/officeDocument/2006/relationships/image" Target="../media/image640.png"/><Relationship Id="rId469" Type="http://schemas.openxmlformats.org/officeDocument/2006/relationships/image" Target="../media/image661.png"/><Relationship Id="rId634" Type="http://schemas.openxmlformats.org/officeDocument/2006/relationships/customXml" Target="../ink/ink744.xml"/><Relationship Id="rId676" Type="http://schemas.openxmlformats.org/officeDocument/2006/relationships/customXml" Target="../ink/ink765.xml"/><Relationship Id="rId26" Type="http://schemas.openxmlformats.org/officeDocument/2006/relationships/customXml" Target="../ink/ink440.xml"/><Relationship Id="rId231" Type="http://schemas.openxmlformats.org/officeDocument/2006/relationships/image" Target="../media/image542.png"/><Relationship Id="rId273" Type="http://schemas.openxmlformats.org/officeDocument/2006/relationships/image" Target="../media/image563.png"/><Relationship Id="rId329" Type="http://schemas.openxmlformats.org/officeDocument/2006/relationships/image" Target="../media/image591.png"/><Relationship Id="rId480" Type="http://schemas.openxmlformats.org/officeDocument/2006/relationships/customXml" Target="../ink/ink667.xml"/><Relationship Id="rId536" Type="http://schemas.openxmlformats.org/officeDocument/2006/relationships/customXml" Target="../ink/ink695.xml"/><Relationship Id="rId701" Type="http://schemas.openxmlformats.org/officeDocument/2006/relationships/image" Target="../media/image777.png"/><Relationship Id="rId68" Type="http://schemas.openxmlformats.org/officeDocument/2006/relationships/customXml" Target="../ink/ink461.xml"/><Relationship Id="rId133" Type="http://schemas.openxmlformats.org/officeDocument/2006/relationships/image" Target="../media/image493.png"/><Relationship Id="rId175" Type="http://schemas.openxmlformats.org/officeDocument/2006/relationships/image" Target="../media/image514.png"/><Relationship Id="rId340" Type="http://schemas.openxmlformats.org/officeDocument/2006/relationships/customXml" Target="../ink/ink597.xml"/><Relationship Id="rId578" Type="http://schemas.openxmlformats.org/officeDocument/2006/relationships/customXml" Target="../ink/ink716.xml"/><Relationship Id="rId743" Type="http://schemas.openxmlformats.org/officeDocument/2006/relationships/image" Target="../media/image798.png"/><Relationship Id="rId200" Type="http://schemas.openxmlformats.org/officeDocument/2006/relationships/customXml" Target="../ink/ink527.xml"/><Relationship Id="rId382" Type="http://schemas.openxmlformats.org/officeDocument/2006/relationships/customXml" Target="../ink/ink618.xml"/><Relationship Id="rId438" Type="http://schemas.openxmlformats.org/officeDocument/2006/relationships/customXml" Target="../ink/ink646.xml"/><Relationship Id="rId603" Type="http://schemas.openxmlformats.org/officeDocument/2006/relationships/image" Target="../media/image728.png"/><Relationship Id="rId645" Type="http://schemas.openxmlformats.org/officeDocument/2006/relationships/image" Target="../media/image749.png"/><Relationship Id="rId687" Type="http://schemas.openxmlformats.org/officeDocument/2006/relationships/image" Target="../media/image770.png"/><Relationship Id="rId242" Type="http://schemas.openxmlformats.org/officeDocument/2006/relationships/customXml" Target="../ink/ink548.xml"/><Relationship Id="rId284" Type="http://schemas.openxmlformats.org/officeDocument/2006/relationships/customXml" Target="../ink/ink569.xml"/><Relationship Id="rId491" Type="http://schemas.openxmlformats.org/officeDocument/2006/relationships/image" Target="../media/image672.png"/><Relationship Id="rId505" Type="http://schemas.openxmlformats.org/officeDocument/2006/relationships/image" Target="../media/image679.png"/><Relationship Id="rId712" Type="http://schemas.openxmlformats.org/officeDocument/2006/relationships/customXml" Target="../ink/ink783.xml"/><Relationship Id="rId37" Type="http://schemas.openxmlformats.org/officeDocument/2006/relationships/image" Target="../media/image445.png"/><Relationship Id="rId79" Type="http://schemas.openxmlformats.org/officeDocument/2006/relationships/image" Target="../media/image466.png"/><Relationship Id="rId102" Type="http://schemas.openxmlformats.org/officeDocument/2006/relationships/customXml" Target="../ink/ink478.xml"/><Relationship Id="rId144" Type="http://schemas.openxmlformats.org/officeDocument/2006/relationships/customXml" Target="../ink/ink499.xml"/><Relationship Id="rId547" Type="http://schemas.openxmlformats.org/officeDocument/2006/relationships/image" Target="../media/image700.png"/><Relationship Id="rId589" Type="http://schemas.openxmlformats.org/officeDocument/2006/relationships/image" Target="../media/image721.png"/><Relationship Id="rId754" Type="http://schemas.openxmlformats.org/officeDocument/2006/relationships/customXml" Target="../ink/ink804.xml"/><Relationship Id="rId90" Type="http://schemas.openxmlformats.org/officeDocument/2006/relationships/customXml" Target="../ink/ink472.xml"/><Relationship Id="rId186" Type="http://schemas.openxmlformats.org/officeDocument/2006/relationships/customXml" Target="../ink/ink520.xml"/><Relationship Id="rId351" Type="http://schemas.openxmlformats.org/officeDocument/2006/relationships/image" Target="../media/image602.png"/><Relationship Id="rId393" Type="http://schemas.openxmlformats.org/officeDocument/2006/relationships/image" Target="../media/image623.png"/><Relationship Id="rId407" Type="http://schemas.openxmlformats.org/officeDocument/2006/relationships/image" Target="../media/image630.png"/><Relationship Id="rId449" Type="http://schemas.openxmlformats.org/officeDocument/2006/relationships/image" Target="../media/image651.png"/><Relationship Id="rId614" Type="http://schemas.openxmlformats.org/officeDocument/2006/relationships/customXml" Target="../ink/ink734.xml"/><Relationship Id="rId656" Type="http://schemas.openxmlformats.org/officeDocument/2006/relationships/customXml" Target="../ink/ink755.xml"/><Relationship Id="rId211" Type="http://schemas.openxmlformats.org/officeDocument/2006/relationships/image" Target="../media/image532.png"/><Relationship Id="rId253" Type="http://schemas.openxmlformats.org/officeDocument/2006/relationships/image" Target="../media/image553.png"/><Relationship Id="rId295" Type="http://schemas.openxmlformats.org/officeDocument/2006/relationships/image" Target="../media/image574.png"/><Relationship Id="rId309" Type="http://schemas.openxmlformats.org/officeDocument/2006/relationships/image" Target="../media/image581.png"/><Relationship Id="rId460" Type="http://schemas.openxmlformats.org/officeDocument/2006/relationships/customXml" Target="../ink/ink657.xml"/><Relationship Id="rId516" Type="http://schemas.openxmlformats.org/officeDocument/2006/relationships/customXml" Target="../ink/ink685.xml"/><Relationship Id="rId698" Type="http://schemas.openxmlformats.org/officeDocument/2006/relationships/customXml" Target="../ink/ink776.xml"/><Relationship Id="rId48" Type="http://schemas.openxmlformats.org/officeDocument/2006/relationships/customXml" Target="../ink/ink451.xml"/><Relationship Id="rId113" Type="http://schemas.openxmlformats.org/officeDocument/2006/relationships/image" Target="../media/image483.png"/><Relationship Id="rId320" Type="http://schemas.openxmlformats.org/officeDocument/2006/relationships/customXml" Target="../ink/ink587.xml"/><Relationship Id="rId558" Type="http://schemas.openxmlformats.org/officeDocument/2006/relationships/customXml" Target="../ink/ink706.xml"/><Relationship Id="rId723" Type="http://schemas.openxmlformats.org/officeDocument/2006/relationships/image" Target="../media/image788.png"/><Relationship Id="rId765" Type="http://schemas.openxmlformats.org/officeDocument/2006/relationships/image" Target="../media/image809.png"/><Relationship Id="rId155" Type="http://schemas.openxmlformats.org/officeDocument/2006/relationships/image" Target="../media/image504.png"/><Relationship Id="rId197" Type="http://schemas.openxmlformats.org/officeDocument/2006/relationships/image" Target="../media/image525.png"/><Relationship Id="rId362" Type="http://schemas.openxmlformats.org/officeDocument/2006/relationships/customXml" Target="../ink/ink608.xml"/><Relationship Id="rId418" Type="http://schemas.openxmlformats.org/officeDocument/2006/relationships/customXml" Target="../ink/ink636.xml"/><Relationship Id="rId625" Type="http://schemas.openxmlformats.org/officeDocument/2006/relationships/image" Target="../media/image739.png"/><Relationship Id="rId222" Type="http://schemas.openxmlformats.org/officeDocument/2006/relationships/customXml" Target="../ink/ink538.xml"/><Relationship Id="rId264" Type="http://schemas.openxmlformats.org/officeDocument/2006/relationships/customXml" Target="../ink/ink559.xml"/><Relationship Id="rId471" Type="http://schemas.openxmlformats.org/officeDocument/2006/relationships/image" Target="../media/image662.png"/><Relationship Id="rId667" Type="http://schemas.openxmlformats.org/officeDocument/2006/relationships/image" Target="../media/image760.png"/><Relationship Id="rId17" Type="http://schemas.openxmlformats.org/officeDocument/2006/relationships/image" Target="../media/image435.png"/><Relationship Id="rId59" Type="http://schemas.openxmlformats.org/officeDocument/2006/relationships/image" Target="../media/image456.png"/><Relationship Id="rId124" Type="http://schemas.openxmlformats.org/officeDocument/2006/relationships/customXml" Target="../ink/ink489.xml"/><Relationship Id="rId527" Type="http://schemas.openxmlformats.org/officeDocument/2006/relationships/image" Target="../media/image690.png"/><Relationship Id="rId569" Type="http://schemas.openxmlformats.org/officeDocument/2006/relationships/image" Target="../media/image711.png"/><Relationship Id="rId734" Type="http://schemas.openxmlformats.org/officeDocument/2006/relationships/customXml" Target="../ink/ink794.xml"/><Relationship Id="rId70" Type="http://schemas.openxmlformats.org/officeDocument/2006/relationships/customXml" Target="../ink/ink462.xml"/><Relationship Id="rId166" Type="http://schemas.openxmlformats.org/officeDocument/2006/relationships/customXml" Target="../ink/ink510.xml"/><Relationship Id="rId331" Type="http://schemas.openxmlformats.org/officeDocument/2006/relationships/image" Target="../media/image592.png"/><Relationship Id="rId373" Type="http://schemas.openxmlformats.org/officeDocument/2006/relationships/image" Target="../media/image613.png"/><Relationship Id="rId429" Type="http://schemas.openxmlformats.org/officeDocument/2006/relationships/image" Target="../media/image641.png"/><Relationship Id="rId580" Type="http://schemas.openxmlformats.org/officeDocument/2006/relationships/customXml" Target="../ink/ink717.xml"/><Relationship Id="rId636" Type="http://schemas.openxmlformats.org/officeDocument/2006/relationships/customXml" Target="../ink/ink745.xml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543.png"/><Relationship Id="rId440" Type="http://schemas.openxmlformats.org/officeDocument/2006/relationships/customXml" Target="../ink/ink647.xml"/><Relationship Id="rId678" Type="http://schemas.openxmlformats.org/officeDocument/2006/relationships/customXml" Target="../ink/ink766.xml"/><Relationship Id="rId28" Type="http://schemas.openxmlformats.org/officeDocument/2006/relationships/customXml" Target="../ink/ink441.xml"/><Relationship Id="rId275" Type="http://schemas.openxmlformats.org/officeDocument/2006/relationships/image" Target="../media/image564.png"/><Relationship Id="rId300" Type="http://schemas.openxmlformats.org/officeDocument/2006/relationships/customXml" Target="../ink/ink577.xml"/><Relationship Id="rId482" Type="http://schemas.openxmlformats.org/officeDocument/2006/relationships/customXml" Target="../ink/ink668.xml"/><Relationship Id="rId538" Type="http://schemas.openxmlformats.org/officeDocument/2006/relationships/customXml" Target="../ink/ink696.xml"/><Relationship Id="rId703" Type="http://schemas.openxmlformats.org/officeDocument/2006/relationships/image" Target="../media/image778.png"/><Relationship Id="rId745" Type="http://schemas.openxmlformats.org/officeDocument/2006/relationships/image" Target="../media/image799.png"/><Relationship Id="rId81" Type="http://schemas.openxmlformats.org/officeDocument/2006/relationships/image" Target="../media/image467.png"/><Relationship Id="rId135" Type="http://schemas.openxmlformats.org/officeDocument/2006/relationships/image" Target="../media/image494.png"/><Relationship Id="rId177" Type="http://schemas.openxmlformats.org/officeDocument/2006/relationships/image" Target="../media/image515.png"/><Relationship Id="rId342" Type="http://schemas.openxmlformats.org/officeDocument/2006/relationships/customXml" Target="../ink/ink598.xml"/><Relationship Id="rId384" Type="http://schemas.openxmlformats.org/officeDocument/2006/relationships/customXml" Target="../ink/ink619.xml"/><Relationship Id="rId591" Type="http://schemas.openxmlformats.org/officeDocument/2006/relationships/image" Target="../media/image722.png"/><Relationship Id="rId605" Type="http://schemas.openxmlformats.org/officeDocument/2006/relationships/image" Target="../media/image729.png"/><Relationship Id="rId202" Type="http://schemas.openxmlformats.org/officeDocument/2006/relationships/customXml" Target="../ink/ink528.xml"/><Relationship Id="rId244" Type="http://schemas.openxmlformats.org/officeDocument/2006/relationships/customXml" Target="../ink/ink549.xml"/><Relationship Id="rId647" Type="http://schemas.openxmlformats.org/officeDocument/2006/relationships/image" Target="../media/image750.png"/><Relationship Id="rId689" Type="http://schemas.openxmlformats.org/officeDocument/2006/relationships/image" Target="../media/image771.png"/><Relationship Id="rId39" Type="http://schemas.openxmlformats.org/officeDocument/2006/relationships/image" Target="../media/image446.png"/><Relationship Id="rId286" Type="http://schemas.openxmlformats.org/officeDocument/2006/relationships/customXml" Target="../ink/ink570.xml"/><Relationship Id="rId451" Type="http://schemas.openxmlformats.org/officeDocument/2006/relationships/image" Target="../media/image652.png"/><Relationship Id="rId493" Type="http://schemas.openxmlformats.org/officeDocument/2006/relationships/image" Target="../media/image673.png"/><Relationship Id="rId507" Type="http://schemas.openxmlformats.org/officeDocument/2006/relationships/image" Target="../media/image680.png"/><Relationship Id="rId549" Type="http://schemas.openxmlformats.org/officeDocument/2006/relationships/image" Target="../media/image701.png"/><Relationship Id="rId714" Type="http://schemas.openxmlformats.org/officeDocument/2006/relationships/customXml" Target="../ink/ink784.xml"/><Relationship Id="rId756" Type="http://schemas.openxmlformats.org/officeDocument/2006/relationships/customXml" Target="../ink/ink805.xml"/><Relationship Id="rId50" Type="http://schemas.openxmlformats.org/officeDocument/2006/relationships/customXml" Target="../ink/ink452.xml"/><Relationship Id="rId104" Type="http://schemas.openxmlformats.org/officeDocument/2006/relationships/customXml" Target="../ink/ink479.xml"/><Relationship Id="rId146" Type="http://schemas.openxmlformats.org/officeDocument/2006/relationships/customXml" Target="../ink/ink500.xml"/><Relationship Id="rId188" Type="http://schemas.openxmlformats.org/officeDocument/2006/relationships/customXml" Target="../ink/ink521.xml"/><Relationship Id="rId311" Type="http://schemas.openxmlformats.org/officeDocument/2006/relationships/image" Target="../media/image582.png"/><Relationship Id="rId353" Type="http://schemas.openxmlformats.org/officeDocument/2006/relationships/image" Target="../media/image603.png"/><Relationship Id="rId395" Type="http://schemas.openxmlformats.org/officeDocument/2006/relationships/image" Target="../media/image624.png"/><Relationship Id="rId409" Type="http://schemas.openxmlformats.org/officeDocument/2006/relationships/image" Target="../media/image631.png"/><Relationship Id="rId560" Type="http://schemas.openxmlformats.org/officeDocument/2006/relationships/customXml" Target="../ink/ink707.xml"/><Relationship Id="rId92" Type="http://schemas.openxmlformats.org/officeDocument/2006/relationships/customXml" Target="../ink/ink473.xml"/><Relationship Id="rId213" Type="http://schemas.openxmlformats.org/officeDocument/2006/relationships/image" Target="../media/image533.png"/><Relationship Id="rId420" Type="http://schemas.openxmlformats.org/officeDocument/2006/relationships/customXml" Target="../ink/ink637.xml"/><Relationship Id="rId616" Type="http://schemas.openxmlformats.org/officeDocument/2006/relationships/customXml" Target="../ink/ink735.xml"/><Relationship Id="rId658" Type="http://schemas.openxmlformats.org/officeDocument/2006/relationships/customXml" Target="../ink/ink756.xml"/><Relationship Id="rId255" Type="http://schemas.openxmlformats.org/officeDocument/2006/relationships/image" Target="../media/image554.png"/><Relationship Id="rId297" Type="http://schemas.openxmlformats.org/officeDocument/2006/relationships/image" Target="../media/image575.png"/><Relationship Id="rId462" Type="http://schemas.openxmlformats.org/officeDocument/2006/relationships/customXml" Target="../ink/ink658.xml"/><Relationship Id="rId518" Type="http://schemas.openxmlformats.org/officeDocument/2006/relationships/customXml" Target="../ink/ink686.xml"/><Relationship Id="rId725" Type="http://schemas.openxmlformats.org/officeDocument/2006/relationships/image" Target="../media/image789.png"/><Relationship Id="rId115" Type="http://schemas.openxmlformats.org/officeDocument/2006/relationships/image" Target="../media/image484.png"/><Relationship Id="rId157" Type="http://schemas.openxmlformats.org/officeDocument/2006/relationships/image" Target="../media/image505.png"/><Relationship Id="rId322" Type="http://schemas.openxmlformats.org/officeDocument/2006/relationships/customXml" Target="../ink/ink588.xml"/><Relationship Id="rId364" Type="http://schemas.openxmlformats.org/officeDocument/2006/relationships/customXml" Target="../ink/ink609.xml"/><Relationship Id="rId767" Type="http://schemas.openxmlformats.org/officeDocument/2006/relationships/image" Target="../media/image810.png"/><Relationship Id="rId61" Type="http://schemas.openxmlformats.org/officeDocument/2006/relationships/image" Target="../media/image457.png"/><Relationship Id="rId199" Type="http://schemas.openxmlformats.org/officeDocument/2006/relationships/image" Target="../media/image526.png"/><Relationship Id="rId571" Type="http://schemas.openxmlformats.org/officeDocument/2006/relationships/image" Target="../media/image712.png"/><Relationship Id="rId627" Type="http://schemas.openxmlformats.org/officeDocument/2006/relationships/image" Target="../media/image740.png"/><Relationship Id="rId669" Type="http://schemas.openxmlformats.org/officeDocument/2006/relationships/image" Target="../media/image761.png"/><Relationship Id="rId19" Type="http://schemas.openxmlformats.org/officeDocument/2006/relationships/image" Target="../media/image436.png"/><Relationship Id="rId224" Type="http://schemas.openxmlformats.org/officeDocument/2006/relationships/customXml" Target="../ink/ink539.xml"/><Relationship Id="rId266" Type="http://schemas.openxmlformats.org/officeDocument/2006/relationships/customXml" Target="../ink/ink560.xml"/><Relationship Id="rId431" Type="http://schemas.openxmlformats.org/officeDocument/2006/relationships/image" Target="../media/image642.png"/><Relationship Id="rId473" Type="http://schemas.openxmlformats.org/officeDocument/2006/relationships/image" Target="../media/image663.png"/><Relationship Id="rId529" Type="http://schemas.openxmlformats.org/officeDocument/2006/relationships/image" Target="../media/image691.png"/><Relationship Id="rId680" Type="http://schemas.openxmlformats.org/officeDocument/2006/relationships/customXml" Target="../ink/ink767.xml"/><Relationship Id="rId736" Type="http://schemas.openxmlformats.org/officeDocument/2006/relationships/customXml" Target="../ink/ink795.xml"/><Relationship Id="rId30" Type="http://schemas.openxmlformats.org/officeDocument/2006/relationships/customXml" Target="../ink/ink442.xml"/><Relationship Id="rId126" Type="http://schemas.openxmlformats.org/officeDocument/2006/relationships/customXml" Target="../ink/ink490.xml"/><Relationship Id="rId168" Type="http://schemas.openxmlformats.org/officeDocument/2006/relationships/customXml" Target="../ink/ink511.xml"/><Relationship Id="rId333" Type="http://schemas.openxmlformats.org/officeDocument/2006/relationships/image" Target="../media/image593.png"/><Relationship Id="rId540" Type="http://schemas.openxmlformats.org/officeDocument/2006/relationships/customXml" Target="../ink/ink697.xml"/><Relationship Id="rId72" Type="http://schemas.openxmlformats.org/officeDocument/2006/relationships/customXml" Target="../ink/ink463.xml"/><Relationship Id="rId375" Type="http://schemas.openxmlformats.org/officeDocument/2006/relationships/image" Target="../media/image614.png"/><Relationship Id="rId582" Type="http://schemas.openxmlformats.org/officeDocument/2006/relationships/customXml" Target="../ink/ink718.xml"/><Relationship Id="rId638" Type="http://schemas.openxmlformats.org/officeDocument/2006/relationships/customXml" Target="../ink/ink746.xml"/><Relationship Id="rId3" Type="http://schemas.openxmlformats.org/officeDocument/2006/relationships/image" Target="../media/image428.png"/><Relationship Id="rId235" Type="http://schemas.openxmlformats.org/officeDocument/2006/relationships/image" Target="../media/image544.png"/><Relationship Id="rId277" Type="http://schemas.openxmlformats.org/officeDocument/2006/relationships/image" Target="../media/image565.png"/><Relationship Id="rId400" Type="http://schemas.openxmlformats.org/officeDocument/2006/relationships/customXml" Target="../ink/ink627.xml"/><Relationship Id="rId442" Type="http://schemas.openxmlformats.org/officeDocument/2006/relationships/customXml" Target="../ink/ink648.xml"/><Relationship Id="rId484" Type="http://schemas.openxmlformats.org/officeDocument/2006/relationships/customXml" Target="../ink/ink669.xml"/><Relationship Id="rId705" Type="http://schemas.openxmlformats.org/officeDocument/2006/relationships/image" Target="../media/image779.png"/><Relationship Id="rId137" Type="http://schemas.openxmlformats.org/officeDocument/2006/relationships/image" Target="../media/image495.png"/><Relationship Id="rId302" Type="http://schemas.openxmlformats.org/officeDocument/2006/relationships/customXml" Target="../ink/ink578.xml"/><Relationship Id="rId344" Type="http://schemas.openxmlformats.org/officeDocument/2006/relationships/customXml" Target="../ink/ink599.xml"/><Relationship Id="rId691" Type="http://schemas.openxmlformats.org/officeDocument/2006/relationships/image" Target="../media/image772.png"/><Relationship Id="rId747" Type="http://schemas.openxmlformats.org/officeDocument/2006/relationships/image" Target="../media/image800.png"/><Relationship Id="rId41" Type="http://schemas.openxmlformats.org/officeDocument/2006/relationships/image" Target="../media/image447.png"/><Relationship Id="rId83" Type="http://schemas.openxmlformats.org/officeDocument/2006/relationships/image" Target="../media/image468.png"/><Relationship Id="rId179" Type="http://schemas.openxmlformats.org/officeDocument/2006/relationships/image" Target="../media/image516.png"/><Relationship Id="rId386" Type="http://schemas.openxmlformats.org/officeDocument/2006/relationships/customXml" Target="../ink/ink620.xml"/><Relationship Id="rId551" Type="http://schemas.openxmlformats.org/officeDocument/2006/relationships/image" Target="../media/image702.png"/><Relationship Id="rId593" Type="http://schemas.openxmlformats.org/officeDocument/2006/relationships/image" Target="../media/image723.png"/><Relationship Id="rId607" Type="http://schemas.openxmlformats.org/officeDocument/2006/relationships/image" Target="../media/image730.png"/><Relationship Id="rId649" Type="http://schemas.openxmlformats.org/officeDocument/2006/relationships/image" Target="../media/image751.png"/><Relationship Id="rId190" Type="http://schemas.openxmlformats.org/officeDocument/2006/relationships/customXml" Target="../ink/ink522.xml"/><Relationship Id="rId204" Type="http://schemas.openxmlformats.org/officeDocument/2006/relationships/customXml" Target="../ink/ink529.xml"/><Relationship Id="rId246" Type="http://schemas.openxmlformats.org/officeDocument/2006/relationships/customXml" Target="../ink/ink550.xml"/><Relationship Id="rId288" Type="http://schemas.openxmlformats.org/officeDocument/2006/relationships/customXml" Target="../ink/ink571.xml"/><Relationship Id="rId411" Type="http://schemas.openxmlformats.org/officeDocument/2006/relationships/image" Target="../media/image632.png"/><Relationship Id="rId453" Type="http://schemas.openxmlformats.org/officeDocument/2006/relationships/image" Target="../media/image653.png"/><Relationship Id="rId509" Type="http://schemas.openxmlformats.org/officeDocument/2006/relationships/image" Target="../media/image681.png"/><Relationship Id="rId660" Type="http://schemas.openxmlformats.org/officeDocument/2006/relationships/customXml" Target="../ink/ink757.xml"/><Relationship Id="rId106" Type="http://schemas.openxmlformats.org/officeDocument/2006/relationships/customXml" Target="../ink/ink480.xml"/><Relationship Id="rId313" Type="http://schemas.openxmlformats.org/officeDocument/2006/relationships/image" Target="../media/image583.png"/><Relationship Id="rId495" Type="http://schemas.openxmlformats.org/officeDocument/2006/relationships/image" Target="../media/image674.png"/><Relationship Id="rId716" Type="http://schemas.openxmlformats.org/officeDocument/2006/relationships/customXml" Target="../ink/ink785.xml"/><Relationship Id="rId758" Type="http://schemas.openxmlformats.org/officeDocument/2006/relationships/customXml" Target="../ink/ink806.xml"/><Relationship Id="rId10" Type="http://schemas.openxmlformats.org/officeDocument/2006/relationships/customXml" Target="../ink/ink432.xml"/><Relationship Id="rId52" Type="http://schemas.openxmlformats.org/officeDocument/2006/relationships/customXml" Target="../ink/ink453.xml"/><Relationship Id="rId94" Type="http://schemas.openxmlformats.org/officeDocument/2006/relationships/customXml" Target="../ink/ink474.xml"/><Relationship Id="rId148" Type="http://schemas.openxmlformats.org/officeDocument/2006/relationships/customXml" Target="../ink/ink501.xml"/><Relationship Id="rId355" Type="http://schemas.openxmlformats.org/officeDocument/2006/relationships/image" Target="../media/image604.png"/><Relationship Id="rId397" Type="http://schemas.openxmlformats.org/officeDocument/2006/relationships/image" Target="../media/image625.png"/><Relationship Id="rId520" Type="http://schemas.openxmlformats.org/officeDocument/2006/relationships/customXml" Target="../ink/ink687.xml"/><Relationship Id="rId562" Type="http://schemas.openxmlformats.org/officeDocument/2006/relationships/customXml" Target="../ink/ink708.xml"/><Relationship Id="rId618" Type="http://schemas.openxmlformats.org/officeDocument/2006/relationships/customXml" Target="../ink/ink736.xml"/><Relationship Id="rId215" Type="http://schemas.openxmlformats.org/officeDocument/2006/relationships/image" Target="../media/image534.png"/><Relationship Id="rId257" Type="http://schemas.openxmlformats.org/officeDocument/2006/relationships/image" Target="../media/image555.png"/><Relationship Id="rId422" Type="http://schemas.openxmlformats.org/officeDocument/2006/relationships/customXml" Target="../ink/ink638.xml"/><Relationship Id="rId464" Type="http://schemas.openxmlformats.org/officeDocument/2006/relationships/customXml" Target="../ink/ink659.xml"/><Relationship Id="rId299" Type="http://schemas.openxmlformats.org/officeDocument/2006/relationships/image" Target="../media/image576.png"/><Relationship Id="rId727" Type="http://schemas.openxmlformats.org/officeDocument/2006/relationships/image" Target="../media/image790.png"/><Relationship Id="rId63" Type="http://schemas.openxmlformats.org/officeDocument/2006/relationships/image" Target="../media/image458.png"/><Relationship Id="rId159" Type="http://schemas.openxmlformats.org/officeDocument/2006/relationships/image" Target="../media/image506.png"/><Relationship Id="rId366" Type="http://schemas.openxmlformats.org/officeDocument/2006/relationships/customXml" Target="../ink/ink610.xml"/><Relationship Id="rId573" Type="http://schemas.openxmlformats.org/officeDocument/2006/relationships/image" Target="../media/image713.png"/><Relationship Id="rId226" Type="http://schemas.openxmlformats.org/officeDocument/2006/relationships/customXml" Target="../ink/ink540.xml"/><Relationship Id="rId433" Type="http://schemas.openxmlformats.org/officeDocument/2006/relationships/image" Target="../media/image643.png"/><Relationship Id="rId640" Type="http://schemas.openxmlformats.org/officeDocument/2006/relationships/customXml" Target="../ink/ink747.xml"/><Relationship Id="rId738" Type="http://schemas.openxmlformats.org/officeDocument/2006/relationships/customXml" Target="../ink/ink796.xml"/><Relationship Id="rId74" Type="http://schemas.openxmlformats.org/officeDocument/2006/relationships/customXml" Target="../ink/ink464.xml"/><Relationship Id="rId377" Type="http://schemas.openxmlformats.org/officeDocument/2006/relationships/image" Target="../media/image615.png"/><Relationship Id="rId500" Type="http://schemas.openxmlformats.org/officeDocument/2006/relationships/customXml" Target="../ink/ink677.xml"/><Relationship Id="rId584" Type="http://schemas.openxmlformats.org/officeDocument/2006/relationships/customXml" Target="../ink/ink719.xml"/><Relationship Id="rId5" Type="http://schemas.openxmlformats.org/officeDocument/2006/relationships/image" Target="../media/image429.png"/><Relationship Id="rId237" Type="http://schemas.openxmlformats.org/officeDocument/2006/relationships/image" Target="../media/image545.png"/><Relationship Id="rId444" Type="http://schemas.openxmlformats.org/officeDocument/2006/relationships/customXml" Target="../ink/ink649.xml"/><Relationship Id="rId651" Type="http://schemas.openxmlformats.org/officeDocument/2006/relationships/image" Target="../media/image752.png"/><Relationship Id="rId749" Type="http://schemas.openxmlformats.org/officeDocument/2006/relationships/image" Target="../media/image801.png"/><Relationship Id="rId290" Type="http://schemas.openxmlformats.org/officeDocument/2006/relationships/customXml" Target="../ink/ink572.xml"/><Relationship Id="rId304" Type="http://schemas.openxmlformats.org/officeDocument/2006/relationships/customXml" Target="../ink/ink579.xml"/><Relationship Id="rId388" Type="http://schemas.openxmlformats.org/officeDocument/2006/relationships/customXml" Target="../ink/ink621.xml"/><Relationship Id="rId511" Type="http://schemas.openxmlformats.org/officeDocument/2006/relationships/image" Target="../media/image682.png"/><Relationship Id="rId609" Type="http://schemas.openxmlformats.org/officeDocument/2006/relationships/image" Target="../media/image731.png"/><Relationship Id="rId85" Type="http://schemas.openxmlformats.org/officeDocument/2006/relationships/image" Target="../media/image469.png"/><Relationship Id="rId150" Type="http://schemas.openxmlformats.org/officeDocument/2006/relationships/customXml" Target="../ink/ink502.xml"/><Relationship Id="rId595" Type="http://schemas.openxmlformats.org/officeDocument/2006/relationships/image" Target="../media/image724.png"/><Relationship Id="rId248" Type="http://schemas.openxmlformats.org/officeDocument/2006/relationships/customXml" Target="../ink/ink551.xml"/><Relationship Id="rId455" Type="http://schemas.openxmlformats.org/officeDocument/2006/relationships/image" Target="../media/image654.png"/><Relationship Id="rId662" Type="http://schemas.openxmlformats.org/officeDocument/2006/relationships/customXml" Target="../ink/ink758.xml"/><Relationship Id="rId12" Type="http://schemas.openxmlformats.org/officeDocument/2006/relationships/customXml" Target="../ink/ink433.xml"/><Relationship Id="rId108" Type="http://schemas.openxmlformats.org/officeDocument/2006/relationships/customXml" Target="../ink/ink481.xml"/><Relationship Id="rId315" Type="http://schemas.openxmlformats.org/officeDocument/2006/relationships/image" Target="../media/image584.png"/><Relationship Id="rId522" Type="http://schemas.openxmlformats.org/officeDocument/2006/relationships/customXml" Target="../ink/ink688.xml"/><Relationship Id="rId96" Type="http://schemas.openxmlformats.org/officeDocument/2006/relationships/customXml" Target="../ink/ink475.xml"/><Relationship Id="rId161" Type="http://schemas.openxmlformats.org/officeDocument/2006/relationships/image" Target="../media/image507.png"/><Relationship Id="rId399" Type="http://schemas.openxmlformats.org/officeDocument/2006/relationships/image" Target="../media/image626.png"/><Relationship Id="rId259" Type="http://schemas.openxmlformats.org/officeDocument/2006/relationships/image" Target="../media/image556.png"/><Relationship Id="rId466" Type="http://schemas.openxmlformats.org/officeDocument/2006/relationships/customXml" Target="../ink/ink660.xml"/><Relationship Id="rId673" Type="http://schemas.openxmlformats.org/officeDocument/2006/relationships/image" Target="../media/image763.png"/><Relationship Id="rId23" Type="http://schemas.openxmlformats.org/officeDocument/2006/relationships/image" Target="../media/image438.png"/><Relationship Id="rId119" Type="http://schemas.openxmlformats.org/officeDocument/2006/relationships/image" Target="../media/image486.png"/><Relationship Id="rId326" Type="http://schemas.openxmlformats.org/officeDocument/2006/relationships/customXml" Target="../ink/ink590.xml"/><Relationship Id="rId533" Type="http://schemas.openxmlformats.org/officeDocument/2006/relationships/image" Target="../media/image693.png"/><Relationship Id="rId740" Type="http://schemas.openxmlformats.org/officeDocument/2006/relationships/customXml" Target="../ink/ink797.xml"/><Relationship Id="rId172" Type="http://schemas.openxmlformats.org/officeDocument/2006/relationships/customXml" Target="../ink/ink513.xml"/><Relationship Id="rId477" Type="http://schemas.openxmlformats.org/officeDocument/2006/relationships/image" Target="../media/image665.png"/><Relationship Id="rId600" Type="http://schemas.openxmlformats.org/officeDocument/2006/relationships/customXml" Target="../ink/ink727.xml"/><Relationship Id="rId684" Type="http://schemas.openxmlformats.org/officeDocument/2006/relationships/customXml" Target="../ink/ink769.xml"/><Relationship Id="rId337" Type="http://schemas.openxmlformats.org/officeDocument/2006/relationships/image" Target="../media/image595.png"/><Relationship Id="rId34" Type="http://schemas.openxmlformats.org/officeDocument/2006/relationships/customXml" Target="../ink/ink444.xml"/><Relationship Id="rId544" Type="http://schemas.openxmlformats.org/officeDocument/2006/relationships/customXml" Target="../ink/ink699.xml"/><Relationship Id="rId751" Type="http://schemas.openxmlformats.org/officeDocument/2006/relationships/image" Target="../media/image802.png"/><Relationship Id="rId183" Type="http://schemas.openxmlformats.org/officeDocument/2006/relationships/image" Target="../media/image518.png"/><Relationship Id="rId390" Type="http://schemas.openxmlformats.org/officeDocument/2006/relationships/customXml" Target="../ink/ink622.xml"/><Relationship Id="rId404" Type="http://schemas.openxmlformats.org/officeDocument/2006/relationships/customXml" Target="../ink/ink629.xml"/><Relationship Id="rId611" Type="http://schemas.openxmlformats.org/officeDocument/2006/relationships/image" Target="../media/image732.png"/><Relationship Id="rId250" Type="http://schemas.openxmlformats.org/officeDocument/2006/relationships/customXml" Target="../ink/ink552.xml"/><Relationship Id="rId488" Type="http://schemas.openxmlformats.org/officeDocument/2006/relationships/customXml" Target="../ink/ink671.xml"/><Relationship Id="rId695" Type="http://schemas.openxmlformats.org/officeDocument/2006/relationships/image" Target="../media/image774.png"/><Relationship Id="rId709" Type="http://schemas.openxmlformats.org/officeDocument/2006/relationships/image" Target="../media/image781.png"/><Relationship Id="rId45" Type="http://schemas.openxmlformats.org/officeDocument/2006/relationships/image" Target="../media/image449.png"/><Relationship Id="rId110" Type="http://schemas.openxmlformats.org/officeDocument/2006/relationships/customXml" Target="../ink/ink482.xml"/><Relationship Id="rId348" Type="http://schemas.openxmlformats.org/officeDocument/2006/relationships/customXml" Target="../ink/ink601.xml"/><Relationship Id="rId555" Type="http://schemas.openxmlformats.org/officeDocument/2006/relationships/image" Target="../media/image704.png"/><Relationship Id="rId762" Type="http://schemas.openxmlformats.org/officeDocument/2006/relationships/customXml" Target="../ink/ink808.xml"/><Relationship Id="rId194" Type="http://schemas.openxmlformats.org/officeDocument/2006/relationships/customXml" Target="../ink/ink524.xml"/><Relationship Id="rId208" Type="http://schemas.openxmlformats.org/officeDocument/2006/relationships/customXml" Target="../ink/ink531.xml"/><Relationship Id="rId415" Type="http://schemas.openxmlformats.org/officeDocument/2006/relationships/image" Target="../media/image634.png"/><Relationship Id="rId622" Type="http://schemas.openxmlformats.org/officeDocument/2006/relationships/customXml" Target="../ink/ink738.xml"/><Relationship Id="rId261" Type="http://schemas.openxmlformats.org/officeDocument/2006/relationships/image" Target="../media/image557.png"/><Relationship Id="rId499" Type="http://schemas.openxmlformats.org/officeDocument/2006/relationships/image" Target="../media/image676.png"/><Relationship Id="rId56" Type="http://schemas.openxmlformats.org/officeDocument/2006/relationships/customXml" Target="../ink/ink455.xml"/><Relationship Id="rId359" Type="http://schemas.openxmlformats.org/officeDocument/2006/relationships/image" Target="../media/image606.png"/><Relationship Id="rId566" Type="http://schemas.openxmlformats.org/officeDocument/2006/relationships/customXml" Target="../ink/ink710.xml"/><Relationship Id="rId773" Type="http://schemas.openxmlformats.org/officeDocument/2006/relationships/image" Target="../media/image813.png"/><Relationship Id="rId121" Type="http://schemas.openxmlformats.org/officeDocument/2006/relationships/image" Target="../media/image487.png"/><Relationship Id="rId219" Type="http://schemas.openxmlformats.org/officeDocument/2006/relationships/image" Target="../media/image536.png"/><Relationship Id="rId426" Type="http://schemas.openxmlformats.org/officeDocument/2006/relationships/customXml" Target="../ink/ink640.xml"/><Relationship Id="rId633" Type="http://schemas.openxmlformats.org/officeDocument/2006/relationships/image" Target="../media/image743.png"/><Relationship Id="rId67" Type="http://schemas.openxmlformats.org/officeDocument/2006/relationships/image" Target="../media/image460.png"/><Relationship Id="rId272" Type="http://schemas.openxmlformats.org/officeDocument/2006/relationships/customXml" Target="../ink/ink563.xml"/><Relationship Id="rId577" Type="http://schemas.openxmlformats.org/officeDocument/2006/relationships/image" Target="../media/image715.png"/><Relationship Id="rId700" Type="http://schemas.openxmlformats.org/officeDocument/2006/relationships/customXml" Target="../ink/ink777.xml"/><Relationship Id="rId132" Type="http://schemas.openxmlformats.org/officeDocument/2006/relationships/customXml" Target="../ink/ink493.xml"/><Relationship Id="rId437" Type="http://schemas.openxmlformats.org/officeDocument/2006/relationships/image" Target="../media/image645.png"/><Relationship Id="rId644" Type="http://schemas.openxmlformats.org/officeDocument/2006/relationships/customXml" Target="../ink/ink749.xml"/><Relationship Id="rId283" Type="http://schemas.openxmlformats.org/officeDocument/2006/relationships/image" Target="../media/image568.png"/><Relationship Id="rId490" Type="http://schemas.openxmlformats.org/officeDocument/2006/relationships/customXml" Target="../ink/ink672.xml"/><Relationship Id="rId504" Type="http://schemas.openxmlformats.org/officeDocument/2006/relationships/customXml" Target="../ink/ink679.xml"/><Relationship Id="rId711" Type="http://schemas.openxmlformats.org/officeDocument/2006/relationships/image" Target="../media/image782.png"/><Relationship Id="rId78" Type="http://schemas.openxmlformats.org/officeDocument/2006/relationships/customXml" Target="../ink/ink466.xml"/><Relationship Id="rId143" Type="http://schemas.openxmlformats.org/officeDocument/2006/relationships/image" Target="../media/image498.png"/><Relationship Id="rId350" Type="http://schemas.openxmlformats.org/officeDocument/2006/relationships/customXml" Target="../ink/ink602.xml"/><Relationship Id="rId588" Type="http://schemas.openxmlformats.org/officeDocument/2006/relationships/customXml" Target="../ink/ink721.xml"/><Relationship Id="rId9" Type="http://schemas.openxmlformats.org/officeDocument/2006/relationships/image" Target="../media/image431.png"/><Relationship Id="rId210" Type="http://schemas.openxmlformats.org/officeDocument/2006/relationships/customXml" Target="../ink/ink532.xml"/><Relationship Id="rId448" Type="http://schemas.openxmlformats.org/officeDocument/2006/relationships/customXml" Target="../ink/ink651.xml"/><Relationship Id="rId655" Type="http://schemas.openxmlformats.org/officeDocument/2006/relationships/image" Target="../media/image754.png"/><Relationship Id="rId294" Type="http://schemas.openxmlformats.org/officeDocument/2006/relationships/customXml" Target="../ink/ink574.xml"/><Relationship Id="rId308" Type="http://schemas.openxmlformats.org/officeDocument/2006/relationships/customXml" Target="../ink/ink581.xml"/><Relationship Id="rId515" Type="http://schemas.openxmlformats.org/officeDocument/2006/relationships/image" Target="../media/image684.png"/><Relationship Id="rId722" Type="http://schemas.openxmlformats.org/officeDocument/2006/relationships/customXml" Target="../ink/ink788.xml"/><Relationship Id="rId89" Type="http://schemas.openxmlformats.org/officeDocument/2006/relationships/image" Target="../media/image471.png"/><Relationship Id="rId154" Type="http://schemas.openxmlformats.org/officeDocument/2006/relationships/customXml" Target="../ink/ink504.xml"/><Relationship Id="rId361" Type="http://schemas.openxmlformats.org/officeDocument/2006/relationships/image" Target="../media/image607.png"/><Relationship Id="rId599" Type="http://schemas.openxmlformats.org/officeDocument/2006/relationships/image" Target="../media/image726.png"/><Relationship Id="rId459" Type="http://schemas.openxmlformats.org/officeDocument/2006/relationships/image" Target="../media/image656.png"/><Relationship Id="rId666" Type="http://schemas.openxmlformats.org/officeDocument/2006/relationships/customXml" Target="../ink/ink760.xml"/><Relationship Id="rId16" Type="http://schemas.openxmlformats.org/officeDocument/2006/relationships/customXml" Target="../ink/ink435.xml"/><Relationship Id="rId221" Type="http://schemas.openxmlformats.org/officeDocument/2006/relationships/image" Target="../media/image537.png"/><Relationship Id="rId319" Type="http://schemas.openxmlformats.org/officeDocument/2006/relationships/image" Target="../media/image586.png"/><Relationship Id="rId526" Type="http://schemas.openxmlformats.org/officeDocument/2006/relationships/customXml" Target="../ink/ink690.xml"/><Relationship Id="rId733" Type="http://schemas.openxmlformats.org/officeDocument/2006/relationships/image" Target="../media/image793.png"/><Relationship Id="rId165" Type="http://schemas.openxmlformats.org/officeDocument/2006/relationships/image" Target="../media/image509.png"/><Relationship Id="rId372" Type="http://schemas.openxmlformats.org/officeDocument/2006/relationships/customXml" Target="../ink/ink613.xml"/><Relationship Id="rId677" Type="http://schemas.openxmlformats.org/officeDocument/2006/relationships/image" Target="../media/image765.png"/><Relationship Id="rId232" Type="http://schemas.openxmlformats.org/officeDocument/2006/relationships/customXml" Target="../ink/ink543.xml"/><Relationship Id="rId27" Type="http://schemas.openxmlformats.org/officeDocument/2006/relationships/image" Target="../media/image440.png"/><Relationship Id="rId537" Type="http://schemas.openxmlformats.org/officeDocument/2006/relationships/image" Target="../media/image695.png"/><Relationship Id="rId744" Type="http://schemas.openxmlformats.org/officeDocument/2006/relationships/customXml" Target="../ink/ink799.xml"/><Relationship Id="rId80" Type="http://schemas.openxmlformats.org/officeDocument/2006/relationships/customXml" Target="../ink/ink467.xml"/><Relationship Id="rId176" Type="http://schemas.openxmlformats.org/officeDocument/2006/relationships/customXml" Target="../ink/ink515.xml"/><Relationship Id="rId383" Type="http://schemas.openxmlformats.org/officeDocument/2006/relationships/image" Target="../media/image618.png"/><Relationship Id="rId590" Type="http://schemas.openxmlformats.org/officeDocument/2006/relationships/customXml" Target="../ink/ink722.xml"/><Relationship Id="rId604" Type="http://schemas.openxmlformats.org/officeDocument/2006/relationships/customXml" Target="../ink/ink729.xml"/><Relationship Id="rId243" Type="http://schemas.openxmlformats.org/officeDocument/2006/relationships/image" Target="../media/image548.png"/><Relationship Id="rId450" Type="http://schemas.openxmlformats.org/officeDocument/2006/relationships/customXml" Target="../ink/ink652.xml"/><Relationship Id="rId688" Type="http://schemas.openxmlformats.org/officeDocument/2006/relationships/customXml" Target="../ink/ink771.xml"/><Relationship Id="rId38" Type="http://schemas.openxmlformats.org/officeDocument/2006/relationships/customXml" Target="../ink/ink446.xml"/><Relationship Id="rId103" Type="http://schemas.openxmlformats.org/officeDocument/2006/relationships/image" Target="../media/image478.png"/><Relationship Id="rId310" Type="http://schemas.openxmlformats.org/officeDocument/2006/relationships/customXml" Target="../ink/ink582.xml"/><Relationship Id="rId548" Type="http://schemas.openxmlformats.org/officeDocument/2006/relationships/customXml" Target="../ink/ink701.xml"/><Relationship Id="rId755" Type="http://schemas.openxmlformats.org/officeDocument/2006/relationships/image" Target="../media/image804.png"/><Relationship Id="rId91" Type="http://schemas.openxmlformats.org/officeDocument/2006/relationships/image" Target="../media/image472.png"/><Relationship Id="rId187" Type="http://schemas.openxmlformats.org/officeDocument/2006/relationships/image" Target="../media/image520.png"/><Relationship Id="rId394" Type="http://schemas.openxmlformats.org/officeDocument/2006/relationships/customXml" Target="../ink/ink624.xml"/><Relationship Id="rId408" Type="http://schemas.openxmlformats.org/officeDocument/2006/relationships/customXml" Target="../ink/ink631.xml"/><Relationship Id="rId615" Type="http://schemas.openxmlformats.org/officeDocument/2006/relationships/image" Target="../media/image734.png"/><Relationship Id="rId254" Type="http://schemas.openxmlformats.org/officeDocument/2006/relationships/customXml" Target="../ink/ink554.xml"/><Relationship Id="rId699" Type="http://schemas.openxmlformats.org/officeDocument/2006/relationships/image" Target="../media/image776.png"/><Relationship Id="rId49" Type="http://schemas.openxmlformats.org/officeDocument/2006/relationships/image" Target="../media/image451.png"/><Relationship Id="rId114" Type="http://schemas.openxmlformats.org/officeDocument/2006/relationships/customXml" Target="../ink/ink484.xml"/><Relationship Id="rId461" Type="http://schemas.openxmlformats.org/officeDocument/2006/relationships/image" Target="../media/image657.png"/><Relationship Id="rId559" Type="http://schemas.openxmlformats.org/officeDocument/2006/relationships/image" Target="../media/image706.png"/><Relationship Id="rId766" Type="http://schemas.openxmlformats.org/officeDocument/2006/relationships/customXml" Target="../ink/ink810.xml"/><Relationship Id="rId198" Type="http://schemas.openxmlformats.org/officeDocument/2006/relationships/customXml" Target="../ink/ink526.xml"/><Relationship Id="rId321" Type="http://schemas.openxmlformats.org/officeDocument/2006/relationships/image" Target="../media/image587.png"/><Relationship Id="rId419" Type="http://schemas.openxmlformats.org/officeDocument/2006/relationships/image" Target="../media/image636.png"/><Relationship Id="rId626" Type="http://schemas.openxmlformats.org/officeDocument/2006/relationships/customXml" Target="../ink/ink740.xml"/><Relationship Id="rId265" Type="http://schemas.openxmlformats.org/officeDocument/2006/relationships/image" Target="../media/image559.png"/><Relationship Id="rId472" Type="http://schemas.openxmlformats.org/officeDocument/2006/relationships/customXml" Target="../ink/ink663.xml"/><Relationship Id="rId125" Type="http://schemas.openxmlformats.org/officeDocument/2006/relationships/image" Target="../media/image489.png"/><Relationship Id="rId332" Type="http://schemas.openxmlformats.org/officeDocument/2006/relationships/customXml" Target="../ink/ink593.xml"/><Relationship Id="rId637" Type="http://schemas.openxmlformats.org/officeDocument/2006/relationships/image" Target="../media/image745.png"/><Relationship Id="rId276" Type="http://schemas.openxmlformats.org/officeDocument/2006/relationships/customXml" Target="../ink/ink565.xml"/><Relationship Id="rId483" Type="http://schemas.openxmlformats.org/officeDocument/2006/relationships/image" Target="../media/image668.png"/><Relationship Id="rId690" Type="http://schemas.openxmlformats.org/officeDocument/2006/relationships/customXml" Target="../ink/ink772.xml"/><Relationship Id="rId704" Type="http://schemas.openxmlformats.org/officeDocument/2006/relationships/customXml" Target="../ink/ink779.xml"/><Relationship Id="rId40" Type="http://schemas.openxmlformats.org/officeDocument/2006/relationships/customXml" Target="../ink/ink447.xml"/><Relationship Id="rId136" Type="http://schemas.openxmlformats.org/officeDocument/2006/relationships/customXml" Target="../ink/ink495.xml"/><Relationship Id="rId343" Type="http://schemas.openxmlformats.org/officeDocument/2006/relationships/image" Target="../media/image598.png"/><Relationship Id="rId550" Type="http://schemas.openxmlformats.org/officeDocument/2006/relationships/customXml" Target="../ink/ink702.xml"/><Relationship Id="rId203" Type="http://schemas.openxmlformats.org/officeDocument/2006/relationships/image" Target="../media/image528.png"/><Relationship Id="rId648" Type="http://schemas.openxmlformats.org/officeDocument/2006/relationships/customXml" Target="../ink/ink751.xml"/><Relationship Id="rId287" Type="http://schemas.openxmlformats.org/officeDocument/2006/relationships/image" Target="../media/image570.png"/><Relationship Id="rId410" Type="http://schemas.openxmlformats.org/officeDocument/2006/relationships/customXml" Target="../ink/ink632.xml"/><Relationship Id="rId494" Type="http://schemas.openxmlformats.org/officeDocument/2006/relationships/customXml" Target="../ink/ink674.xml"/><Relationship Id="rId508" Type="http://schemas.openxmlformats.org/officeDocument/2006/relationships/customXml" Target="../ink/ink681.xml"/><Relationship Id="rId715" Type="http://schemas.openxmlformats.org/officeDocument/2006/relationships/image" Target="../media/image784.png"/><Relationship Id="rId147" Type="http://schemas.openxmlformats.org/officeDocument/2006/relationships/image" Target="../media/image500.png"/><Relationship Id="rId354" Type="http://schemas.openxmlformats.org/officeDocument/2006/relationships/customXml" Target="../ink/ink604.xml"/><Relationship Id="rId51" Type="http://schemas.openxmlformats.org/officeDocument/2006/relationships/image" Target="../media/image452.png"/><Relationship Id="rId561" Type="http://schemas.openxmlformats.org/officeDocument/2006/relationships/image" Target="../media/image707.png"/><Relationship Id="rId659" Type="http://schemas.openxmlformats.org/officeDocument/2006/relationships/image" Target="../media/image756.png"/><Relationship Id="rId214" Type="http://schemas.openxmlformats.org/officeDocument/2006/relationships/customXml" Target="../ink/ink534.xml"/><Relationship Id="rId298" Type="http://schemas.openxmlformats.org/officeDocument/2006/relationships/customXml" Target="../ink/ink576.xml"/><Relationship Id="rId421" Type="http://schemas.openxmlformats.org/officeDocument/2006/relationships/image" Target="../media/image637.png"/><Relationship Id="rId519" Type="http://schemas.openxmlformats.org/officeDocument/2006/relationships/image" Target="../media/image686.png"/><Relationship Id="rId158" Type="http://schemas.openxmlformats.org/officeDocument/2006/relationships/customXml" Target="../ink/ink506.xml"/><Relationship Id="rId726" Type="http://schemas.openxmlformats.org/officeDocument/2006/relationships/customXml" Target="../ink/ink790.xml"/><Relationship Id="rId62" Type="http://schemas.openxmlformats.org/officeDocument/2006/relationships/customXml" Target="../ink/ink458.xml"/><Relationship Id="rId365" Type="http://schemas.openxmlformats.org/officeDocument/2006/relationships/image" Target="../media/image609.png"/><Relationship Id="rId572" Type="http://schemas.openxmlformats.org/officeDocument/2006/relationships/customXml" Target="../ink/ink713.xml"/><Relationship Id="rId225" Type="http://schemas.openxmlformats.org/officeDocument/2006/relationships/image" Target="../media/image539.png"/><Relationship Id="rId432" Type="http://schemas.openxmlformats.org/officeDocument/2006/relationships/customXml" Target="../ink/ink643.xml"/><Relationship Id="rId737" Type="http://schemas.openxmlformats.org/officeDocument/2006/relationships/image" Target="../media/image795.png"/><Relationship Id="rId73" Type="http://schemas.openxmlformats.org/officeDocument/2006/relationships/image" Target="../media/image463.png"/><Relationship Id="rId169" Type="http://schemas.openxmlformats.org/officeDocument/2006/relationships/image" Target="../media/image511.png"/><Relationship Id="rId376" Type="http://schemas.openxmlformats.org/officeDocument/2006/relationships/customXml" Target="../ink/ink615.xml"/><Relationship Id="rId583" Type="http://schemas.openxmlformats.org/officeDocument/2006/relationships/image" Target="../media/image718.png"/><Relationship Id="rId4" Type="http://schemas.openxmlformats.org/officeDocument/2006/relationships/customXml" Target="../ink/ink429.xml"/><Relationship Id="rId236" Type="http://schemas.openxmlformats.org/officeDocument/2006/relationships/customXml" Target="../ink/ink545.xml"/><Relationship Id="rId443" Type="http://schemas.openxmlformats.org/officeDocument/2006/relationships/image" Target="../media/image648.png"/><Relationship Id="rId650" Type="http://schemas.openxmlformats.org/officeDocument/2006/relationships/customXml" Target="../ink/ink752.xml"/><Relationship Id="rId303" Type="http://schemas.openxmlformats.org/officeDocument/2006/relationships/image" Target="../media/image578.png"/><Relationship Id="rId748" Type="http://schemas.openxmlformats.org/officeDocument/2006/relationships/customXml" Target="../ink/ink801.xml"/><Relationship Id="rId84" Type="http://schemas.openxmlformats.org/officeDocument/2006/relationships/customXml" Target="../ink/ink469.xml"/><Relationship Id="rId387" Type="http://schemas.openxmlformats.org/officeDocument/2006/relationships/image" Target="../media/image620.png"/><Relationship Id="rId510" Type="http://schemas.openxmlformats.org/officeDocument/2006/relationships/customXml" Target="../ink/ink682.xml"/><Relationship Id="rId594" Type="http://schemas.openxmlformats.org/officeDocument/2006/relationships/customXml" Target="../ink/ink724.xml"/><Relationship Id="rId608" Type="http://schemas.openxmlformats.org/officeDocument/2006/relationships/customXml" Target="../ink/ink731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71.png"/><Relationship Id="rId299" Type="http://schemas.openxmlformats.org/officeDocument/2006/relationships/customXml" Target="../ink/ink963.xml"/><Relationship Id="rId21" Type="http://schemas.openxmlformats.org/officeDocument/2006/relationships/image" Target="../media/image823.png"/><Relationship Id="rId63" Type="http://schemas.openxmlformats.org/officeDocument/2006/relationships/image" Target="../media/image844.png"/><Relationship Id="rId159" Type="http://schemas.openxmlformats.org/officeDocument/2006/relationships/image" Target="../media/image892.png"/><Relationship Id="rId324" Type="http://schemas.openxmlformats.org/officeDocument/2006/relationships/image" Target="../media/image973.png"/><Relationship Id="rId170" Type="http://schemas.openxmlformats.org/officeDocument/2006/relationships/customXml" Target="../ink/ink898.xml"/><Relationship Id="rId226" Type="http://schemas.openxmlformats.org/officeDocument/2006/relationships/image" Target="../media/image925.png"/><Relationship Id="rId268" Type="http://schemas.openxmlformats.org/officeDocument/2006/relationships/image" Target="../media/image946.png"/><Relationship Id="rId32" Type="http://schemas.openxmlformats.org/officeDocument/2006/relationships/customXml" Target="../ink/ink829.xml"/><Relationship Id="rId74" Type="http://schemas.openxmlformats.org/officeDocument/2006/relationships/customXml" Target="../ink/ink850.xml"/><Relationship Id="rId128" Type="http://schemas.openxmlformats.org/officeDocument/2006/relationships/customXml" Target="../ink/ink877.xml"/><Relationship Id="rId335" Type="http://schemas.openxmlformats.org/officeDocument/2006/relationships/customXml" Target="../ink/ink982.xml"/><Relationship Id="rId5" Type="http://schemas.openxmlformats.org/officeDocument/2006/relationships/image" Target="../media/image815.png"/><Relationship Id="rId181" Type="http://schemas.openxmlformats.org/officeDocument/2006/relationships/image" Target="../media/image903.png"/><Relationship Id="rId237" Type="http://schemas.openxmlformats.org/officeDocument/2006/relationships/customXml" Target="../ink/ink932.xml"/><Relationship Id="rId279" Type="http://schemas.openxmlformats.org/officeDocument/2006/relationships/customXml" Target="../ink/ink953.xml"/><Relationship Id="rId43" Type="http://schemas.openxmlformats.org/officeDocument/2006/relationships/image" Target="../media/image834.png"/><Relationship Id="rId139" Type="http://schemas.openxmlformats.org/officeDocument/2006/relationships/image" Target="../media/image882.png"/><Relationship Id="rId290" Type="http://schemas.openxmlformats.org/officeDocument/2006/relationships/image" Target="../media/image957.png"/><Relationship Id="rId304" Type="http://schemas.openxmlformats.org/officeDocument/2006/relationships/customXml" Target="../ink/ink966.xml"/><Relationship Id="rId346" Type="http://schemas.openxmlformats.org/officeDocument/2006/relationships/image" Target="../media/image984.png"/><Relationship Id="rId85" Type="http://schemas.openxmlformats.org/officeDocument/2006/relationships/image" Target="../media/image855.png"/><Relationship Id="rId150" Type="http://schemas.openxmlformats.org/officeDocument/2006/relationships/customXml" Target="../ink/ink888.xml"/><Relationship Id="rId192" Type="http://schemas.openxmlformats.org/officeDocument/2006/relationships/customXml" Target="../ink/ink909.xml"/><Relationship Id="rId206" Type="http://schemas.openxmlformats.org/officeDocument/2006/relationships/customXml" Target="../ink/ink916.xml"/><Relationship Id="rId248" Type="http://schemas.openxmlformats.org/officeDocument/2006/relationships/image" Target="../media/image936.png"/><Relationship Id="rId12" Type="http://schemas.openxmlformats.org/officeDocument/2006/relationships/customXml" Target="../ink/ink819.xml"/><Relationship Id="rId108" Type="http://schemas.openxmlformats.org/officeDocument/2006/relationships/customXml" Target="../ink/ink867.xml"/><Relationship Id="rId315" Type="http://schemas.openxmlformats.org/officeDocument/2006/relationships/customXml" Target="../ink/ink972.xml"/><Relationship Id="rId357" Type="http://schemas.openxmlformats.org/officeDocument/2006/relationships/customXml" Target="../ink/ink993.xml"/><Relationship Id="rId54" Type="http://schemas.openxmlformats.org/officeDocument/2006/relationships/customXml" Target="../ink/ink840.xml"/><Relationship Id="rId96" Type="http://schemas.openxmlformats.org/officeDocument/2006/relationships/customXml" Target="../ink/ink861.xml"/><Relationship Id="rId161" Type="http://schemas.openxmlformats.org/officeDocument/2006/relationships/image" Target="../media/image893.png"/><Relationship Id="rId217" Type="http://schemas.openxmlformats.org/officeDocument/2006/relationships/customXml" Target="../ink/ink922.xml"/><Relationship Id="rId259" Type="http://schemas.openxmlformats.org/officeDocument/2006/relationships/customXml" Target="../ink/ink943.xml"/><Relationship Id="rId23" Type="http://schemas.openxmlformats.org/officeDocument/2006/relationships/image" Target="../media/image824.png"/><Relationship Id="rId119" Type="http://schemas.openxmlformats.org/officeDocument/2006/relationships/image" Target="../media/image872.png"/><Relationship Id="rId270" Type="http://schemas.openxmlformats.org/officeDocument/2006/relationships/image" Target="../media/image947.png"/><Relationship Id="rId326" Type="http://schemas.openxmlformats.org/officeDocument/2006/relationships/image" Target="../media/image974.png"/><Relationship Id="rId65" Type="http://schemas.openxmlformats.org/officeDocument/2006/relationships/image" Target="../media/image845.png"/><Relationship Id="rId130" Type="http://schemas.openxmlformats.org/officeDocument/2006/relationships/customXml" Target="../ink/ink878.xml"/><Relationship Id="rId172" Type="http://schemas.openxmlformats.org/officeDocument/2006/relationships/customXml" Target="../ink/ink899.xml"/><Relationship Id="rId228" Type="http://schemas.openxmlformats.org/officeDocument/2006/relationships/image" Target="../media/image926.png"/><Relationship Id="rId281" Type="http://schemas.openxmlformats.org/officeDocument/2006/relationships/customXml" Target="../ink/ink954.xml"/><Relationship Id="rId337" Type="http://schemas.openxmlformats.org/officeDocument/2006/relationships/customXml" Target="../ink/ink983.xml"/><Relationship Id="rId34" Type="http://schemas.openxmlformats.org/officeDocument/2006/relationships/customXml" Target="../ink/ink830.xml"/><Relationship Id="rId76" Type="http://schemas.openxmlformats.org/officeDocument/2006/relationships/customXml" Target="../ink/ink851.xml"/><Relationship Id="rId141" Type="http://schemas.openxmlformats.org/officeDocument/2006/relationships/image" Target="../media/image883.png"/><Relationship Id="rId7" Type="http://schemas.openxmlformats.org/officeDocument/2006/relationships/image" Target="../media/image816.png"/><Relationship Id="rId183" Type="http://schemas.openxmlformats.org/officeDocument/2006/relationships/image" Target="../media/image904.png"/><Relationship Id="rId239" Type="http://schemas.openxmlformats.org/officeDocument/2006/relationships/customXml" Target="../ink/ink933.xml"/><Relationship Id="rId250" Type="http://schemas.openxmlformats.org/officeDocument/2006/relationships/image" Target="../media/image937.png"/><Relationship Id="rId292" Type="http://schemas.openxmlformats.org/officeDocument/2006/relationships/image" Target="../media/image958.png"/><Relationship Id="rId306" Type="http://schemas.openxmlformats.org/officeDocument/2006/relationships/customXml" Target="../ink/ink967.xml"/><Relationship Id="rId45" Type="http://schemas.openxmlformats.org/officeDocument/2006/relationships/image" Target="../media/image835.png"/><Relationship Id="rId87" Type="http://schemas.openxmlformats.org/officeDocument/2006/relationships/image" Target="../media/image856.png"/><Relationship Id="rId110" Type="http://schemas.openxmlformats.org/officeDocument/2006/relationships/customXml" Target="../ink/ink868.xml"/><Relationship Id="rId348" Type="http://schemas.openxmlformats.org/officeDocument/2006/relationships/image" Target="../media/image985.png"/><Relationship Id="rId152" Type="http://schemas.openxmlformats.org/officeDocument/2006/relationships/customXml" Target="../ink/ink889.xml"/><Relationship Id="rId194" Type="http://schemas.openxmlformats.org/officeDocument/2006/relationships/customXml" Target="../ink/ink910.xml"/><Relationship Id="rId208" Type="http://schemas.openxmlformats.org/officeDocument/2006/relationships/customXml" Target="../ink/ink917.xml"/><Relationship Id="rId261" Type="http://schemas.openxmlformats.org/officeDocument/2006/relationships/customXml" Target="../ink/ink944.xml"/><Relationship Id="rId14" Type="http://schemas.openxmlformats.org/officeDocument/2006/relationships/customXml" Target="../ink/ink820.xml"/><Relationship Id="rId56" Type="http://schemas.openxmlformats.org/officeDocument/2006/relationships/customXml" Target="../ink/ink841.xml"/><Relationship Id="rId317" Type="http://schemas.openxmlformats.org/officeDocument/2006/relationships/customXml" Target="../ink/ink973.xml"/><Relationship Id="rId98" Type="http://schemas.openxmlformats.org/officeDocument/2006/relationships/customXml" Target="../ink/ink862.xml"/><Relationship Id="rId121" Type="http://schemas.openxmlformats.org/officeDocument/2006/relationships/image" Target="../media/image873.png"/><Relationship Id="rId163" Type="http://schemas.openxmlformats.org/officeDocument/2006/relationships/image" Target="../media/image894.png"/><Relationship Id="rId219" Type="http://schemas.openxmlformats.org/officeDocument/2006/relationships/customXml" Target="../ink/ink923.xml"/><Relationship Id="rId230" Type="http://schemas.openxmlformats.org/officeDocument/2006/relationships/image" Target="../media/image927.png"/><Relationship Id="rId25" Type="http://schemas.openxmlformats.org/officeDocument/2006/relationships/image" Target="../media/image825.png"/><Relationship Id="rId46" Type="http://schemas.openxmlformats.org/officeDocument/2006/relationships/customXml" Target="../ink/ink836.xml"/><Relationship Id="rId67" Type="http://schemas.openxmlformats.org/officeDocument/2006/relationships/image" Target="../media/image846.png"/><Relationship Id="rId272" Type="http://schemas.openxmlformats.org/officeDocument/2006/relationships/image" Target="../media/image948.png"/><Relationship Id="rId293" Type="http://schemas.openxmlformats.org/officeDocument/2006/relationships/customXml" Target="../ink/ink960.xml"/><Relationship Id="rId307" Type="http://schemas.openxmlformats.org/officeDocument/2006/relationships/image" Target="../media/image965.png"/><Relationship Id="rId328" Type="http://schemas.openxmlformats.org/officeDocument/2006/relationships/image" Target="../media/image975.png"/><Relationship Id="rId349" Type="http://schemas.openxmlformats.org/officeDocument/2006/relationships/customXml" Target="../ink/ink989.xml"/><Relationship Id="rId88" Type="http://schemas.openxmlformats.org/officeDocument/2006/relationships/customXml" Target="../ink/ink857.xml"/><Relationship Id="rId111" Type="http://schemas.openxmlformats.org/officeDocument/2006/relationships/image" Target="../media/image868.png"/><Relationship Id="rId132" Type="http://schemas.openxmlformats.org/officeDocument/2006/relationships/customXml" Target="../ink/ink879.xml"/><Relationship Id="rId153" Type="http://schemas.openxmlformats.org/officeDocument/2006/relationships/image" Target="../media/image889.png"/><Relationship Id="rId174" Type="http://schemas.openxmlformats.org/officeDocument/2006/relationships/customXml" Target="../ink/ink900.xml"/><Relationship Id="rId195" Type="http://schemas.openxmlformats.org/officeDocument/2006/relationships/image" Target="../media/image910.png"/><Relationship Id="rId209" Type="http://schemas.openxmlformats.org/officeDocument/2006/relationships/image" Target="../media/image917.png"/><Relationship Id="rId220" Type="http://schemas.openxmlformats.org/officeDocument/2006/relationships/image" Target="../media/image922.png"/><Relationship Id="rId241" Type="http://schemas.openxmlformats.org/officeDocument/2006/relationships/customXml" Target="../ink/ink934.xml"/><Relationship Id="rId15" Type="http://schemas.openxmlformats.org/officeDocument/2006/relationships/image" Target="../media/image820.png"/><Relationship Id="rId36" Type="http://schemas.openxmlformats.org/officeDocument/2006/relationships/customXml" Target="../ink/ink831.xml"/><Relationship Id="rId57" Type="http://schemas.openxmlformats.org/officeDocument/2006/relationships/image" Target="../media/image841.png"/><Relationship Id="rId262" Type="http://schemas.openxmlformats.org/officeDocument/2006/relationships/image" Target="../media/image943.png"/><Relationship Id="rId283" Type="http://schemas.openxmlformats.org/officeDocument/2006/relationships/customXml" Target="../ink/ink955.xml"/><Relationship Id="rId318" Type="http://schemas.openxmlformats.org/officeDocument/2006/relationships/image" Target="../media/image970.png"/><Relationship Id="rId339" Type="http://schemas.openxmlformats.org/officeDocument/2006/relationships/customXml" Target="../ink/ink984.xml"/><Relationship Id="rId78" Type="http://schemas.openxmlformats.org/officeDocument/2006/relationships/customXml" Target="../ink/ink852.xml"/><Relationship Id="rId99" Type="http://schemas.openxmlformats.org/officeDocument/2006/relationships/image" Target="../media/image862.png"/><Relationship Id="rId101" Type="http://schemas.openxmlformats.org/officeDocument/2006/relationships/image" Target="../media/image863.png"/><Relationship Id="rId122" Type="http://schemas.openxmlformats.org/officeDocument/2006/relationships/customXml" Target="../ink/ink874.xml"/><Relationship Id="rId143" Type="http://schemas.openxmlformats.org/officeDocument/2006/relationships/image" Target="../media/image884.png"/><Relationship Id="rId164" Type="http://schemas.openxmlformats.org/officeDocument/2006/relationships/customXml" Target="../ink/ink895.xml"/><Relationship Id="rId185" Type="http://schemas.openxmlformats.org/officeDocument/2006/relationships/image" Target="../media/image905.png"/><Relationship Id="rId350" Type="http://schemas.openxmlformats.org/officeDocument/2006/relationships/image" Target="../media/image986.png"/><Relationship Id="rId9" Type="http://schemas.openxmlformats.org/officeDocument/2006/relationships/image" Target="../media/image817.png"/><Relationship Id="rId210" Type="http://schemas.openxmlformats.org/officeDocument/2006/relationships/customXml" Target="../ink/ink918.xml"/><Relationship Id="rId26" Type="http://schemas.openxmlformats.org/officeDocument/2006/relationships/customXml" Target="../ink/ink826.xml"/><Relationship Id="rId231" Type="http://schemas.openxmlformats.org/officeDocument/2006/relationships/customXml" Target="../ink/ink929.xml"/><Relationship Id="rId252" Type="http://schemas.openxmlformats.org/officeDocument/2006/relationships/image" Target="../media/image938.png"/><Relationship Id="rId273" Type="http://schemas.openxmlformats.org/officeDocument/2006/relationships/customXml" Target="../ink/ink950.xml"/><Relationship Id="rId294" Type="http://schemas.openxmlformats.org/officeDocument/2006/relationships/image" Target="../media/image959.png"/><Relationship Id="rId308" Type="http://schemas.openxmlformats.org/officeDocument/2006/relationships/customXml" Target="../ink/ink968.xml"/><Relationship Id="rId329" Type="http://schemas.openxmlformats.org/officeDocument/2006/relationships/customXml" Target="../ink/ink979.xml"/><Relationship Id="rId47" Type="http://schemas.openxmlformats.org/officeDocument/2006/relationships/image" Target="../media/image836.png"/><Relationship Id="rId68" Type="http://schemas.openxmlformats.org/officeDocument/2006/relationships/customXml" Target="../ink/ink847.xml"/><Relationship Id="rId89" Type="http://schemas.openxmlformats.org/officeDocument/2006/relationships/image" Target="../media/image857.png"/><Relationship Id="rId112" Type="http://schemas.openxmlformats.org/officeDocument/2006/relationships/customXml" Target="../ink/ink869.xml"/><Relationship Id="rId133" Type="http://schemas.openxmlformats.org/officeDocument/2006/relationships/image" Target="../media/image879.png"/><Relationship Id="rId154" Type="http://schemas.openxmlformats.org/officeDocument/2006/relationships/customXml" Target="../ink/ink890.xml"/><Relationship Id="rId175" Type="http://schemas.openxmlformats.org/officeDocument/2006/relationships/image" Target="../media/image900.png"/><Relationship Id="rId340" Type="http://schemas.openxmlformats.org/officeDocument/2006/relationships/image" Target="../media/image981.png"/><Relationship Id="rId196" Type="http://schemas.openxmlformats.org/officeDocument/2006/relationships/customXml" Target="../ink/ink911.xml"/><Relationship Id="rId200" Type="http://schemas.openxmlformats.org/officeDocument/2006/relationships/customXml" Target="../ink/ink913.xml"/><Relationship Id="rId16" Type="http://schemas.openxmlformats.org/officeDocument/2006/relationships/customXml" Target="../ink/ink821.xml"/><Relationship Id="rId221" Type="http://schemas.openxmlformats.org/officeDocument/2006/relationships/customXml" Target="../ink/ink924.xml"/><Relationship Id="rId242" Type="http://schemas.openxmlformats.org/officeDocument/2006/relationships/image" Target="../media/image933.png"/><Relationship Id="rId263" Type="http://schemas.openxmlformats.org/officeDocument/2006/relationships/customXml" Target="../ink/ink945.xml"/><Relationship Id="rId284" Type="http://schemas.openxmlformats.org/officeDocument/2006/relationships/image" Target="../media/image954.png"/><Relationship Id="rId319" Type="http://schemas.openxmlformats.org/officeDocument/2006/relationships/customXml" Target="../ink/ink974.xml"/><Relationship Id="rId37" Type="http://schemas.openxmlformats.org/officeDocument/2006/relationships/image" Target="../media/image831.png"/><Relationship Id="rId58" Type="http://schemas.openxmlformats.org/officeDocument/2006/relationships/customXml" Target="../ink/ink842.xml"/><Relationship Id="rId79" Type="http://schemas.openxmlformats.org/officeDocument/2006/relationships/image" Target="../media/image852.png"/><Relationship Id="rId102" Type="http://schemas.openxmlformats.org/officeDocument/2006/relationships/customXml" Target="../ink/ink864.xml"/><Relationship Id="rId123" Type="http://schemas.openxmlformats.org/officeDocument/2006/relationships/image" Target="../media/image874.png"/><Relationship Id="rId144" Type="http://schemas.openxmlformats.org/officeDocument/2006/relationships/customXml" Target="../ink/ink885.xml"/><Relationship Id="rId330" Type="http://schemas.openxmlformats.org/officeDocument/2006/relationships/image" Target="../media/image976.png"/><Relationship Id="rId90" Type="http://schemas.openxmlformats.org/officeDocument/2006/relationships/customXml" Target="../ink/ink858.xml"/><Relationship Id="rId165" Type="http://schemas.openxmlformats.org/officeDocument/2006/relationships/image" Target="../media/image895.png"/><Relationship Id="rId186" Type="http://schemas.openxmlformats.org/officeDocument/2006/relationships/customXml" Target="../ink/ink906.xml"/><Relationship Id="rId351" Type="http://schemas.openxmlformats.org/officeDocument/2006/relationships/customXml" Target="../ink/ink990.xml"/><Relationship Id="rId211" Type="http://schemas.openxmlformats.org/officeDocument/2006/relationships/image" Target="../media/image918.png"/><Relationship Id="rId232" Type="http://schemas.openxmlformats.org/officeDocument/2006/relationships/image" Target="../media/image928.png"/><Relationship Id="rId253" Type="http://schemas.openxmlformats.org/officeDocument/2006/relationships/customXml" Target="../ink/ink940.xml"/><Relationship Id="rId274" Type="http://schemas.openxmlformats.org/officeDocument/2006/relationships/image" Target="../media/image949.png"/><Relationship Id="rId295" Type="http://schemas.openxmlformats.org/officeDocument/2006/relationships/customXml" Target="../ink/ink961.xml"/><Relationship Id="rId309" Type="http://schemas.openxmlformats.org/officeDocument/2006/relationships/image" Target="../media/image966.png"/><Relationship Id="rId27" Type="http://schemas.openxmlformats.org/officeDocument/2006/relationships/image" Target="../media/image826.png"/><Relationship Id="rId48" Type="http://schemas.openxmlformats.org/officeDocument/2006/relationships/customXml" Target="../ink/ink837.xml"/><Relationship Id="rId69" Type="http://schemas.openxmlformats.org/officeDocument/2006/relationships/image" Target="../media/image847.png"/><Relationship Id="rId113" Type="http://schemas.openxmlformats.org/officeDocument/2006/relationships/image" Target="../media/image869.png"/><Relationship Id="rId134" Type="http://schemas.openxmlformats.org/officeDocument/2006/relationships/customXml" Target="../ink/ink880.xml"/><Relationship Id="rId320" Type="http://schemas.openxmlformats.org/officeDocument/2006/relationships/image" Target="../media/image971.png"/><Relationship Id="rId80" Type="http://schemas.openxmlformats.org/officeDocument/2006/relationships/customXml" Target="../ink/ink853.xml"/><Relationship Id="rId155" Type="http://schemas.openxmlformats.org/officeDocument/2006/relationships/image" Target="../media/image890.png"/><Relationship Id="rId176" Type="http://schemas.openxmlformats.org/officeDocument/2006/relationships/customXml" Target="../ink/ink901.xml"/><Relationship Id="rId197" Type="http://schemas.openxmlformats.org/officeDocument/2006/relationships/image" Target="../media/image911.png"/><Relationship Id="rId341" Type="http://schemas.openxmlformats.org/officeDocument/2006/relationships/customXml" Target="../ink/ink985.xml"/><Relationship Id="rId201" Type="http://schemas.openxmlformats.org/officeDocument/2006/relationships/image" Target="../media/image913.png"/><Relationship Id="rId222" Type="http://schemas.openxmlformats.org/officeDocument/2006/relationships/image" Target="../media/image923.png"/><Relationship Id="rId243" Type="http://schemas.openxmlformats.org/officeDocument/2006/relationships/customXml" Target="../ink/ink935.xml"/><Relationship Id="rId264" Type="http://schemas.openxmlformats.org/officeDocument/2006/relationships/image" Target="../media/image944.png"/><Relationship Id="rId285" Type="http://schemas.openxmlformats.org/officeDocument/2006/relationships/customXml" Target="../ink/ink956.xml"/><Relationship Id="rId17" Type="http://schemas.openxmlformats.org/officeDocument/2006/relationships/image" Target="../media/image821.png"/><Relationship Id="rId38" Type="http://schemas.openxmlformats.org/officeDocument/2006/relationships/customXml" Target="../ink/ink832.xml"/><Relationship Id="rId59" Type="http://schemas.openxmlformats.org/officeDocument/2006/relationships/image" Target="../media/image842.png"/><Relationship Id="rId103" Type="http://schemas.openxmlformats.org/officeDocument/2006/relationships/image" Target="../media/image864.png"/><Relationship Id="rId124" Type="http://schemas.openxmlformats.org/officeDocument/2006/relationships/customXml" Target="../ink/ink875.xml"/><Relationship Id="rId310" Type="http://schemas.openxmlformats.org/officeDocument/2006/relationships/customXml" Target="../ink/ink969.xml"/><Relationship Id="rId70" Type="http://schemas.openxmlformats.org/officeDocument/2006/relationships/customXml" Target="../ink/ink848.xml"/><Relationship Id="rId91" Type="http://schemas.openxmlformats.org/officeDocument/2006/relationships/image" Target="../media/image858.png"/><Relationship Id="rId145" Type="http://schemas.openxmlformats.org/officeDocument/2006/relationships/image" Target="../media/image885.png"/><Relationship Id="rId166" Type="http://schemas.openxmlformats.org/officeDocument/2006/relationships/customXml" Target="../ink/ink896.xml"/><Relationship Id="rId187" Type="http://schemas.openxmlformats.org/officeDocument/2006/relationships/image" Target="../media/image906.png"/><Relationship Id="rId331" Type="http://schemas.openxmlformats.org/officeDocument/2006/relationships/customXml" Target="../ink/ink980.xml"/><Relationship Id="rId352" Type="http://schemas.openxmlformats.org/officeDocument/2006/relationships/image" Target="../media/image987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919.xml"/><Relationship Id="rId233" Type="http://schemas.openxmlformats.org/officeDocument/2006/relationships/customXml" Target="../ink/ink930.xml"/><Relationship Id="rId254" Type="http://schemas.openxmlformats.org/officeDocument/2006/relationships/image" Target="../media/image939.png"/><Relationship Id="rId28" Type="http://schemas.openxmlformats.org/officeDocument/2006/relationships/customXml" Target="../ink/ink827.xml"/><Relationship Id="rId49" Type="http://schemas.openxmlformats.org/officeDocument/2006/relationships/image" Target="../media/image837.png"/><Relationship Id="rId114" Type="http://schemas.openxmlformats.org/officeDocument/2006/relationships/customXml" Target="../ink/ink870.xml"/><Relationship Id="rId275" Type="http://schemas.openxmlformats.org/officeDocument/2006/relationships/customXml" Target="../ink/ink951.xml"/><Relationship Id="rId296" Type="http://schemas.openxmlformats.org/officeDocument/2006/relationships/image" Target="../media/image960.png"/><Relationship Id="rId300" Type="http://schemas.openxmlformats.org/officeDocument/2006/relationships/image" Target="../media/image962.png"/><Relationship Id="rId60" Type="http://schemas.openxmlformats.org/officeDocument/2006/relationships/customXml" Target="../ink/ink843.xml"/><Relationship Id="rId81" Type="http://schemas.openxmlformats.org/officeDocument/2006/relationships/image" Target="../media/image853.png"/><Relationship Id="rId135" Type="http://schemas.openxmlformats.org/officeDocument/2006/relationships/image" Target="../media/image880.png"/><Relationship Id="rId156" Type="http://schemas.openxmlformats.org/officeDocument/2006/relationships/customXml" Target="../ink/ink891.xml"/><Relationship Id="rId177" Type="http://schemas.openxmlformats.org/officeDocument/2006/relationships/image" Target="../media/image901.png"/><Relationship Id="rId198" Type="http://schemas.openxmlformats.org/officeDocument/2006/relationships/customXml" Target="../ink/ink912.xml"/><Relationship Id="rId321" Type="http://schemas.openxmlformats.org/officeDocument/2006/relationships/customXml" Target="../ink/ink975.xml"/><Relationship Id="rId342" Type="http://schemas.openxmlformats.org/officeDocument/2006/relationships/image" Target="../media/image982.png"/><Relationship Id="rId202" Type="http://schemas.openxmlformats.org/officeDocument/2006/relationships/customXml" Target="../ink/ink914.xml"/><Relationship Id="rId223" Type="http://schemas.openxmlformats.org/officeDocument/2006/relationships/customXml" Target="../ink/ink925.xml"/><Relationship Id="rId244" Type="http://schemas.openxmlformats.org/officeDocument/2006/relationships/image" Target="../media/image934.png"/><Relationship Id="rId18" Type="http://schemas.openxmlformats.org/officeDocument/2006/relationships/customXml" Target="../ink/ink822.xml"/><Relationship Id="rId39" Type="http://schemas.openxmlformats.org/officeDocument/2006/relationships/image" Target="../media/image832.png"/><Relationship Id="rId265" Type="http://schemas.openxmlformats.org/officeDocument/2006/relationships/customXml" Target="../ink/ink946.xml"/><Relationship Id="rId286" Type="http://schemas.openxmlformats.org/officeDocument/2006/relationships/image" Target="../media/image955.png"/><Relationship Id="rId50" Type="http://schemas.openxmlformats.org/officeDocument/2006/relationships/customXml" Target="../ink/ink838.xml"/><Relationship Id="rId104" Type="http://schemas.openxmlformats.org/officeDocument/2006/relationships/customXml" Target="../ink/ink865.xml"/><Relationship Id="rId125" Type="http://schemas.openxmlformats.org/officeDocument/2006/relationships/image" Target="../media/image875.png"/><Relationship Id="rId146" Type="http://schemas.openxmlformats.org/officeDocument/2006/relationships/customXml" Target="../ink/ink886.xml"/><Relationship Id="rId167" Type="http://schemas.openxmlformats.org/officeDocument/2006/relationships/image" Target="../media/image896.png"/><Relationship Id="rId188" Type="http://schemas.openxmlformats.org/officeDocument/2006/relationships/customXml" Target="../ink/ink907.xml"/><Relationship Id="rId311" Type="http://schemas.openxmlformats.org/officeDocument/2006/relationships/image" Target="../media/image967.png"/><Relationship Id="rId332" Type="http://schemas.openxmlformats.org/officeDocument/2006/relationships/image" Target="../media/image977.png"/><Relationship Id="rId353" Type="http://schemas.openxmlformats.org/officeDocument/2006/relationships/customXml" Target="../ink/ink991.xml"/><Relationship Id="rId71" Type="http://schemas.openxmlformats.org/officeDocument/2006/relationships/image" Target="../media/image848.png"/><Relationship Id="rId92" Type="http://schemas.openxmlformats.org/officeDocument/2006/relationships/customXml" Target="../ink/ink859.xml"/><Relationship Id="rId213" Type="http://schemas.openxmlformats.org/officeDocument/2006/relationships/image" Target="../media/image919.png"/><Relationship Id="rId234" Type="http://schemas.openxmlformats.org/officeDocument/2006/relationships/image" Target="../media/image929.png"/><Relationship Id="rId2" Type="http://schemas.openxmlformats.org/officeDocument/2006/relationships/customXml" Target="../ink/ink814.xml"/><Relationship Id="rId29" Type="http://schemas.openxmlformats.org/officeDocument/2006/relationships/image" Target="../media/image827.png"/><Relationship Id="rId255" Type="http://schemas.openxmlformats.org/officeDocument/2006/relationships/customXml" Target="../ink/ink941.xml"/><Relationship Id="rId276" Type="http://schemas.openxmlformats.org/officeDocument/2006/relationships/image" Target="../media/image950.png"/><Relationship Id="rId297" Type="http://schemas.openxmlformats.org/officeDocument/2006/relationships/customXml" Target="../ink/ink962.xml"/><Relationship Id="rId40" Type="http://schemas.openxmlformats.org/officeDocument/2006/relationships/customXml" Target="../ink/ink833.xml"/><Relationship Id="rId115" Type="http://schemas.openxmlformats.org/officeDocument/2006/relationships/image" Target="../media/image870.png"/><Relationship Id="rId136" Type="http://schemas.openxmlformats.org/officeDocument/2006/relationships/customXml" Target="../ink/ink881.xml"/><Relationship Id="rId157" Type="http://schemas.openxmlformats.org/officeDocument/2006/relationships/image" Target="../media/image891.png"/><Relationship Id="rId178" Type="http://schemas.openxmlformats.org/officeDocument/2006/relationships/customXml" Target="../ink/ink902.xml"/><Relationship Id="rId301" Type="http://schemas.openxmlformats.org/officeDocument/2006/relationships/customXml" Target="../ink/ink964.xml"/><Relationship Id="rId322" Type="http://schemas.openxmlformats.org/officeDocument/2006/relationships/image" Target="../media/image972.png"/><Relationship Id="rId343" Type="http://schemas.openxmlformats.org/officeDocument/2006/relationships/customXml" Target="../ink/ink986.xml"/><Relationship Id="rId61" Type="http://schemas.openxmlformats.org/officeDocument/2006/relationships/image" Target="../media/image843.png"/><Relationship Id="rId82" Type="http://schemas.openxmlformats.org/officeDocument/2006/relationships/customXml" Target="../ink/ink854.xml"/><Relationship Id="rId199" Type="http://schemas.openxmlformats.org/officeDocument/2006/relationships/image" Target="../media/image912.png"/><Relationship Id="rId203" Type="http://schemas.openxmlformats.org/officeDocument/2006/relationships/image" Target="../media/image914.png"/><Relationship Id="rId19" Type="http://schemas.openxmlformats.org/officeDocument/2006/relationships/image" Target="../media/image822.png"/><Relationship Id="rId224" Type="http://schemas.openxmlformats.org/officeDocument/2006/relationships/image" Target="../media/image924.png"/><Relationship Id="rId245" Type="http://schemas.openxmlformats.org/officeDocument/2006/relationships/customXml" Target="../ink/ink936.xml"/><Relationship Id="rId266" Type="http://schemas.openxmlformats.org/officeDocument/2006/relationships/image" Target="../media/image945.png"/><Relationship Id="rId287" Type="http://schemas.openxmlformats.org/officeDocument/2006/relationships/customXml" Target="../ink/ink957.xml"/><Relationship Id="rId30" Type="http://schemas.openxmlformats.org/officeDocument/2006/relationships/customXml" Target="../ink/ink828.xml"/><Relationship Id="rId105" Type="http://schemas.openxmlformats.org/officeDocument/2006/relationships/image" Target="../media/image865.png"/><Relationship Id="rId126" Type="http://schemas.openxmlformats.org/officeDocument/2006/relationships/customXml" Target="../ink/ink876.xml"/><Relationship Id="rId147" Type="http://schemas.openxmlformats.org/officeDocument/2006/relationships/image" Target="../media/image886.png"/><Relationship Id="rId168" Type="http://schemas.openxmlformats.org/officeDocument/2006/relationships/customXml" Target="../ink/ink897.xml"/><Relationship Id="rId312" Type="http://schemas.openxmlformats.org/officeDocument/2006/relationships/customXml" Target="../ink/ink970.xml"/><Relationship Id="rId333" Type="http://schemas.openxmlformats.org/officeDocument/2006/relationships/customXml" Target="../ink/ink981.xml"/><Relationship Id="rId354" Type="http://schemas.openxmlformats.org/officeDocument/2006/relationships/image" Target="../media/image988.png"/><Relationship Id="rId51" Type="http://schemas.openxmlformats.org/officeDocument/2006/relationships/image" Target="../media/image838.png"/><Relationship Id="rId72" Type="http://schemas.openxmlformats.org/officeDocument/2006/relationships/customXml" Target="../ink/ink849.xml"/><Relationship Id="rId93" Type="http://schemas.openxmlformats.org/officeDocument/2006/relationships/image" Target="../media/image859.png"/><Relationship Id="rId189" Type="http://schemas.openxmlformats.org/officeDocument/2006/relationships/image" Target="../media/image907.png"/><Relationship Id="rId3" Type="http://schemas.openxmlformats.org/officeDocument/2006/relationships/image" Target="../media/image814.png"/><Relationship Id="rId214" Type="http://schemas.openxmlformats.org/officeDocument/2006/relationships/customXml" Target="../ink/ink920.xml"/><Relationship Id="rId235" Type="http://schemas.openxmlformats.org/officeDocument/2006/relationships/customXml" Target="../ink/ink931.xml"/><Relationship Id="rId256" Type="http://schemas.openxmlformats.org/officeDocument/2006/relationships/image" Target="../media/image940.png"/><Relationship Id="rId277" Type="http://schemas.openxmlformats.org/officeDocument/2006/relationships/customXml" Target="../ink/ink952.xml"/><Relationship Id="rId298" Type="http://schemas.openxmlformats.org/officeDocument/2006/relationships/image" Target="../media/image961.png"/><Relationship Id="rId116" Type="http://schemas.openxmlformats.org/officeDocument/2006/relationships/customXml" Target="../ink/ink871.xml"/><Relationship Id="rId137" Type="http://schemas.openxmlformats.org/officeDocument/2006/relationships/image" Target="../media/image881.png"/><Relationship Id="rId158" Type="http://schemas.openxmlformats.org/officeDocument/2006/relationships/customXml" Target="../ink/ink892.xml"/><Relationship Id="rId302" Type="http://schemas.openxmlformats.org/officeDocument/2006/relationships/image" Target="../media/image963.png"/><Relationship Id="rId323" Type="http://schemas.openxmlformats.org/officeDocument/2006/relationships/customXml" Target="../ink/ink976.xml"/><Relationship Id="rId344" Type="http://schemas.openxmlformats.org/officeDocument/2006/relationships/image" Target="../media/image983.png"/><Relationship Id="rId20" Type="http://schemas.openxmlformats.org/officeDocument/2006/relationships/customXml" Target="../ink/ink823.xml"/><Relationship Id="rId41" Type="http://schemas.openxmlformats.org/officeDocument/2006/relationships/image" Target="../media/image833.png"/><Relationship Id="rId62" Type="http://schemas.openxmlformats.org/officeDocument/2006/relationships/customXml" Target="../ink/ink844.xml"/><Relationship Id="rId83" Type="http://schemas.openxmlformats.org/officeDocument/2006/relationships/image" Target="../media/image854.png"/><Relationship Id="rId179" Type="http://schemas.openxmlformats.org/officeDocument/2006/relationships/image" Target="../media/image902.png"/><Relationship Id="rId190" Type="http://schemas.openxmlformats.org/officeDocument/2006/relationships/customXml" Target="../ink/ink908.xml"/><Relationship Id="rId204" Type="http://schemas.openxmlformats.org/officeDocument/2006/relationships/customXml" Target="../ink/ink915.xml"/><Relationship Id="rId225" Type="http://schemas.openxmlformats.org/officeDocument/2006/relationships/customXml" Target="../ink/ink926.xml"/><Relationship Id="rId246" Type="http://schemas.openxmlformats.org/officeDocument/2006/relationships/image" Target="../media/image935.png"/><Relationship Id="rId267" Type="http://schemas.openxmlformats.org/officeDocument/2006/relationships/customXml" Target="../ink/ink947.xml"/><Relationship Id="rId288" Type="http://schemas.openxmlformats.org/officeDocument/2006/relationships/image" Target="../media/image956.png"/><Relationship Id="rId106" Type="http://schemas.openxmlformats.org/officeDocument/2006/relationships/customXml" Target="../ink/ink866.xml"/><Relationship Id="rId127" Type="http://schemas.openxmlformats.org/officeDocument/2006/relationships/image" Target="../media/image876.png"/><Relationship Id="rId313" Type="http://schemas.openxmlformats.org/officeDocument/2006/relationships/image" Target="../media/image968.png"/><Relationship Id="rId10" Type="http://schemas.openxmlformats.org/officeDocument/2006/relationships/customXml" Target="../ink/ink818.xml"/><Relationship Id="rId31" Type="http://schemas.openxmlformats.org/officeDocument/2006/relationships/image" Target="../media/image828.png"/><Relationship Id="rId52" Type="http://schemas.openxmlformats.org/officeDocument/2006/relationships/customXml" Target="../ink/ink839.xml"/><Relationship Id="rId73" Type="http://schemas.openxmlformats.org/officeDocument/2006/relationships/image" Target="../media/image849.png"/><Relationship Id="rId94" Type="http://schemas.openxmlformats.org/officeDocument/2006/relationships/customXml" Target="../ink/ink860.xml"/><Relationship Id="rId148" Type="http://schemas.openxmlformats.org/officeDocument/2006/relationships/customXml" Target="../ink/ink887.xml"/><Relationship Id="rId169" Type="http://schemas.openxmlformats.org/officeDocument/2006/relationships/image" Target="../media/image897.png"/><Relationship Id="rId334" Type="http://schemas.openxmlformats.org/officeDocument/2006/relationships/image" Target="../media/image978.png"/><Relationship Id="rId355" Type="http://schemas.openxmlformats.org/officeDocument/2006/relationships/customXml" Target="../ink/ink992.xml"/><Relationship Id="rId4" Type="http://schemas.openxmlformats.org/officeDocument/2006/relationships/customXml" Target="../ink/ink815.xml"/><Relationship Id="rId180" Type="http://schemas.openxmlformats.org/officeDocument/2006/relationships/customXml" Target="../ink/ink903.xml"/><Relationship Id="rId215" Type="http://schemas.openxmlformats.org/officeDocument/2006/relationships/customXml" Target="../ink/ink921.xml"/><Relationship Id="rId236" Type="http://schemas.openxmlformats.org/officeDocument/2006/relationships/image" Target="../media/image930.png"/><Relationship Id="rId257" Type="http://schemas.openxmlformats.org/officeDocument/2006/relationships/customXml" Target="../ink/ink942.xml"/><Relationship Id="rId278" Type="http://schemas.openxmlformats.org/officeDocument/2006/relationships/image" Target="../media/image951.png"/><Relationship Id="rId303" Type="http://schemas.openxmlformats.org/officeDocument/2006/relationships/customXml" Target="../ink/ink965.xml"/><Relationship Id="rId42" Type="http://schemas.openxmlformats.org/officeDocument/2006/relationships/customXml" Target="../ink/ink834.xml"/><Relationship Id="rId84" Type="http://schemas.openxmlformats.org/officeDocument/2006/relationships/customXml" Target="../ink/ink855.xml"/><Relationship Id="rId138" Type="http://schemas.openxmlformats.org/officeDocument/2006/relationships/customXml" Target="../ink/ink882.xml"/><Relationship Id="rId345" Type="http://schemas.openxmlformats.org/officeDocument/2006/relationships/customXml" Target="../ink/ink987.xml"/><Relationship Id="rId191" Type="http://schemas.openxmlformats.org/officeDocument/2006/relationships/image" Target="../media/image908.png"/><Relationship Id="rId205" Type="http://schemas.openxmlformats.org/officeDocument/2006/relationships/image" Target="../media/image915.png"/><Relationship Id="rId247" Type="http://schemas.openxmlformats.org/officeDocument/2006/relationships/customXml" Target="../ink/ink937.xml"/><Relationship Id="rId107" Type="http://schemas.openxmlformats.org/officeDocument/2006/relationships/image" Target="../media/image866.png"/><Relationship Id="rId289" Type="http://schemas.openxmlformats.org/officeDocument/2006/relationships/customXml" Target="../ink/ink958.xml"/><Relationship Id="rId11" Type="http://schemas.openxmlformats.org/officeDocument/2006/relationships/image" Target="../media/image818.png"/><Relationship Id="rId53" Type="http://schemas.openxmlformats.org/officeDocument/2006/relationships/image" Target="../media/image839.png"/><Relationship Id="rId149" Type="http://schemas.openxmlformats.org/officeDocument/2006/relationships/image" Target="../media/image887.png"/><Relationship Id="rId314" Type="http://schemas.openxmlformats.org/officeDocument/2006/relationships/customXml" Target="../ink/ink971.xml"/><Relationship Id="rId356" Type="http://schemas.openxmlformats.org/officeDocument/2006/relationships/image" Target="../media/image989.png"/><Relationship Id="rId95" Type="http://schemas.openxmlformats.org/officeDocument/2006/relationships/image" Target="../media/image860.png"/><Relationship Id="rId160" Type="http://schemas.openxmlformats.org/officeDocument/2006/relationships/customXml" Target="../ink/ink893.xml"/><Relationship Id="rId216" Type="http://schemas.openxmlformats.org/officeDocument/2006/relationships/image" Target="../media/image920.png"/><Relationship Id="rId258" Type="http://schemas.openxmlformats.org/officeDocument/2006/relationships/image" Target="../media/image941.png"/><Relationship Id="rId22" Type="http://schemas.openxmlformats.org/officeDocument/2006/relationships/customXml" Target="../ink/ink824.xml"/><Relationship Id="rId64" Type="http://schemas.openxmlformats.org/officeDocument/2006/relationships/customXml" Target="../ink/ink845.xml"/><Relationship Id="rId118" Type="http://schemas.openxmlformats.org/officeDocument/2006/relationships/customXml" Target="../ink/ink872.xml"/><Relationship Id="rId325" Type="http://schemas.openxmlformats.org/officeDocument/2006/relationships/customXml" Target="../ink/ink977.xml"/><Relationship Id="rId171" Type="http://schemas.openxmlformats.org/officeDocument/2006/relationships/image" Target="../media/image898.png"/><Relationship Id="rId227" Type="http://schemas.openxmlformats.org/officeDocument/2006/relationships/customXml" Target="../ink/ink927.xml"/><Relationship Id="rId269" Type="http://schemas.openxmlformats.org/officeDocument/2006/relationships/customXml" Target="../ink/ink948.xml"/><Relationship Id="rId33" Type="http://schemas.openxmlformats.org/officeDocument/2006/relationships/image" Target="../media/image829.png"/><Relationship Id="rId129" Type="http://schemas.openxmlformats.org/officeDocument/2006/relationships/image" Target="../media/image877.png"/><Relationship Id="rId280" Type="http://schemas.openxmlformats.org/officeDocument/2006/relationships/image" Target="../media/image952.png"/><Relationship Id="rId336" Type="http://schemas.openxmlformats.org/officeDocument/2006/relationships/image" Target="../media/image979.png"/><Relationship Id="rId75" Type="http://schemas.openxmlformats.org/officeDocument/2006/relationships/image" Target="../media/image850.png"/><Relationship Id="rId140" Type="http://schemas.openxmlformats.org/officeDocument/2006/relationships/customXml" Target="../ink/ink883.xml"/><Relationship Id="rId182" Type="http://schemas.openxmlformats.org/officeDocument/2006/relationships/customXml" Target="../ink/ink904.xml"/><Relationship Id="rId6" Type="http://schemas.openxmlformats.org/officeDocument/2006/relationships/customXml" Target="../ink/ink816.xml"/><Relationship Id="rId238" Type="http://schemas.openxmlformats.org/officeDocument/2006/relationships/image" Target="../media/image931.png"/><Relationship Id="rId291" Type="http://schemas.openxmlformats.org/officeDocument/2006/relationships/customXml" Target="../ink/ink959.xml"/><Relationship Id="rId305" Type="http://schemas.openxmlformats.org/officeDocument/2006/relationships/image" Target="../media/image964.png"/><Relationship Id="rId347" Type="http://schemas.openxmlformats.org/officeDocument/2006/relationships/customXml" Target="../ink/ink988.xml"/><Relationship Id="rId44" Type="http://schemas.openxmlformats.org/officeDocument/2006/relationships/customXml" Target="../ink/ink835.xml"/><Relationship Id="rId86" Type="http://schemas.openxmlformats.org/officeDocument/2006/relationships/customXml" Target="../ink/ink856.xml"/><Relationship Id="rId151" Type="http://schemas.openxmlformats.org/officeDocument/2006/relationships/image" Target="../media/image888.png"/><Relationship Id="rId193" Type="http://schemas.openxmlformats.org/officeDocument/2006/relationships/image" Target="../media/image909.png"/><Relationship Id="rId207" Type="http://schemas.openxmlformats.org/officeDocument/2006/relationships/image" Target="../media/image916.png"/><Relationship Id="rId249" Type="http://schemas.openxmlformats.org/officeDocument/2006/relationships/customXml" Target="../ink/ink938.xml"/><Relationship Id="rId13" Type="http://schemas.openxmlformats.org/officeDocument/2006/relationships/image" Target="../media/image819.png"/><Relationship Id="rId109" Type="http://schemas.openxmlformats.org/officeDocument/2006/relationships/image" Target="../media/image867.png"/><Relationship Id="rId260" Type="http://schemas.openxmlformats.org/officeDocument/2006/relationships/image" Target="../media/image942.png"/><Relationship Id="rId316" Type="http://schemas.openxmlformats.org/officeDocument/2006/relationships/image" Target="../media/image969.png"/><Relationship Id="rId55" Type="http://schemas.openxmlformats.org/officeDocument/2006/relationships/image" Target="../media/image840.png"/><Relationship Id="rId97" Type="http://schemas.openxmlformats.org/officeDocument/2006/relationships/image" Target="../media/image861.png"/><Relationship Id="rId120" Type="http://schemas.openxmlformats.org/officeDocument/2006/relationships/customXml" Target="../ink/ink873.xml"/><Relationship Id="rId358" Type="http://schemas.openxmlformats.org/officeDocument/2006/relationships/image" Target="../media/image990.png"/><Relationship Id="rId162" Type="http://schemas.openxmlformats.org/officeDocument/2006/relationships/customXml" Target="../ink/ink894.xml"/><Relationship Id="rId218" Type="http://schemas.openxmlformats.org/officeDocument/2006/relationships/image" Target="../media/image921.png"/><Relationship Id="rId271" Type="http://schemas.openxmlformats.org/officeDocument/2006/relationships/customXml" Target="../ink/ink949.xml"/><Relationship Id="rId24" Type="http://schemas.openxmlformats.org/officeDocument/2006/relationships/customXml" Target="../ink/ink825.xml"/><Relationship Id="rId66" Type="http://schemas.openxmlformats.org/officeDocument/2006/relationships/customXml" Target="../ink/ink846.xml"/><Relationship Id="rId131" Type="http://schemas.openxmlformats.org/officeDocument/2006/relationships/image" Target="../media/image878.png"/><Relationship Id="rId327" Type="http://schemas.openxmlformats.org/officeDocument/2006/relationships/customXml" Target="../ink/ink978.xml"/><Relationship Id="rId173" Type="http://schemas.openxmlformats.org/officeDocument/2006/relationships/image" Target="../media/image899.png"/><Relationship Id="rId229" Type="http://schemas.openxmlformats.org/officeDocument/2006/relationships/customXml" Target="../ink/ink928.xml"/><Relationship Id="rId240" Type="http://schemas.openxmlformats.org/officeDocument/2006/relationships/image" Target="../media/image932.png"/><Relationship Id="rId35" Type="http://schemas.openxmlformats.org/officeDocument/2006/relationships/image" Target="../media/image830.png"/><Relationship Id="rId77" Type="http://schemas.openxmlformats.org/officeDocument/2006/relationships/image" Target="../media/image851.png"/><Relationship Id="rId100" Type="http://schemas.openxmlformats.org/officeDocument/2006/relationships/customXml" Target="../ink/ink863.xml"/><Relationship Id="rId282" Type="http://schemas.openxmlformats.org/officeDocument/2006/relationships/image" Target="../media/image953.png"/><Relationship Id="rId338" Type="http://schemas.openxmlformats.org/officeDocument/2006/relationships/image" Target="../media/image980.png"/><Relationship Id="rId8" Type="http://schemas.openxmlformats.org/officeDocument/2006/relationships/customXml" Target="../ink/ink817.xml"/><Relationship Id="rId142" Type="http://schemas.openxmlformats.org/officeDocument/2006/relationships/customXml" Target="../ink/ink884.xml"/><Relationship Id="rId184" Type="http://schemas.openxmlformats.org/officeDocument/2006/relationships/customXml" Target="../ink/ink905.xml"/><Relationship Id="rId251" Type="http://schemas.openxmlformats.org/officeDocument/2006/relationships/customXml" Target="../ink/ink939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048.png"/><Relationship Id="rId21" Type="http://schemas.openxmlformats.org/officeDocument/2006/relationships/image" Target="../media/image1000.png"/><Relationship Id="rId324" Type="http://schemas.openxmlformats.org/officeDocument/2006/relationships/customXml" Target="../ink/ink1155.xml"/><Relationship Id="rId531" Type="http://schemas.openxmlformats.org/officeDocument/2006/relationships/image" Target="../media/image1255.png"/><Relationship Id="rId629" Type="http://schemas.openxmlformats.org/officeDocument/2006/relationships/image" Target="../media/image1303.png"/><Relationship Id="rId170" Type="http://schemas.openxmlformats.org/officeDocument/2006/relationships/customXml" Target="../ink/ink1078.xml"/><Relationship Id="rId268" Type="http://schemas.openxmlformats.org/officeDocument/2006/relationships/customXml" Target="../ink/ink1127.xml"/><Relationship Id="rId475" Type="http://schemas.openxmlformats.org/officeDocument/2006/relationships/image" Target="../media/image1227.png"/><Relationship Id="rId32" Type="http://schemas.openxmlformats.org/officeDocument/2006/relationships/customXml" Target="../ink/ink1009.xml"/><Relationship Id="rId128" Type="http://schemas.openxmlformats.org/officeDocument/2006/relationships/customXml" Target="../ink/ink1057.xml"/><Relationship Id="rId335" Type="http://schemas.openxmlformats.org/officeDocument/2006/relationships/image" Target="../media/image1157.png"/><Relationship Id="rId542" Type="http://schemas.openxmlformats.org/officeDocument/2006/relationships/customXml" Target="../ink/ink1264.xml"/><Relationship Id="rId181" Type="http://schemas.openxmlformats.org/officeDocument/2006/relationships/image" Target="../media/image1080.png"/><Relationship Id="rId402" Type="http://schemas.openxmlformats.org/officeDocument/2006/relationships/customXml" Target="../ink/ink1194.xml"/><Relationship Id="rId279" Type="http://schemas.openxmlformats.org/officeDocument/2006/relationships/image" Target="../media/image1129.png"/><Relationship Id="rId486" Type="http://schemas.openxmlformats.org/officeDocument/2006/relationships/customXml" Target="../ink/ink1236.xml"/><Relationship Id="rId43" Type="http://schemas.openxmlformats.org/officeDocument/2006/relationships/image" Target="../media/image1011.png"/><Relationship Id="rId139" Type="http://schemas.openxmlformats.org/officeDocument/2006/relationships/image" Target="../media/image1059.png"/><Relationship Id="rId346" Type="http://schemas.openxmlformats.org/officeDocument/2006/relationships/customXml" Target="../ink/ink1166.xml"/><Relationship Id="rId553" Type="http://schemas.openxmlformats.org/officeDocument/2006/relationships/image" Target="../media/image1266.png"/><Relationship Id="rId192" Type="http://schemas.openxmlformats.org/officeDocument/2006/relationships/customXml" Target="../ink/ink1089.xml"/><Relationship Id="rId206" Type="http://schemas.openxmlformats.org/officeDocument/2006/relationships/customXml" Target="../ink/ink1096.xml"/><Relationship Id="rId413" Type="http://schemas.openxmlformats.org/officeDocument/2006/relationships/image" Target="../media/image1196.png"/><Relationship Id="rId497" Type="http://schemas.openxmlformats.org/officeDocument/2006/relationships/image" Target="../media/image1238.png"/><Relationship Id="rId620" Type="http://schemas.openxmlformats.org/officeDocument/2006/relationships/customXml" Target="../ink/ink1303.xml"/><Relationship Id="rId357" Type="http://schemas.openxmlformats.org/officeDocument/2006/relationships/image" Target="../media/image1168.png"/><Relationship Id="rId54" Type="http://schemas.openxmlformats.org/officeDocument/2006/relationships/customXml" Target="../ink/ink1020.xml"/><Relationship Id="rId217" Type="http://schemas.openxmlformats.org/officeDocument/2006/relationships/image" Target="../media/image1098.png"/><Relationship Id="rId564" Type="http://schemas.openxmlformats.org/officeDocument/2006/relationships/customXml" Target="../ink/ink1275.xml"/><Relationship Id="rId424" Type="http://schemas.openxmlformats.org/officeDocument/2006/relationships/customXml" Target="../ink/ink1205.xml"/><Relationship Id="rId631" Type="http://schemas.openxmlformats.org/officeDocument/2006/relationships/image" Target="../media/image1304.png"/><Relationship Id="rId270" Type="http://schemas.openxmlformats.org/officeDocument/2006/relationships/customXml" Target="../ink/ink1128.xml"/><Relationship Id="rId65" Type="http://schemas.openxmlformats.org/officeDocument/2006/relationships/image" Target="../media/image1022.png"/><Relationship Id="rId130" Type="http://schemas.openxmlformats.org/officeDocument/2006/relationships/customXml" Target="../ink/ink1058.xml"/><Relationship Id="rId368" Type="http://schemas.openxmlformats.org/officeDocument/2006/relationships/customXml" Target="../ink/ink1177.xml"/><Relationship Id="rId575" Type="http://schemas.openxmlformats.org/officeDocument/2006/relationships/image" Target="../media/image1277.png"/><Relationship Id="rId228" Type="http://schemas.openxmlformats.org/officeDocument/2006/relationships/customXml" Target="../ink/ink1107.xml"/><Relationship Id="rId435" Type="http://schemas.openxmlformats.org/officeDocument/2006/relationships/image" Target="../media/image1207.png"/><Relationship Id="rId642" Type="http://schemas.openxmlformats.org/officeDocument/2006/relationships/customXml" Target="../ink/ink1314.xml"/><Relationship Id="rId281" Type="http://schemas.openxmlformats.org/officeDocument/2006/relationships/image" Target="../media/image1130.png"/><Relationship Id="rId502" Type="http://schemas.openxmlformats.org/officeDocument/2006/relationships/customXml" Target="../ink/ink1244.xml"/><Relationship Id="rId76" Type="http://schemas.openxmlformats.org/officeDocument/2006/relationships/customXml" Target="../ink/ink1031.xml"/><Relationship Id="rId141" Type="http://schemas.openxmlformats.org/officeDocument/2006/relationships/image" Target="../media/image1060.png"/><Relationship Id="rId379" Type="http://schemas.openxmlformats.org/officeDocument/2006/relationships/image" Target="../media/image1179.png"/><Relationship Id="rId586" Type="http://schemas.openxmlformats.org/officeDocument/2006/relationships/customXml" Target="../ink/ink1286.xml"/><Relationship Id="rId7" Type="http://schemas.openxmlformats.org/officeDocument/2006/relationships/image" Target="../media/image993.png"/><Relationship Id="rId239" Type="http://schemas.openxmlformats.org/officeDocument/2006/relationships/image" Target="../media/image1109.png"/><Relationship Id="rId446" Type="http://schemas.openxmlformats.org/officeDocument/2006/relationships/customXml" Target="../ink/ink1216.xml"/><Relationship Id="rId653" Type="http://schemas.openxmlformats.org/officeDocument/2006/relationships/image" Target="../media/image1315.png"/><Relationship Id="rId292" Type="http://schemas.openxmlformats.org/officeDocument/2006/relationships/customXml" Target="../ink/ink1139.xml"/><Relationship Id="rId306" Type="http://schemas.openxmlformats.org/officeDocument/2006/relationships/customXml" Target="../ink/ink1146.xml"/><Relationship Id="rId87" Type="http://schemas.openxmlformats.org/officeDocument/2006/relationships/image" Target="../media/image1033.png"/><Relationship Id="rId513" Type="http://schemas.openxmlformats.org/officeDocument/2006/relationships/image" Target="../media/image1246.png"/><Relationship Id="rId597" Type="http://schemas.openxmlformats.org/officeDocument/2006/relationships/image" Target="../media/image1288.png"/><Relationship Id="rId152" Type="http://schemas.openxmlformats.org/officeDocument/2006/relationships/customXml" Target="../ink/ink1069.xml"/><Relationship Id="rId457" Type="http://schemas.openxmlformats.org/officeDocument/2006/relationships/image" Target="../media/image1218.png"/><Relationship Id="rId14" Type="http://schemas.openxmlformats.org/officeDocument/2006/relationships/customXml" Target="../ink/ink1000.xml"/><Relationship Id="rId317" Type="http://schemas.openxmlformats.org/officeDocument/2006/relationships/image" Target="../media/image1148.png"/><Relationship Id="rId524" Type="http://schemas.openxmlformats.org/officeDocument/2006/relationships/customXml" Target="../ink/ink1255.xml"/><Relationship Id="rId98" Type="http://schemas.openxmlformats.org/officeDocument/2006/relationships/customXml" Target="../ink/ink1042.xml"/><Relationship Id="rId163" Type="http://schemas.openxmlformats.org/officeDocument/2006/relationships/image" Target="../media/image1071.png"/><Relationship Id="rId370" Type="http://schemas.openxmlformats.org/officeDocument/2006/relationships/customXml" Target="../ink/ink1178.xml"/><Relationship Id="rId230" Type="http://schemas.openxmlformats.org/officeDocument/2006/relationships/customXml" Target="../ink/ink1108.xml"/><Relationship Id="rId468" Type="http://schemas.openxmlformats.org/officeDocument/2006/relationships/customXml" Target="../ink/ink1227.xml"/><Relationship Id="rId25" Type="http://schemas.openxmlformats.org/officeDocument/2006/relationships/image" Target="../media/image1002.png"/><Relationship Id="rId328" Type="http://schemas.openxmlformats.org/officeDocument/2006/relationships/customXml" Target="../ink/ink1157.xml"/><Relationship Id="rId535" Type="http://schemas.openxmlformats.org/officeDocument/2006/relationships/image" Target="../media/image1257.png"/><Relationship Id="rId174" Type="http://schemas.openxmlformats.org/officeDocument/2006/relationships/customXml" Target="../ink/ink1080.xml"/><Relationship Id="rId381" Type="http://schemas.openxmlformats.org/officeDocument/2006/relationships/image" Target="../media/image1180.png"/><Relationship Id="rId602" Type="http://schemas.openxmlformats.org/officeDocument/2006/relationships/customXml" Target="../ink/ink1294.xml"/><Relationship Id="rId241" Type="http://schemas.openxmlformats.org/officeDocument/2006/relationships/image" Target="../media/image1110.png"/><Relationship Id="rId479" Type="http://schemas.openxmlformats.org/officeDocument/2006/relationships/image" Target="../media/image1229.png"/><Relationship Id="rId36" Type="http://schemas.openxmlformats.org/officeDocument/2006/relationships/customXml" Target="../ink/ink1011.xml"/><Relationship Id="rId339" Type="http://schemas.openxmlformats.org/officeDocument/2006/relationships/image" Target="../media/image1159.png"/><Relationship Id="rId546" Type="http://schemas.openxmlformats.org/officeDocument/2006/relationships/customXml" Target="../ink/ink1266.xml"/><Relationship Id="rId101" Type="http://schemas.openxmlformats.org/officeDocument/2006/relationships/image" Target="../media/image1040.png"/><Relationship Id="rId185" Type="http://schemas.openxmlformats.org/officeDocument/2006/relationships/image" Target="../media/image1082.png"/><Relationship Id="rId406" Type="http://schemas.openxmlformats.org/officeDocument/2006/relationships/customXml" Target="../ink/ink1196.xml"/><Relationship Id="rId392" Type="http://schemas.openxmlformats.org/officeDocument/2006/relationships/customXml" Target="../ink/ink1189.xml"/><Relationship Id="rId613" Type="http://schemas.openxmlformats.org/officeDocument/2006/relationships/image" Target="../media/image848.png"/><Relationship Id="rId252" Type="http://schemas.openxmlformats.org/officeDocument/2006/relationships/customXml" Target="../ink/ink1119.xml"/><Relationship Id="rId47" Type="http://schemas.openxmlformats.org/officeDocument/2006/relationships/image" Target="../media/image1013.png"/><Relationship Id="rId112" Type="http://schemas.openxmlformats.org/officeDocument/2006/relationships/customXml" Target="../ink/ink1049.xml"/><Relationship Id="rId557" Type="http://schemas.openxmlformats.org/officeDocument/2006/relationships/image" Target="../media/image1268.png"/><Relationship Id="rId196" Type="http://schemas.openxmlformats.org/officeDocument/2006/relationships/customXml" Target="../ink/ink1091.xml"/><Relationship Id="rId417" Type="http://schemas.openxmlformats.org/officeDocument/2006/relationships/image" Target="../media/image1198.png"/><Relationship Id="rId624" Type="http://schemas.openxmlformats.org/officeDocument/2006/relationships/customXml" Target="../ink/ink1305.xml"/><Relationship Id="rId263" Type="http://schemas.openxmlformats.org/officeDocument/2006/relationships/image" Target="../media/image1121.png"/><Relationship Id="rId470" Type="http://schemas.openxmlformats.org/officeDocument/2006/relationships/customXml" Target="../ink/ink1228.xml"/><Relationship Id="rId58" Type="http://schemas.openxmlformats.org/officeDocument/2006/relationships/customXml" Target="../ink/ink1022.xml"/><Relationship Id="rId123" Type="http://schemas.openxmlformats.org/officeDocument/2006/relationships/image" Target="../media/image1051.png"/><Relationship Id="rId330" Type="http://schemas.openxmlformats.org/officeDocument/2006/relationships/customXml" Target="../ink/ink1158.xml"/><Relationship Id="rId568" Type="http://schemas.openxmlformats.org/officeDocument/2006/relationships/customXml" Target="../ink/ink1277.xml"/><Relationship Id="rId428" Type="http://schemas.openxmlformats.org/officeDocument/2006/relationships/customXml" Target="../ink/ink1207.xml"/><Relationship Id="rId635" Type="http://schemas.openxmlformats.org/officeDocument/2006/relationships/image" Target="../media/image1306.png"/><Relationship Id="rId232" Type="http://schemas.openxmlformats.org/officeDocument/2006/relationships/customXml" Target="../ink/ink1109.xml"/><Relationship Id="rId274" Type="http://schemas.openxmlformats.org/officeDocument/2006/relationships/customXml" Target="../ink/ink1130.xml"/><Relationship Id="rId481" Type="http://schemas.openxmlformats.org/officeDocument/2006/relationships/image" Target="../media/image1230.png"/><Relationship Id="rId27" Type="http://schemas.openxmlformats.org/officeDocument/2006/relationships/image" Target="../media/image1003.png"/><Relationship Id="rId69" Type="http://schemas.openxmlformats.org/officeDocument/2006/relationships/image" Target="../media/image1024.png"/><Relationship Id="rId134" Type="http://schemas.openxmlformats.org/officeDocument/2006/relationships/customXml" Target="../ink/ink1060.xml"/><Relationship Id="rId537" Type="http://schemas.openxmlformats.org/officeDocument/2006/relationships/image" Target="../media/image1258.png"/><Relationship Id="rId579" Type="http://schemas.openxmlformats.org/officeDocument/2006/relationships/image" Target="../media/image1279.png"/><Relationship Id="rId80" Type="http://schemas.openxmlformats.org/officeDocument/2006/relationships/customXml" Target="../ink/ink1033.xml"/><Relationship Id="rId176" Type="http://schemas.openxmlformats.org/officeDocument/2006/relationships/customXml" Target="../ink/ink1081.xml"/><Relationship Id="rId341" Type="http://schemas.openxmlformats.org/officeDocument/2006/relationships/image" Target="../media/image1160.png"/><Relationship Id="rId383" Type="http://schemas.openxmlformats.org/officeDocument/2006/relationships/image" Target="../media/image1181.png"/><Relationship Id="rId439" Type="http://schemas.openxmlformats.org/officeDocument/2006/relationships/image" Target="../media/image1209.png"/><Relationship Id="rId590" Type="http://schemas.openxmlformats.org/officeDocument/2006/relationships/customXml" Target="../ink/ink1288.xml"/><Relationship Id="rId604" Type="http://schemas.openxmlformats.org/officeDocument/2006/relationships/customXml" Target="../ink/ink1295.xml"/><Relationship Id="rId646" Type="http://schemas.openxmlformats.org/officeDocument/2006/relationships/customXml" Target="../ink/ink1316.xml"/><Relationship Id="rId201" Type="http://schemas.openxmlformats.org/officeDocument/2006/relationships/image" Target="../media/image1090.png"/><Relationship Id="rId243" Type="http://schemas.openxmlformats.org/officeDocument/2006/relationships/image" Target="../media/image1111.png"/><Relationship Id="rId285" Type="http://schemas.openxmlformats.org/officeDocument/2006/relationships/image" Target="../media/image1132.png"/><Relationship Id="rId450" Type="http://schemas.openxmlformats.org/officeDocument/2006/relationships/customXml" Target="../ink/ink1218.xml"/><Relationship Id="rId506" Type="http://schemas.openxmlformats.org/officeDocument/2006/relationships/customXml" Target="../ink/ink1246.xml"/><Relationship Id="rId38" Type="http://schemas.openxmlformats.org/officeDocument/2006/relationships/customXml" Target="../ink/ink1012.xml"/><Relationship Id="rId103" Type="http://schemas.openxmlformats.org/officeDocument/2006/relationships/image" Target="../media/image1041.png"/><Relationship Id="rId310" Type="http://schemas.openxmlformats.org/officeDocument/2006/relationships/customXml" Target="../ink/ink1148.xml"/><Relationship Id="rId492" Type="http://schemas.openxmlformats.org/officeDocument/2006/relationships/customXml" Target="../ink/ink1239.xml"/><Relationship Id="rId548" Type="http://schemas.openxmlformats.org/officeDocument/2006/relationships/customXml" Target="../ink/ink1267.xml"/><Relationship Id="rId91" Type="http://schemas.openxmlformats.org/officeDocument/2006/relationships/image" Target="../media/image1035.png"/><Relationship Id="rId145" Type="http://schemas.openxmlformats.org/officeDocument/2006/relationships/image" Target="../media/image1062.png"/><Relationship Id="rId187" Type="http://schemas.openxmlformats.org/officeDocument/2006/relationships/image" Target="../media/image1083.png"/><Relationship Id="rId352" Type="http://schemas.openxmlformats.org/officeDocument/2006/relationships/customXml" Target="../ink/ink1169.xml"/><Relationship Id="rId394" Type="http://schemas.openxmlformats.org/officeDocument/2006/relationships/customXml" Target="../ink/ink1190.xml"/><Relationship Id="rId408" Type="http://schemas.openxmlformats.org/officeDocument/2006/relationships/customXml" Target="../ink/ink1197.xml"/><Relationship Id="rId615" Type="http://schemas.openxmlformats.org/officeDocument/2006/relationships/image" Target="../media/image1296.png"/><Relationship Id="rId212" Type="http://schemas.openxmlformats.org/officeDocument/2006/relationships/customXml" Target="../ink/ink1099.xml"/><Relationship Id="rId254" Type="http://schemas.openxmlformats.org/officeDocument/2006/relationships/customXml" Target="../ink/ink1120.xml"/><Relationship Id="rId657" Type="http://schemas.openxmlformats.org/officeDocument/2006/relationships/image" Target="../media/image1317.png"/><Relationship Id="rId49" Type="http://schemas.openxmlformats.org/officeDocument/2006/relationships/image" Target="../media/image1014.png"/><Relationship Id="rId114" Type="http://schemas.openxmlformats.org/officeDocument/2006/relationships/customXml" Target="../ink/ink1050.xml"/><Relationship Id="rId296" Type="http://schemas.openxmlformats.org/officeDocument/2006/relationships/customXml" Target="../ink/ink1141.xml"/><Relationship Id="rId461" Type="http://schemas.openxmlformats.org/officeDocument/2006/relationships/image" Target="../media/image1220.png"/><Relationship Id="rId517" Type="http://schemas.openxmlformats.org/officeDocument/2006/relationships/image" Target="../media/image1248.png"/><Relationship Id="rId559" Type="http://schemas.openxmlformats.org/officeDocument/2006/relationships/image" Target="../media/image1269.png"/><Relationship Id="rId60" Type="http://schemas.openxmlformats.org/officeDocument/2006/relationships/customXml" Target="../ink/ink1023.xml"/><Relationship Id="rId156" Type="http://schemas.openxmlformats.org/officeDocument/2006/relationships/customXml" Target="../ink/ink1071.xml"/><Relationship Id="rId198" Type="http://schemas.openxmlformats.org/officeDocument/2006/relationships/customXml" Target="../ink/ink1092.xml"/><Relationship Id="rId321" Type="http://schemas.openxmlformats.org/officeDocument/2006/relationships/image" Target="../media/image1150.png"/><Relationship Id="rId363" Type="http://schemas.openxmlformats.org/officeDocument/2006/relationships/image" Target="../media/image1171.png"/><Relationship Id="rId419" Type="http://schemas.openxmlformats.org/officeDocument/2006/relationships/image" Target="../media/image1199.png"/><Relationship Id="rId570" Type="http://schemas.openxmlformats.org/officeDocument/2006/relationships/customXml" Target="../ink/ink1278.xml"/><Relationship Id="rId626" Type="http://schemas.openxmlformats.org/officeDocument/2006/relationships/customXml" Target="../ink/ink1306.xml"/><Relationship Id="rId223" Type="http://schemas.openxmlformats.org/officeDocument/2006/relationships/image" Target="../media/image1101.png"/><Relationship Id="rId430" Type="http://schemas.openxmlformats.org/officeDocument/2006/relationships/customXml" Target="../ink/ink1208.xml"/><Relationship Id="rId18" Type="http://schemas.openxmlformats.org/officeDocument/2006/relationships/customXml" Target="../ink/ink1002.xml"/><Relationship Id="rId265" Type="http://schemas.openxmlformats.org/officeDocument/2006/relationships/image" Target="../media/image1122.png"/><Relationship Id="rId472" Type="http://schemas.openxmlformats.org/officeDocument/2006/relationships/customXml" Target="../ink/ink1229.xml"/><Relationship Id="rId528" Type="http://schemas.openxmlformats.org/officeDocument/2006/relationships/customXml" Target="../ink/ink1257.xml"/><Relationship Id="rId125" Type="http://schemas.openxmlformats.org/officeDocument/2006/relationships/image" Target="../media/image1052.png"/><Relationship Id="rId167" Type="http://schemas.openxmlformats.org/officeDocument/2006/relationships/image" Target="../media/image1073.png"/><Relationship Id="rId332" Type="http://schemas.openxmlformats.org/officeDocument/2006/relationships/customXml" Target="../ink/ink1159.xml"/><Relationship Id="rId374" Type="http://schemas.openxmlformats.org/officeDocument/2006/relationships/customXml" Target="../ink/ink1180.xml"/><Relationship Id="rId581" Type="http://schemas.openxmlformats.org/officeDocument/2006/relationships/image" Target="../media/image1280.png"/><Relationship Id="rId71" Type="http://schemas.openxmlformats.org/officeDocument/2006/relationships/image" Target="../media/image1025.png"/><Relationship Id="rId234" Type="http://schemas.openxmlformats.org/officeDocument/2006/relationships/customXml" Target="../ink/ink1110.xml"/><Relationship Id="rId637" Type="http://schemas.openxmlformats.org/officeDocument/2006/relationships/image" Target="../media/image1307.png"/><Relationship Id="rId2" Type="http://schemas.openxmlformats.org/officeDocument/2006/relationships/customXml" Target="../ink/ink994.xml"/><Relationship Id="rId29" Type="http://schemas.openxmlformats.org/officeDocument/2006/relationships/image" Target="../media/image1004.png"/><Relationship Id="rId276" Type="http://schemas.openxmlformats.org/officeDocument/2006/relationships/customXml" Target="../ink/ink1131.xml"/><Relationship Id="rId441" Type="http://schemas.openxmlformats.org/officeDocument/2006/relationships/image" Target="../media/image1210.png"/><Relationship Id="rId483" Type="http://schemas.openxmlformats.org/officeDocument/2006/relationships/image" Target="../media/image1231.png"/><Relationship Id="rId539" Type="http://schemas.openxmlformats.org/officeDocument/2006/relationships/image" Target="../media/image1259.png"/><Relationship Id="rId40" Type="http://schemas.openxmlformats.org/officeDocument/2006/relationships/customXml" Target="../ink/ink1013.xml"/><Relationship Id="rId136" Type="http://schemas.openxmlformats.org/officeDocument/2006/relationships/customXml" Target="../ink/ink1061.xml"/><Relationship Id="rId178" Type="http://schemas.openxmlformats.org/officeDocument/2006/relationships/customXml" Target="../ink/ink1082.xml"/><Relationship Id="rId301" Type="http://schemas.openxmlformats.org/officeDocument/2006/relationships/image" Target="../media/image1140.png"/><Relationship Id="rId343" Type="http://schemas.openxmlformats.org/officeDocument/2006/relationships/image" Target="../media/image1161.png"/><Relationship Id="rId550" Type="http://schemas.openxmlformats.org/officeDocument/2006/relationships/customXml" Target="../ink/ink1268.xml"/><Relationship Id="rId82" Type="http://schemas.openxmlformats.org/officeDocument/2006/relationships/customXml" Target="../ink/ink1034.xml"/><Relationship Id="rId203" Type="http://schemas.openxmlformats.org/officeDocument/2006/relationships/image" Target="../media/image1091.png"/><Relationship Id="rId385" Type="http://schemas.openxmlformats.org/officeDocument/2006/relationships/image" Target="../media/image1182.png"/><Relationship Id="rId592" Type="http://schemas.openxmlformats.org/officeDocument/2006/relationships/customXml" Target="../ink/ink1289.xml"/><Relationship Id="rId606" Type="http://schemas.openxmlformats.org/officeDocument/2006/relationships/customXml" Target="../ink/ink1296.xml"/><Relationship Id="rId648" Type="http://schemas.openxmlformats.org/officeDocument/2006/relationships/customXml" Target="../ink/ink1317.xml"/><Relationship Id="rId245" Type="http://schemas.openxmlformats.org/officeDocument/2006/relationships/image" Target="../media/image1112.png"/><Relationship Id="rId287" Type="http://schemas.openxmlformats.org/officeDocument/2006/relationships/image" Target="../media/image1133.png"/><Relationship Id="rId410" Type="http://schemas.openxmlformats.org/officeDocument/2006/relationships/customXml" Target="../ink/ink1198.xml"/><Relationship Id="rId452" Type="http://schemas.openxmlformats.org/officeDocument/2006/relationships/customXml" Target="../ink/ink1219.xml"/><Relationship Id="rId494" Type="http://schemas.openxmlformats.org/officeDocument/2006/relationships/customXml" Target="../ink/ink1240.xml"/><Relationship Id="rId508" Type="http://schemas.openxmlformats.org/officeDocument/2006/relationships/customXml" Target="../ink/ink1247.xml"/><Relationship Id="rId105" Type="http://schemas.openxmlformats.org/officeDocument/2006/relationships/image" Target="../media/image1042.png"/><Relationship Id="rId147" Type="http://schemas.openxmlformats.org/officeDocument/2006/relationships/image" Target="../media/image1063.png"/><Relationship Id="rId312" Type="http://schemas.openxmlformats.org/officeDocument/2006/relationships/customXml" Target="../ink/ink1149.xml"/><Relationship Id="rId354" Type="http://schemas.openxmlformats.org/officeDocument/2006/relationships/customXml" Target="../ink/ink1170.xml"/><Relationship Id="rId51" Type="http://schemas.openxmlformats.org/officeDocument/2006/relationships/image" Target="../media/image1015.png"/><Relationship Id="rId93" Type="http://schemas.openxmlformats.org/officeDocument/2006/relationships/image" Target="../media/image1036.png"/><Relationship Id="rId189" Type="http://schemas.openxmlformats.org/officeDocument/2006/relationships/image" Target="../media/image1084.png"/><Relationship Id="rId396" Type="http://schemas.openxmlformats.org/officeDocument/2006/relationships/customXml" Target="../ink/ink1191.xml"/><Relationship Id="rId561" Type="http://schemas.openxmlformats.org/officeDocument/2006/relationships/image" Target="../media/image1270.png"/><Relationship Id="rId617" Type="http://schemas.openxmlformats.org/officeDocument/2006/relationships/image" Target="../media/image1297.png"/><Relationship Id="rId659" Type="http://schemas.openxmlformats.org/officeDocument/2006/relationships/image" Target="../media/image1318.png"/><Relationship Id="rId214" Type="http://schemas.openxmlformats.org/officeDocument/2006/relationships/customXml" Target="../ink/ink1100.xml"/><Relationship Id="rId256" Type="http://schemas.openxmlformats.org/officeDocument/2006/relationships/customXml" Target="../ink/ink1121.xml"/><Relationship Id="rId298" Type="http://schemas.openxmlformats.org/officeDocument/2006/relationships/customXml" Target="../ink/ink1142.xml"/><Relationship Id="rId421" Type="http://schemas.openxmlformats.org/officeDocument/2006/relationships/image" Target="../media/image1200.png"/><Relationship Id="rId463" Type="http://schemas.openxmlformats.org/officeDocument/2006/relationships/image" Target="../media/image1221.png"/><Relationship Id="rId519" Type="http://schemas.openxmlformats.org/officeDocument/2006/relationships/image" Target="../media/image1249.png"/><Relationship Id="rId116" Type="http://schemas.openxmlformats.org/officeDocument/2006/relationships/customXml" Target="../ink/ink1051.xml"/><Relationship Id="rId158" Type="http://schemas.openxmlformats.org/officeDocument/2006/relationships/customXml" Target="../ink/ink1072.xml"/><Relationship Id="rId323" Type="http://schemas.openxmlformats.org/officeDocument/2006/relationships/image" Target="../media/image1151.png"/><Relationship Id="rId530" Type="http://schemas.openxmlformats.org/officeDocument/2006/relationships/customXml" Target="../ink/ink1258.xml"/><Relationship Id="rId20" Type="http://schemas.openxmlformats.org/officeDocument/2006/relationships/customXml" Target="../ink/ink1003.xml"/><Relationship Id="rId62" Type="http://schemas.openxmlformats.org/officeDocument/2006/relationships/customXml" Target="../ink/ink1024.xml"/><Relationship Id="rId365" Type="http://schemas.openxmlformats.org/officeDocument/2006/relationships/image" Target="../media/image1172.png"/><Relationship Id="rId572" Type="http://schemas.openxmlformats.org/officeDocument/2006/relationships/customXml" Target="../ink/ink1279.xml"/><Relationship Id="rId628" Type="http://schemas.openxmlformats.org/officeDocument/2006/relationships/customXml" Target="../ink/ink1307.xml"/><Relationship Id="rId225" Type="http://schemas.openxmlformats.org/officeDocument/2006/relationships/image" Target="../media/image1102.png"/><Relationship Id="rId267" Type="http://schemas.openxmlformats.org/officeDocument/2006/relationships/image" Target="../media/image1123.png"/><Relationship Id="rId432" Type="http://schemas.openxmlformats.org/officeDocument/2006/relationships/customXml" Target="../ink/ink1209.xml"/><Relationship Id="rId474" Type="http://schemas.openxmlformats.org/officeDocument/2006/relationships/customXml" Target="../ink/ink1230.xml"/><Relationship Id="rId127" Type="http://schemas.openxmlformats.org/officeDocument/2006/relationships/image" Target="../media/image1053.png"/><Relationship Id="rId31" Type="http://schemas.openxmlformats.org/officeDocument/2006/relationships/image" Target="../media/image1005.png"/><Relationship Id="rId73" Type="http://schemas.openxmlformats.org/officeDocument/2006/relationships/image" Target="../media/image1026.png"/><Relationship Id="rId169" Type="http://schemas.openxmlformats.org/officeDocument/2006/relationships/image" Target="../media/image1074.png"/><Relationship Id="rId334" Type="http://schemas.openxmlformats.org/officeDocument/2006/relationships/customXml" Target="../ink/ink1160.xml"/><Relationship Id="rId376" Type="http://schemas.openxmlformats.org/officeDocument/2006/relationships/customXml" Target="../ink/ink1181.xml"/><Relationship Id="rId541" Type="http://schemas.openxmlformats.org/officeDocument/2006/relationships/image" Target="../media/image1260.png"/><Relationship Id="rId583" Type="http://schemas.openxmlformats.org/officeDocument/2006/relationships/image" Target="../media/image1281.png"/><Relationship Id="rId639" Type="http://schemas.openxmlformats.org/officeDocument/2006/relationships/image" Target="../media/image1308.png"/><Relationship Id="rId4" Type="http://schemas.openxmlformats.org/officeDocument/2006/relationships/customXml" Target="../ink/ink995.xml"/><Relationship Id="rId180" Type="http://schemas.openxmlformats.org/officeDocument/2006/relationships/customXml" Target="../ink/ink1083.xml"/><Relationship Id="rId236" Type="http://schemas.openxmlformats.org/officeDocument/2006/relationships/customXml" Target="../ink/ink1111.xml"/><Relationship Id="rId278" Type="http://schemas.openxmlformats.org/officeDocument/2006/relationships/customXml" Target="../ink/ink1132.xml"/><Relationship Id="rId401" Type="http://schemas.openxmlformats.org/officeDocument/2006/relationships/image" Target="../media/image1190.png"/><Relationship Id="rId443" Type="http://schemas.openxmlformats.org/officeDocument/2006/relationships/image" Target="../media/image1211.png"/><Relationship Id="rId650" Type="http://schemas.openxmlformats.org/officeDocument/2006/relationships/customXml" Target="../ink/ink1318.xml"/><Relationship Id="rId303" Type="http://schemas.openxmlformats.org/officeDocument/2006/relationships/image" Target="../media/image1141.png"/><Relationship Id="rId485" Type="http://schemas.openxmlformats.org/officeDocument/2006/relationships/image" Target="../media/image1232.png"/><Relationship Id="rId42" Type="http://schemas.openxmlformats.org/officeDocument/2006/relationships/customXml" Target="../ink/ink1014.xml"/><Relationship Id="rId84" Type="http://schemas.openxmlformats.org/officeDocument/2006/relationships/customXml" Target="../ink/ink1035.xml"/><Relationship Id="rId138" Type="http://schemas.openxmlformats.org/officeDocument/2006/relationships/customXml" Target="../ink/ink1062.xml"/><Relationship Id="rId345" Type="http://schemas.openxmlformats.org/officeDocument/2006/relationships/image" Target="../media/image1162.png"/><Relationship Id="rId387" Type="http://schemas.openxmlformats.org/officeDocument/2006/relationships/image" Target="../media/image1183.png"/><Relationship Id="rId510" Type="http://schemas.openxmlformats.org/officeDocument/2006/relationships/customXml" Target="../ink/ink1248.xml"/><Relationship Id="rId552" Type="http://schemas.openxmlformats.org/officeDocument/2006/relationships/customXml" Target="../ink/ink1269.xml"/><Relationship Id="rId594" Type="http://schemas.openxmlformats.org/officeDocument/2006/relationships/customXml" Target="../ink/ink1290.xml"/><Relationship Id="rId608" Type="http://schemas.openxmlformats.org/officeDocument/2006/relationships/customXml" Target="../ink/ink1297.xml"/><Relationship Id="rId191" Type="http://schemas.openxmlformats.org/officeDocument/2006/relationships/image" Target="../media/image1085.png"/><Relationship Id="rId205" Type="http://schemas.openxmlformats.org/officeDocument/2006/relationships/image" Target="../media/image1092.png"/><Relationship Id="rId247" Type="http://schemas.openxmlformats.org/officeDocument/2006/relationships/image" Target="../media/image1113.png"/><Relationship Id="rId412" Type="http://schemas.openxmlformats.org/officeDocument/2006/relationships/customXml" Target="../ink/ink1199.xml"/><Relationship Id="rId107" Type="http://schemas.openxmlformats.org/officeDocument/2006/relationships/image" Target="../media/image1043.png"/><Relationship Id="rId289" Type="http://schemas.openxmlformats.org/officeDocument/2006/relationships/image" Target="../media/image1134.png"/><Relationship Id="rId454" Type="http://schemas.openxmlformats.org/officeDocument/2006/relationships/customXml" Target="../ink/ink1220.xml"/><Relationship Id="rId496" Type="http://schemas.openxmlformats.org/officeDocument/2006/relationships/customXml" Target="../ink/ink1241.xml"/><Relationship Id="rId661" Type="http://schemas.openxmlformats.org/officeDocument/2006/relationships/image" Target="../media/image1319.png"/><Relationship Id="rId11" Type="http://schemas.openxmlformats.org/officeDocument/2006/relationships/image" Target="../media/image995.png"/><Relationship Id="rId53" Type="http://schemas.openxmlformats.org/officeDocument/2006/relationships/image" Target="../media/image1016.png"/><Relationship Id="rId149" Type="http://schemas.openxmlformats.org/officeDocument/2006/relationships/image" Target="../media/image1064.png"/><Relationship Id="rId314" Type="http://schemas.openxmlformats.org/officeDocument/2006/relationships/customXml" Target="../ink/ink1150.xml"/><Relationship Id="rId356" Type="http://schemas.openxmlformats.org/officeDocument/2006/relationships/customXml" Target="../ink/ink1171.xml"/><Relationship Id="rId398" Type="http://schemas.openxmlformats.org/officeDocument/2006/relationships/customXml" Target="../ink/ink1192.xml"/><Relationship Id="rId521" Type="http://schemas.openxmlformats.org/officeDocument/2006/relationships/image" Target="../media/image1250.png"/><Relationship Id="rId563" Type="http://schemas.openxmlformats.org/officeDocument/2006/relationships/image" Target="../media/image1271.png"/><Relationship Id="rId619" Type="http://schemas.openxmlformats.org/officeDocument/2006/relationships/image" Target="../media/image1298.png"/><Relationship Id="rId95" Type="http://schemas.openxmlformats.org/officeDocument/2006/relationships/image" Target="../media/image1037.png"/><Relationship Id="rId160" Type="http://schemas.openxmlformats.org/officeDocument/2006/relationships/customXml" Target="../ink/ink1073.xml"/><Relationship Id="rId216" Type="http://schemas.openxmlformats.org/officeDocument/2006/relationships/customXml" Target="../ink/ink1101.xml"/><Relationship Id="rId423" Type="http://schemas.openxmlformats.org/officeDocument/2006/relationships/image" Target="../media/image1201.png"/><Relationship Id="rId258" Type="http://schemas.openxmlformats.org/officeDocument/2006/relationships/customXml" Target="../ink/ink1122.xml"/><Relationship Id="rId465" Type="http://schemas.openxmlformats.org/officeDocument/2006/relationships/image" Target="../media/image1222.png"/><Relationship Id="rId630" Type="http://schemas.openxmlformats.org/officeDocument/2006/relationships/customXml" Target="../ink/ink1308.xml"/><Relationship Id="rId22" Type="http://schemas.openxmlformats.org/officeDocument/2006/relationships/customXml" Target="../ink/ink1004.xml"/><Relationship Id="rId64" Type="http://schemas.openxmlformats.org/officeDocument/2006/relationships/customXml" Target="../ink/ink1025.xml"/><Relationship Id="rId118" Type="http://schemas.openxmlformats.org/officeDocument/2006/relationships/customXml" Target="../ink/ink1052.xml"/><Relationship Id="rId325" Type="http://schemas.openxmlformats.org/officeDocument/2006/relationships/image" Target="../media/image1152.png"/><Relationship Id="rId367" Type="http://schemas.openxmlformats.org/officeDocument/2006/relationships/image" Target="../media/image1173.png"/><Relationship Id="rId532" Type="http://schemas.openxmlformats.org/officeDocument/2006/relationships/customXml" Target="../ink/ink1259.xml"/><Relationship Id="rId574" Type="http://schemas.openxmlformats.org/officeDocument/2006/relationships/customXml" Target="../ink/ink1280.xml"/><Relationship Id="rId171" Type="http://schemas.openxmlformats.org/officeDocument/2006/relationships/image" Target="../media/image1075.png"/><Relationship Id="rId227" Type="http://schemas.openxmlformats.org/officeDocument/2006/relationships/image" Target="../media/image1103.png"/><Relationship Id="rId269" Type="http://schemas.openxmlformats.org/officeDocument/2006/relationships/image" Target="../media/image1124.png"/><Relationship Id="rId434" Type="http://schemas.openxmlformats.org/officeDocument/2006/relationships/customXml" Target="../ink/ink1210.xml"/><Relationship Id="rId476" Type="http://schemas.openxmlformats.org/officeDocument/2006/relationships/customXml" Target="../ink/ink1231.xml"/><Relationship Id="rId641" Type="http://schemas.openxmlformats.org/officeDocument/2006/relationships/image" Target="../media/image1309.png"/><Relationship Id="rId33" Type="http://schemas.openxmlformats.org/officeDocument/2006/relationships/image" Target="../media/image1006.png"/><Relationship Id="rId129" Type="http://schemas.openxmlformats.org/officeDocument/2006/relationships/image" Target="../media/image1054.png"/><Relationship Id="rId280" Type="http://schemas.openxmlformats.org/officeDocument/2006/relationships/customXml" Target="../ink/ink1133.xml"/><Relationship Id="rId336" Type="http://schemas.openxmlformats.org/officeDocument/2006/relationships/customXml" Target="../ink/ink1161.xml"/><Relationship Id="rId501" Type="http://schemas.openxmlformats.org/officeDocument/2006/relationships/image" Target="../media/image1240.png"/><Relationship Id="rId543" Type="http://schemas.openxmlformats.org/officeDocument/2006/relationships/image" Target="../media/image1261.png"/><Relationship Id="rId75" Type="http://schemas.openxmlformats.org/officeDocument/2006/relationships/image" Target="../media/image1027.png"/><Relationship Id="rId140" Type="http://schemas.openxmlformats.org/officeDocument/2006/relationships/customXml" Target="../ink/ink1063.xml"/><Relationship Id="rId182" Type="http://schemas.openxmlformats.org/officeDocument/2006/relationships/customXml" Target="../ink/ink1084.xml"/><Relationship Id="rId378" Type="http://schemas.openxmlformats.org/officeDocument/2006/relationships/customXml" Target="../ink/ink1182.xml"/><Relationship Id="rId403" Type="http://schemas.openxmlformats.org/officeDocument/2006/relationships/image" Target="../media/image1191.png"/><Relationship Id="rId585" Type="http://schemas.openxmlformats.org/officeDocument/2006/relationships/image" Target="../media/image1282.png"/><Relationship Id="rId6" Type="http://schemas.openxmlformats.org/officeDocument/2006/relationships/customXml" Target="../ink/ink996.xml"/><Relationship Id="rId238" Type="http://schemas.openxmlformats.org/officeDocument/2006/relationships/customXml" Target="../ink/ink1112.xml"/><Relationship Id="rId445" Type="http://schemas.openxmlformats.org/officeDocument/2006/relationships/image" Target="../media/image1212.png"/><Relationship Id="rId487" Type="http://schemas.openxmlformats.org/officeDocument/2006/relationships/image" Target="../media/image1233.png"/><Relationship Id="rId610" Type="http://schemas.openxmlformats.org/officeDocument/2006/relationships/customXml" Target="../ink/ink1298.xml"/><Relationship Id="rId652" Type="http://schemas.openxmlformats.org/officeDocument/2006/relationships/customXml" Target="../ink/ink1319.xml"/><Relationship Id="rId291" Type="http://schemas.openxmlformats.org/officeDocument/2006/relationships/image" Target="../media/image1135.png"/><Relationship Id="rId305" Type="http://schemas.openxmlformats.org/officeDocument/2006/relationships/image" Target="../media/image1142.png"/><Relationship Id="rId347" Type="http://schemas.openxmlformats.org/officeDocument/2006/relationships/image" Target="../media/image1163.png"/><Relationship Id="rId512" Type="http://schemas.openxmlformats.org/officeDocument/2006/relationships/customXml" Target="../ink/ink1249.xml"/><Relationship Id="rId44" Type="http://schemas.openxmlformats.org/officeDocument/2006/relationships/customXml" Target="../ink/ink1015.xml"/><Relationship Id="rId86" Type="http://schemas.openxmlformats.org/officeDocument/2006/relationships/customXml" Target="../ink/ink1036.xml"/><Relationship Id="rId151" Type="http://schemas.openxmlformats.org/officeDocument/2006/relationships/image" Target="../media/image1065.png"/><Relationship Id="rId389" Type="http://schemas.openxmlformats.org/officeDocument/2006/relationships/image" Target="../media/image1184.png"/><Relationship Id="rId554" Type="http://schemas.openxmlformats.org/officeDocument/2006/relationships/customXml" Target="../ink/ink1270.xml"/><Relationship Id="rId596" Type="http://schemas.openxmlformats.org/officeDocument/2006/relationships/customXml" Target="../ink/ink1291.xml"/><Relationship Id="rId193" Type="http://schemas.openxmlformats.org/officeDocument/2006/relationships/image" Target="../media/image1086.png"/><Relationship Id="rId207" Type="http://schemas.openxmlformats.org/officeDocument/2006/relationships/image" Target="../media/image1093.png"/><Relationship Id="rId249" Type="http://schemas.openxmlformats.org/officeDocument/2006/relationships/image" Target="../media/image1114.png"/><Relationship Id="rId414" Type="http://schemas.openxmlformats.org/officeDocument/2006/relationships/customXml" Target="../ink/ink1200.xml"/><Relationship Id="rId456" Type="http://schemas.openxmlformats.org/officeDocument/2006/relationships/customXml" Target="../ink/ink1221.xml"/><Relationship Id="rId498" Type="http://schemas.openxmlformats.org/officeDocument/2006/relationships/customXml" Target="../ink/ink1242.xml"/><Relationship Id="rId621" Type="http://schemas.openxmlformats.org/officeDocument/2006/relationships/image" Target="../media/image1299.png"/><Relationship Id="rId13" Type="http://schemas.openxmlformats.org/officeDocument/2006/relationships/image" Target="../media/image996.png"/><Relationship Id="rId109" Type="http://schemas.openxmlformats.org/officeDocument/2006/relationships/image" Target="../media/image1044.png"/><Relationship Id="rId260" Type="http://schemas.openxmlformats.org/officeDocument/2006/relationships/customXml" Target="../ink/ink1123.xml"/><Relationship Id="rId316" Type="http://schemas.openxmlformats.org/officeDocument/2006/relationships/customXml" Target="../ink/ink1151.xml"/><Relationship Id="rId523" Type="http://schemas.openxmlformats.org/officeDocument/2006/relationships/image" Target="../media/image1251.png"/><Relationship Id="rId55" Type="http://schemas.openxmlformats.org/officeDocument/2006/relationships/image" Target="../media/image1017.png"/><Relationship Id="rId97" Type="http://schemas.openxmlformats.org/officeDocument/2006/relationships/image" Target="../media/image1038.png"/><Relationship Id="rId120" Type="http://schemas.openxmlformats.org/officeDocument/2006/relationships/customXml" Target="../ink/ink1053.xml"/><Relationship Id="rId358" Type="http://schemas.openxmlformats.org/officeDocument/2006/relationships/customXml" Target="../ink/ink1172.xml"/><Relationship Id="rId565" Type="http://schemas.openxmlformats.org/officeDocument/2006/relationships/image" Target="../media/image1272.png"/><Relationship Id="rId162" Type="http://schemas.openxmlformats.org/officeDocument/2006/relationships/customXml" Target="../ink/ink1074.xml"/><Relationship Id="rId218" Type="http://schemas.openxmlformats.org/officeDocument/2006/relationships/customXml" Target="../ink/ink1102.xml"/><Relationship Id="rId425" Type="http://schemas.openxmlformats.org/officeDocument/2006/relationships/image" Target="../media/image1202.png"/><Relationship Id="rId467" Type="http://schemas.openxmlformats.org/officeDocument/2006/relationships/image" Target="../media/image1223.png"/><Relationship Id="rId632" Type="http://schemas.openxmlformats.org/officeDocument/2006/relationships/customXml" Target="../ink/ink1309.xml"/><Relationship Id="rId271" Type="http://schemas.openxmlformats.org/officeDocument/2006/relationships/image" Target="../media/image1125.png"/><Relationship Id="rId24" Type="http://schemas.openxmlformats.org/officeDocument/2006/relationships/customXml" Target="../ink/ink1005.xml"/><Relationship Id="rId66" Type="http://schemas.openxmlformats.org/officeDocument/2006/relationships/customXml" Target="../ink/ink1026.xml"/><Relationship Id="rId131" Type="http://schemas.openxmlformats.org/officeDocument/2006/relationships/image" Target="../media/image1055.png"/><Relationship Id="rId327" Type="http://schemas.openxmlformats.org/officeDocument/2006/relationships/image" Target="../media/image1153.png"/><Relationship Id="rId369" Type="http://schemas.openxmlformats.org/officeDocument/2006/relationships/image" Target="../media/image1174.png"/><Relationship Id="rId534" Type="http://schemas.openxmlformats.org/officeDocument/2006/relationships/customXml" Target="../ink/ink1260.xml"/><Relationship Id="rId576" Type="http://schemas.openxmlformats.org/officeDocument/2006/relationships/customXml" Target="../ink/ink1281.xml"/><Relationship Id="rId173" Type="http://schemas.openxmlformats.org/officeDocument/2006/relationships/image" Target="../media/image1076.png"/><Relationship Id="rId229" Type="http://schemas.openxmlformats.org/officeDocument/2006/relationships/image" Target="../media/image1104.png"/><Relationship Id="rId380" Type="http://schemas.openxmlformats.org/officeDocument/2006/relationships/customXml" Target="../ink/ink1183.xml"/><Relationship Id="rId436" Type="http://schemas.openxmlformats.org/officeDocument/2006/relationships/customXml" Target="../ink/ink1211.xml"/><Relationship Id="rId601" Type="http://schemas.openxmlformats.org/officeDocument/2006/relationships/image" Target="../media/image1290.png"/><Relationship Id="rId643" Type="http://schemas.openxmlformats.org/officeDocument/2006/relationships/image" Target="../media/image1310.png"/><Relationship Id="rId240" Type="http://schemas.openxmlformats.org/officeDocument/2006/relationships/customXml" Target="../ink/ink1113.xml"/><Relationship Id="rId478" Type="http://schemas.openxmlformats.org/officeDocument/2006/relationships/customXml" Target="../ink/ink1232.xml"/><Relationship Id="rId35" Type="http://schemas.openxmlformats.org/officeDocument/2006/relationships/image" Target="../media/image1007.png"/><Relationship Id="rId77" Type="http://schemas.openxmlformats.org/officeDocument/2006/relationships/image" Target="../media/image1028.png"/><Relationship Id="rId100" Type="http://schemas.openxmlformats.org/officeDocument/2006/relationships/customXml" Target="../ink/ink1043.xml"/><Relationship Id="rId282" Type="http://schemas.openxmlformats.org/officeDocument/2006/relationships/customXml" Target="../ink/ink1134.xml"/><Relationship Id="rId338" Type="http://schemas.openxmlformats.org/officeDocument/2006/relationships/customXml" Target="../ink/ink1162.xml"/><Relationship Id="rId503" Type="http://schemas.openxmlformats.org/officeDocument/2006/relationships/image" Target="../media/image1241.png"/><Relationship Id="rId545" Type="http://schemas.openxmlformats.org/officeDocument/2006/relationships/image" Target="../media/image1262.png"/><Relationship Id="rId587" Type="http://schemas.openxmlformats.org/officeDocument/2006/relationships/image" Target="../media/image1283.png"/><Relationship Id="rId8" Type="http://schemas.openxmlformats.org/officeDocument/2006/relationships/customXml" Target="../ink/ink997.xml"/><Relationship Id="rId142" Type="http://schemas.openxmlformats.org/officeDocument/2006/relationships/customXml" Target="../ink/ink1064.xml"/><Relationship Id="rId184" Type="http://schemas.openxmlformats.org/officeDocument/2006/relationships/customXml" Target="../ink/ink1085.xml"/><Relationship Id="rId391" Type="http://schemas.openxmlformats.org/officeDocument/2006/relationships/image" Target="../media/image1185.png"/><Relationship Id="rId405" Type="http://schemas.openxmlformats.org/officeDocument/2006/relationships/image" Target="../media/image1192.png"/><Relationship Id="rId447" Type="http://schemas.openxmlformats.org/officeDocument/2006/relationships/image" Target="../media/image1213.png"/><Relationship Id="rId612" Type="http://schemas.openxmlformats.org/officeDocument/2006/relationships/customXml" Target="../ink/ink1299.xml"/><Relationship Id="rId251" Type="http://schemas.openxmlformats.org/officeDocument/2006/relationships/image" Target="../media/image1115.png"/><Relationship Id="rId489" Type="http://schemas.openxmlformats.org/officeDocument/2006/relationships/image" Target="../media/image1234.png"/><Relationship Id="rId654" Type="http://schemas.openxmlformats.org/officeDocument/2006/relationships/customXml" Target="../ink/ink1320.xml"/><Relationship Id="rId46" Type="http://schemas.openxmlformats.org/officeDocument/2006/relationships/customXml" Target="../ink/ink1016.xml"/><Relationship Id="rId293" Type="http://schemas.openxmlformats.org/officeDocument/2006/relationships/image" Target="../media/image1136.png"/><Relationship Id="rId307" Type="http://schemas.openxmlformats.org/officeDocument/2006/relationships/image" Target="../media/image1143.png"/><Relationship Id="rId349" Type="http://schemas.openxmlformats.org/officeDocument/2006/relationships/image" Target="../media/image1164.png"/><Relationship Id="rId514" Type="http://schemas.openxmlformats.org/officeDocument/2006/relationships/customXml" Target="../ink/ink1250.xml"/><Relationship Id="rId556" Type="http://schemas.openxmlformats.org/officeDocument/2006/relationships/customXml" Target="../ink/ink1271.xml"/><Relationship Id="rId88" Type="http://schemas.openxmlformats.org/officeDocument/2006/relationships/customXml" Target="../ink/ink1037.xml"/><Relationship Id="rId111" Type="http://schemas.openxmlformats.org/officeDocument/2006/relationships/image" Target="../media/image1045.png"/><Relationship Id="rId153" Type="http://schemas.openxmlformats.org/officeDocument/2006/relationships/image" Target="../media/image1066.png"/><Relationship Id="rId195" Type="http://schemas.openxmlformats.org/officeDocument/2006/relationships/image" Target="../media/image1087.png"/><Relationship Id="rId209" Type="http://schemas.openxmlformats.org/officeDocument/2006/relationships/image" Target="../media/image1094.png"/><Relationship Id="rId360" Type="http://schemas.openxmlformats.org/officeDocument/2006/relationships/customXml" Target="../ink/ink1173.xml"/><Relationship Id="rId416" Type="http://schemas.openxmlformats.org/officeDocument/2006/relationships/customXml" Target="../ink/ink1201.xml"/><Relationship Id="rId598" Type="http://schemas.openxmlformats.org/officeDocument/2006/relationships/customXml" Target="../ink/ink1292.xml"/><Relationship Id="rId220" Type="http://schemas.openxmlformats.org/officeDocument/2006/relationships/customXml" Target="../ink/ink1103.xml"/><Relationship Id="rId458" Type="http://schemas.openxmlformats.org/officeDocument/2006/relationships/customXml" Target="../ink/ink1222.xml"/><Relationship Id="rId623" Type="http://schemas.openxmlformats.org/officeDocument/2006/relationships/image" Target="../media/image1300.png"/><Relationship Id="rId15" Type="http://schemas.openxmlformats.org/officeDocument/2006/relationships/image" Target="../media/image997.png"/><Relationship Id="rId57" Type="http://schemas.openxmlformats.org/officeDocument/2006/relationships/image" Target="../media/image1018.png"/><Relationship Id="rId262" Type="http://schemas.openxmlformats.org/officeDocument/2006/relationships/customXml" Target="../ink/ink1124.xml"/><Relationship Id="rId318" Type="http://schemas.openxmlformats.org/officeDocument/2006/relationships/customXml" Target="../ink/ink1152.xml"/><Relationship Id="rId525" Type="http://schemas.openxmlformats.org/officeDocument/2006/relationships/image" Target="../media/image1252.png"/><Relationship Id="rId567" Type="http://schemas.openxmlformats.org/officeDocument/2006/relationships/image" Target="../media/image1273.png"/><Relationship Id="rId99" Type="http://schemas.openxmlformats.org/officeDocument/2006/relationships/image" Target="../media/image1039.png"/><Relationship Id="rId122" Type="http://schemas.openxmlformats.org/officeDocument/2006/relationships/customXml" Target="../ink/ink1054.xml"/><Relationship Id="rId164" Type="http://schemas.openxmlformats.org/officeDocument/2006/relationships/customXml" Target="../ink/ink1075.xml"/><Relationship Id="rId371" Type="http://schemas.openxmlformats.org/officeDocument/2006/relationships/image" Target="../media/image1175.png"/><Relationship Id="rId427" Type="http://schemas.openxmlformats.org/officeDocument/2006/relationships/image" Target="../media/image1203.png"/><Relationship Id="rId469" Type="http://schemas.openxmlformats.org/officeDocument/2006/relationships/image" Target="../media/image1224.png"/><Relationship Id="rId634" Type="http://schemas.openxmlformats.org/officeDocument/2006/relationships/customXml" Target="../ink/ink1310.xml"/><Relationship Id="rId26" Type="http://schemas.openxmlformats.org/officeDocument/2006/relationships/customXml" Target="../ink/ink1006.xml"/><Relationship Id="rId231" Type="http://schemas.openxmlformats.org/officeDocument/2006/relationships/image" Target="../media/image1105.png"/><Relationship Id="rId273" Type="http://schemas.openxmlformats.org/officeDocument/2006/relationships/image" Target="../media/image1126.png"/><Relationship Id="rId329" Type="http://schemas.openxmlformats.org/officeDocument/2006/relationships/image" Target="../media/image1154.png"/><Relationship Id="rId480" Type="http://schemas.openxmlformats.org/officeDocument/2006/relationships/customXml" Target="../ink/ink1233.xml"/><Relationship Id="rId536" Type="http://schemas.openxmlformats.org/officeDocument/2006/relationships/customXml" Target="../ink/ink1261.xml"/><Relationship Id="rId68" Type="http://schemas.openxmlformats.org/officeDocument/2006/relationships/customXml" Target="../ink/ink1027.xml"/><Relationship Id="rId133" Type="http://schemas.openxmlformats.org/officeDocument/2006/relationships/image" Target="../media/image1056.png"/><Relationship Id="rId175" Type="http://schemas.openxmlformats.org/officeDocument/2006/relationships/image" Target="../media/image1077.png"/><Relationship Id="rId340" Type="http://schemas.openxmlformats.org/officeDocument/2006/relationships/customXml" Target="../ink/ink1163.xml"/><Relationship Id="rId578" Type="http://schemas.openxmlformats.org/officeDocument/2006/relationships/customXml" Target="../ink/ink1282.xml"/><Relationship Id="rId200" Type="http://schemas.openxmlformats.org/officeDocument/2006/relationships/customXml" Target="../ink/ink1093.xml"/><Relationship Id="rId382" Type="http://schemas.openxmlformats.org/officeDocument/2006/relationships/customXml" Target="../ink/ink1184.xml"/><Relationship Id="rId438" Type="http://schemas.openxmlformats.org/officeDocument/2006/relationships/customXml" Target="../ink/ink1212.xml"/><Relationship Id="rId603" Type="http://schemas.openxmlformats.org/officeDocument/2006/relationships/image" Target="../media/image1291.png"/><Relationship Id="rId645" Type="http://schemas.openxmlformats.org/officeDocument/2006/relationships/image" Target="../media/image1311.png"/><Relationship Id="rId242" Type="http://schemas.openxmlformats.org/officeDocument/2006/relationships/customXml" Target="../ink/ink1114.xml"/><Relationship Id="rId284" Type="http://schemas.openxmlformats.org/officeDocument/2006/relationships/customXml" Target="../ink/ink1135.xml"/><Relationship Id="rId491" Type="http://schemas.openxmlformats.org/officeDocument/2006/relationships/image" Target="../media/image1235.png"/><Relationship Id="rId505" Type="http://schemas.openxmlformats.org/officeDocument/2006/relationships/image" Target="../media/image1242.png"/><Relationship Id="rId37" Type="http://schemas.openxmlformats.org/officeDocument/2006/relationships/image" Target="../media/image1008.png"/><Relationship Id="rId79" Type="http://schemas.openxmlformats.org/officeDocument/2006/relationships/image" Target="../media/image1029.png"/><Relationship Id="rId102" Type="http://schemas.openxmlformats.org/officeDocument/2006/relationships/customXml" Target="../ink/ink1044.xml"/><Relationship Id="rId144" Type="http://schemas.openxmlformats.org/officeDocument/2006/relationships/customXml" Target="../ink/ink1065.xml"/><Relationship Id="rId547" Type="http://schemas.openxmlformats.org/officeDocument/2006/relationships/image" Target="../media/image1263.png"/><Relationship Id="rId589" Type="http://schemas.openxmlformats.org/officeDocument/2006/relationships/image" Target="../media/image1284.png"/><Relationship Id="rId90" Type="http://schemas.openxmlformats.org/officeDocument/2006/relationships/customXml" Target="../ink/ink1038.xml"/><Relationship Id="rId186" Type="http://schemas.openxmlformats.org/officeDocument/2006/relationships/customXml" Target="../ink/ink1086.xml"/><Relationship Id="rId351" Type="http://schemas.openxmlformats.org/officeDocument/2006/relationships/image" Target="../media/image1165.png"/><Relationship Id="rId393" Type="http://schemas.openxmlformats.org/officeDocument/2006/relationships/image" Target="../media/image1186.png"/><Relationship Id="rId407" Type="http://schemas.openxmlformats.org/officeDocument/2006/relationships/image" Target="../media/image1193.png"/><Relationship Id="rId449" Type="http://schemas.openxmlformats.org/officeDocument/2006/relationships/image" Target="../media/image1214.png"/><Relationship Id="rId614" Type="http://schemas.openxmlformats.org/officeDocument/2006/relationships/customXml" Target="../ink/ink1300.xml"/><Relationship Id="rId656" Type="http://schemas.openxmlformats.org/officeDocument/2006/relationships/customXml" Target="../ink/ink1321.xml"/><Relationship Id="rId211" Type="http://schemas.openxmlformats.org/officeDocument/2006/relationships/image" Target="../media/image1095.png"/><Relationship Id="rId253" Type="http://schemas.openxmlformats.org/officeDocument/2006/relationships/image" Target="../media/image1116.png"/><Relationship Id="rId295" Type="http://schemas.openxmlformats.org/officeDocument/2006/relationships/image" Target="../media/image1137.png"/><Relationship Id="rId309" Type="http://schemas.openxmlformats.org/officeDocument/2006/relationships/image" Target="../media/image1144.png"/><Relationship Id="rId460" Type="http://schemas.openxmlformats.org/officeDocument/2006/relationships/customXml" Target="../ink/ink1223.xml"/><Relationship Id="rId516" Type="http://schemas.openxmlformats.org/officeDocument/2006/relationships/customXml" Target="../ink/ink1251.xml"/><Relationship Id="rId48" Type="http://schemas.openxmlformats.org/officeDocument/2006/relationships/customXml" Target="../ink/ink1017.xml"/><Relationship Id="rId113" Type="http://schemas.openxmlformats.org/officeDocument/2006/relationships/image" Target="../media/image1046.png"/><Relationship Id="rId320" Type="http://schemas.openxmlformats.org/officeDocument/2006/relationships/customXml" Target="../ink/ink1153.xml"/><Relationship Id="rId558" Type="http://schemas.openxmlformats.org/officeDocument/2006/relationships/customXml" Target="../ink/ink1272.xml"/><Relationship Id="rId155" Type="http://schemas.openxmlformats.org/officeDocument/2006/relationships/image" Target="../media/image1067.png"/><Relationship Id="rId197" Type="http://schemas.openxmlformats.org/officeDocument/2006/relationships/image" Target="../media/image1088.png"/><Relationship Id="rId362" Type="http://schemas.openxmlformats.org/officeDocument/2006/relationships/customXml" Target="../ink/ink1174.xml"/><Relationship Id="rId418" Type="http://schemas.openxmlformats.org/officeDocument/2006/relationships/customXml" Target="../ink/ink1202.xml"/><Relationship Id="rId625" Type="http://schemas.openxmlformats.org/officeDocument/2006/relationships/image" Target="../media/image1301.png"/><Relationship Id="rId222" Type="http://schemas.openxmlformats.org/officeDocument/2006/relationships/customXml" Target="../ink/ink1104.xml"/><Relationship Id="rId264" Type="http://schemas.openxmlformats.org/officeDocument/2006/relationships/customXml" Target="../ink/ink1125.xml"/><Relationship Id="rId471" Type="http://schemas.openxmlformats.org/officeDocument/2006/relationships/image" Target="../media/image1225.png"/><Relationship Id="rId17" Type="http://schemas.openxmlformats.org/officeDocument/2006/relationships/image" Target="../media/image998.png"/><Relationship Id="rId59" Type="http://schemas.openxmlformats.org/officeDocument/2006/relationships/image" Target="../media/image1019.png"/><Relationship Id="rId124" Type="http://schemas.openxmlformats.org/officeDocument/2006/relationships/customXml" Target="../ink/ink1055.xml"/><Relationship Id="rId527" Type="http://schemas.openxmlformats.org/officeDocument/2006/relationships/image" Target="../media/image1253.png"/><Relationship Id="rId569" Type="http://schemas.openxmlformats.org/officeDocument/2006/relationships/image" Target="../media/image1274.png"/><Relationship Id="rId70" Type="http://schemas.openxmlformats.org/officeDocument/2006/relationships/customXml" Target="../ink/ink1028.xml"/><Relationship Id="rId166" Type="http://schemas.openxmlformats.org/officeDocument/2006/relationships/customXml" Target="../ink/ink1076.xml"/><Relationship Id="rId331" Type="http://schemas.openxmlformats.org/officeDocument/2006/relationships/image" Target="../media/image1155.png"/><Relationship Id="rId373" Type="http://schemas.openxmlformats.org/officeDocument/2006/relationships/image" Target="../media/image1176.png"/><Relationship Id="rId429" Type="http://schemas.openxmlformats.org/officeDocument/2006/relationships/image" Target="../media/image1204.png"/><Relationship Id="rId580" Type="http://schemas.openxmlformats.org/officeDocument/2006/relationships/customXml" Target="../ink/ink1283.xml"/><Relationship Id="rId636" Type="http://schemas.openxmlformats.org/officeDocument/2006/relationships/customXml" Target="../ink/ink1311.xml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1106.png"/><Relationship Id="rId440" Type="http://schemas.openxmlformats.org/officeDocument/2006/relationships/customXml" Target="../ink/ink1213.xml"/><Relationship Id="rId28" Type="http://schemas.openxmlformats.org/officeDocument/2006/relationships/customXml" Target="../ink/ink1007.xml"/><Relationship Id="rId275" Type="http://schemas.openxmlformats.org/officeDocument/2006/relationships/image" Target="../media/image1127.png"/><Relationship Id="rId300" Type="http://schemas.openxmlformats.org/officeDocument/2006/relationships/customXml" Target="../ink/ink1143.xml"/><Relationship Id="rId482" Type="http://schemas.openxmlformats.org/officeDocument/2006/relationships/customXml" Target="../ink/ink1234.xml"/><Relationship Id="rId538" Type="http://schemas.openxmlformats.org/officeDocument/2006/relationships/customXml" Target="../ink/ink1262.xml"/><Relationship Id="rId81" Type="http://schemas.openxmlformats.org/officeDocument/2006/relationships/image" Target="../media/image1030.png"/><Relationship Id="rId135" Type="http://schemas.openxmlformats.org/officeDocument/2006/relationships/image" Target="../media/image1057.png"/><Relationship Id="rId177" Type="http://schemas.openxmlformats.org/officeDocument/2006/relationships/image" Target="../media/image1078.png"/><Relationship Id="rId342" Type="http://schemas.openxmlformats.org/officeDocument/2006/relationships/customXml" Target="../ink/ink1164.xml"/><Relationship Id="rId384" Type="http://schemas.openxmlformats.org/officeDocument/2006/relationships/customXml" Target="../ink/ink1185.xml"/><Relationship Id="rId591" Type="http://schemas.openxmlformats.org/officeDocument/2006/relationships/image" Target="../media/image1285.png"/><Relationship Id="rId605" Type="http://schemas.openxmlformats.org/officeDocument/2006/relationships/image" Target="../media/image1292.png"/><Relationship Id="rId202" Type="http://schemas.openxmlformats.org/officeDocument/2006/relationships/customXml" Target="../ink/ink1094.xml"/><Relationship Id="rId244" Type="http://schemas.openxmlformats.org/officeDocument/2006/relationships/customXml" Target="../ink/ink1115.xml"/><Relationship Id="rId647" Type="http://schemas.openxmlformats.org/officeDocument/2006/relationships/image" Target="../media/image1312.png"/><Relationship Id="rId39" Type="http://schemas.openxmlformats.org/officeDocument/2006/relationships/image" Target="../media/image1009.png"/><Relationship Id="rId286" Type="http://schemas.openxmlformats.org/officeDocument/2006/relationships/customXml" Target="../ink/ink1136.xml"/><Relationship Id="rId451" Type="http://schemas.openxmlformats.org/officeDocument/2006/relationships/image" Target="../media/image1215.png"/><Relationship Id="rId493" Type="http://schemas.openxmlformats.org/officeDocument/2006/relationships/image" Target="../media/image1236.png"/><Relationship Id="rId507" Type="http://schemas.openxmlformats.org/officeDocument/2006/relationships/image" Target="../media/image1243.png"/><Relationship Id="rId549" Type="http://schemas.openxmlformats.org/officeDocument/2006/relationships/image" Target="../media/image1264.png"/><Relationship Id="rId50" Type="http://schemas.openxmlformats.org/officeDocument/2006/relationships/customXml" Target="../ink/ink1018.xml"/><Relationship Id="rId104" Type="http://schemas.openxmlformats.org/officeDocument/2006/relationships/customXml" Target="../ink/ink1045.xml"/><Relationship Id="rId146" Type="http://schemas.openxmlformats.org/officeDocument/2006/relationships/customXml" Target="../ink/ink1066.xml"/><Relationship Id="rId188" Type="http://schemas.openxmlformats.org/officeDocument/2006/relationships/customXml" Target="../ink/ink1087.xml"/><Relationship Id="rId311" Type="http://schemas.openxmlformats.org/officeDocument/2006/relationships/image" Target="../media/image1145.png"/><Relationship Id="rId353" Type="http://schemas.openxmlformats.org/officeDocument/2006/relationships/image" Target="../media/image1166.png"/><Relationship Id="rId395" Type="http://schemas.openxmlformats.org/officeDocument/2006/relationships/image" Target="../media/image1187.png"/><Relationship Id="rId409" Type="http://schemas.openxmlformats.org/officeDocument/2006/relationships/image" Target="../media/image1194.png"/><Relationship Id="rId560" Type="http://schemas.openxmlformats.org/officeDocument/2006/relationships/customXml" Target="../ink/ink1273.xml"/><Relationship Id="rId92" Type="http://schemas.openxmlformats.org/officeDocument/2006/relationships/customXml" Target="../ink/ink1039.xml"/><Relationship Id="rId213" Type="http://schemas.openxmlformats.org/officeDocument/2006/relationships/image" Target="../media/image1096.png"/><Relationship Id="rId420" Type="http://schemas.openxmlformats.org/officeDocument/2006/relationships/customXml" Target="../ink/ink1203.xml"/><Relationship Id="rId616" Type="http://schemas.openxmlformats.org/officeDocument/2006/relationships/customXml" Target="../ink/ink1301.xml"/><Relationship Id="rId658" Type="http://schemas.openxmlformats.org/officeDocument/2006/relationships/customXml" Target="../ink/ink1322.xml"/><Relationship Id="rId255" Type="http://schemas.openxmlformats.org/officeDocument/2006/relationships/image" Target="../media/image1117.png"/><Relationship Id="rId297" Type="http://schemas.openxmlformats.org/officeDocument/2006/relationships/image" Target="../media/image1138.png"/><Relationship Id="rId462" Type="http://schemas.openxmlformats.org/officeDocument/2006/relationships/customXml" Target="../ink/ink1224.xml"/><Relationship Id="rId518" Type="http://schemas.openxmlformats.org/officeDocument/2006/relationships/customXml" Target="../ink/ink1252.xml"/><Relationship Id="rId115" Type="http://schemas.openxmlformats.org/officeDocument/2006/relationships/image" Target="../media/image1047.png"/><Relationship Id="rId157" Type="http://schemas.openxmlformats.org/officeDocument/2006/relationships/image" Target="../media/image1068.png"/><Relationship Id="rId322" Type="http://schemas.openxmlformats.org/officeDocument/2006/relationships/customXml" Target="../ink/ink1154.xml"/><Relationship Id="rId364" Type="http://schemas.openxmlformats.org/officeDocument/2006/relationships/customXml" Target="../ink/ink1175.xml"/><Relationship Id="rId61" Type="http://schemas.openxmlformats.org/officeDocument/2006/relationships/image" Target="../media/image1020.png"/><Relationship Id="rId199" Type="http://schemas.openxmlformats.org/officeDocument/2006/relationships/image" Target="../media/image1089.png"/><Relationship Id="rId571" Type="http://schemas.openxmlformats.org/officeDocument/2006/relationships/image" Target="../media/image1275.png"/><Relationship Id="rId627" Type="http://schemas.openxmlformats.org/officeDocument/2006/relationships/image" Target="../media/image1302.png"/><Relationship Id="rId19" Type="http://schemas.openxmlformats.org/officeDocument/2006/relationships/image" Target="../media/image999.png"/><Relationship Id="rId224" Type="http://schemas.openxmlformats.org/officeDocument/2006/relationships/customXml" Target="../ink/ink1105.xml"/><Relationship Id="rId266" Type="http://schemas.openxmlformats.org/officeDocument/2006/relationships/customXml" Target="../ink/ink1126.xml"/><Relationship Id="rId431" Type="http://schemas.openxmlformats.org/officeDocument/2006/relationships/image" Target="../media/image1205.png"/><Relationship Id="rId473" Type="http://schemas.openxmlformats.org/officeDocument/2006/relationships/image" Target="../media/image1226.png"/><Relationship Id="rId529" Type="http://schemas.openxmlformats.org/officeDocument/2006/relationships/image" Target="../media/image1254.png"/><Relationship Id="rId30" Type="http://schemas.openxmlformats.org/officeDocument/2006/relationships/customXml" Target="../ink/ink1008.xml"/><Relationship Id="rId126" Type="http://schemas.openxmlformats.org/officeDocument/2006/relationships/customXml" Target="../ink/ink1056.xml"/><Relationship Id="rId168" Type="http://schemas.openxmlformats.org/officeDocument/2006/relationships/customXml" Target="../ink/ink1077.xml"/><Relationship Id="rId333" Type="http://schemas.openxmlformats.org/officeDocument/2006/relationships/image" Target="../media/image1156.png"/><Relationship Id="rId540" Type="http://schemas.openxmlformats.org/officeDocument/2006/relationships/customXml" Target="../ink/ink1263.xml"/><Relationship Id="rId72" Type="http://schemas.openxmlformats.org/officeDocument/2006/relationships/customXml" Target="../ink/ink1029.xml"/><Relationship Id="rId375" Type="http://schemas.openxmlformats.org/officeDocument/2006/relationships/image" Target="../media/image1177.png"/><Relationship Id="rId582" Type="http://schemas.openxmlformats.org/officeDocument/2006/relationships/customXml" Target="../ink/ink1284.xml"/><Relationship Id="rId638" Type="http://schemas.openxmlformats.org/officeDocument/2006/relationships/customXml" Target="../ink/ink1312.xml"/><Relationship Id="rId3" Type="http://schemas.openxmlformats.org/officeDocument/2006/relationships/image" Target="../media/image991.png"/><Relationship Id="rId235" Type="http://schemas.openxmlformats.org/officeDocument/2006/relationships/image" Target="../media/image1107.png"/><Relationship Id="rId277" Type="http://schemas.openxmlformats.org/officeDocument/2006/relationships/image" Target="../media/image1128.png"/><Relationship Id="rId400" Type="http://schemas.openxmlformats.org/officeDocument/2006/relationships/customXml" Target="../ink/ink1193.xml"/><Relationship Id="rId442" Type="http://schemas.openxmlformats.org/officeDocument/2006/relationships/customXml" Target="../ink/ink1214.xml"/><Relationship Id="rId484" Type="http://schemas.openxmlformats.org/officeDocument/2006/relationships/customXml" Target="../ink/ink1235.xml"/><Relationship Id="rId137" Type="http://schemas.openxmlformats.org/officeDocument/2006/relationships/image" Target="../media/image1058.png"/><Relationship Id="rId302" Type="http://schemas.openxmlformats.org/officeDocument/2006/relationships/customXml" Target="../ink/ink1144.xml"/><Relationship Id="rId344" Type="http://schemas.openxmlformats.org/officeDocument/2006/relationships/customXml" Target="../ink/ink1165.xml"/><Relationship Id="rId41" Type="http://schemas.openxmlformats.org/officeDocument/2006/relationships/image" Target="../media/image1010.png"/><Relationship Id="rId83" Type="http://schemas.openxmlformats.org/officeDocument/2006/relationships/image" Target="../media/image1031.png"/><Relationship Id="rId179" Type="http://schemas.openxmlformats.org/officeDocument/2006/relationships/image" Target="../media/image1079.png"/><Relationship Id="rId386" Type="http://schemas.openxmlformats.org/officeDocument/2006/relationships/customXml" Target="../ink/ink1186.xml"/><Relationship Id="rId551" Type="http://schemas.openxmlformats.org/officeDocument/2006/relationships/image" Target="../media/image1265.png"/><Relationship Id="rId593" Type="http://schemas.openxmlformats.org/officeDocument/2006/relationships/image" Target="../media/image1286.png"/><Relationship Id="rId607" Type="http://schemas.openxmlformats.org/officeDocument/2006/relationships/image" Target="../media/image1293.png"/><Relationship Id="rId649" Type="http://schemas.openxmlformats.org/officeDocument/2006/relationships/image" Target="../media/image1313.png"/><Relationship Id="rId190" Type="http://schemas.openxmlformats.org/officeDocument/2006/relationships/customXml" Target="../ink/ink1088.xml"/><Relationship Id="rId204" Type="http://schemas.openxmlformats.org/officeDocument/2006/relationships/customXml" Target="../ink/ink1095.xml"/><Relationship Id="rId246" Type="http://schemas.openxmlformats.org/officeDocument/2006/relationships/customXml" Target="../ink/ink1116.xml"/><Relationship Id="rId288" Type="http://schemas.openxmlformats.org/officeDocument/2006/relationships/customXml" Target="../ink/ink1137.xml"/><Relationship Id="rId411" Type="http://schemas.openxmlformats.org/officeDocument/2006/relationships/image" Target="../media/image1195.png"/><Relationship Id="rId453" Type="http://schemas.openxmlformats.org/officeDocument/2006/relationships/image" Target="../media/image1216.png"/><Relationship Id="rId509" Type="http://schemas.openxmlformats.org/officeDocument/2006/relationships/image" Target="../media/image1244.png"/><Relationship Id="rId660" Type="http://schemas.openxmlformats.org/officeDocument/2006/relationships/customXml" Target="../ink/ink1323.xml"/><Relationship Id="rId106" Type="http://schemas.openxmlformats.org/officeDocument/2006/relationships/customXml" Target="../ink/ink1046.xml"/><Relationship Id="rId313" Type="http://schemas.openxmlformats.org/officeDocument/2006/relationships/image" Target="../media/image1146.png"/><Relationship Id="rId495" Type="http://schemas.openxmlformats.org/officeDocument/2006/relationships/image" Target="../media/image1237.png"/><Relationship Id="rId10" Type="http://schemas.openxmlformats.org/officeDocument/2006/relationships/customXml" Target="../ink/ink998.xml"/><Relationship Id="rId52" Type="http://schemas.openxmlformats.org/officeDocument/2006/relationships/customXml" Target="../ink/ink1019.xml"/><Relationship Id="rId94" Type="http://schemas.openxmlformats.org/officeDocument/2006/relationships/customXml" Target="../ink/ink1040.xml"/><Relationship Id="rId148" Type="http://schemas.openxmlformats.org/officeDocument/2006/relationships/customXml" Target="../ink/ink1067.xml"/><Relationship Id="rId355" Type="http://schemas.openxmlformats.org/officeDocument/2006/relationships/image" Target="../media/image1167.png"/><Relationship Id="rId397" Type="http://schemas.openxmlformats.org/officeDocument/2006/relationships/image" Target="../media/image1188.png"/><Relationship Id="rId520" Type="http://schemas.openxmlformats.org/officeDocument/2006/relationships/customXml" Target="../ink/ink1253.xml"/><Relationship Id="rId562" Type="http://schemas.openxmlformats.org/officeDocument/2006/relationships/customXml" Target="../ink/ink1274.xml"/><Relationship Id="rId618" Type="http://schemas.openxmlformats.org/officeDocument/2006/relationships/customXml" Target="../ink/ink1302.xml"/><Relationship Id="rId215" Type="http://schemas.openxmlformats.org/officeDocument/2006/relationships/image" Target="../media/image1097.png"/><Relationship Id="rId257" Type="http://schemas.openxmlformats.org/officeDocument/2006/relationships/image" Target="../media/image1118.png"/><Relationship Id="rId422" Type="http://schemas.openxmlformats.org/officeDocument/2006/relationships/customXml" Target="../ink/ink1204.xml"/><Relationship Id="rId464" Type="http://schemas.openxmlformats.org/officeDocument/2006/relationships/customXml" Target="../ink/ink1225.xml"/><Relationship Id="rId299" Type="http://schemas.openxmlformats.org/officeDocument/2006/relationships/image" Target="../media/image1139.png"/><Relationship Id="rId63" Type="http://schemas.openxmlformats.org/officeDocument/2006/relationships/image" Target="../media/image1021.png"/><Relationship Id="rId159" Type="http://schemas.openxmlformats.org/officeDocument/2006/relationships/image" Target="../media/image1069.png"/><Relationship Id="rId366" Type="http://schemas.openxmlformats.org/officeDocument/2006/relationships/customXml" Target="../ink/ink1176.xml"/><Relationship Id="rId573" Type="http://schemas.openxmlformats.org/officeDocument/2006/relationships/image" Target="../media/image1276.png"/><Relationship Id="rId226" Type="http://schemas.openxmlformats.org/officeDocument/2006/relationships/customXml" Target="../ink/ink1106.xml"/><Relationship Id="rId433" Type="http://schemas.openxmlformats.org/officeDocument/2006/relationships/image" Target="../media/image1206.png"/><Relationship Id="rId640" Type="http://schemas.openxmlformats.org/officeDocument/2006/relationships/customXml" Target="../ink/ink1313.xml"/><Relationship Id="rId74" Type="http://schemas.openxmlformats.org/officeDocument/2006/relationships/customXml" Target="../ink/ink1030.xml"/><Relationship Id="rId377" Type="http://schemas.openxmlformats.org/officeDocument/2006/relationships/image" Target="../media/image1178.png"/><Relationship Id="rId500" Type="http://schemas.openxmlformats.org/officeDocument/2006/relationships/customXml" Target="../ink/ink1243.xml"/><Relationship Id="rId584" Type="http://schemas.openxmlformats.org/officeDocument/2006/relationships/customXml" Target="../ink/ink1285.xml"/><Relationship Id="rId5" Type="http://schemas.openxmlformats.org/officeDocument/2006/relationships/image" Target="../media/image992.png"/><Relationship Id="rId237" Type="http://schemas.openxmlformats.org/officeDocument/2006/relationships/image" Target="../media/image1108.png"/><Relationship Id="rId444" Type="http://schemas.openxmlformats.org/officeDocument/2006/relationships/customXml" Target="../ink/ink1215.xml"/><Relationship Id="rId651" Type="http://schemas.openxmlformats.org/officeDocument/2006/relationships/image" Target="../media/image1314.png"/><Relationship Id="rId290" Type="http://schemas.openxmlformats.org/officeDocument/2006/relationships/customXml" Target="../ink/ink1138.xml"/><Relationship Id="rId304" Type="http://schemas.openxmlformats.org/officeDocument/2006/relationships/customXml" Target="../ink/ink1145.xml"/><Relationship Id="rId388" Type="http://schemas.openxmlformats.org/officeDocument/2006/relationships/customXml" Target="../ink/ink1187.xml"/><Relationship Id="rId511" Type="http://schemas.openxmlformats.org/officeDocument/2006/relationships/image" Target="../media/image1245.png"/><Relationship Id="rId609" Type="http://schemas.openxmlformats.org/officeDocument/2006/relationships/image" Target="../media/image1294.png"/><Relationship Id="rId85" Type="http://schemas.openxmlformats.org/officeDocument/2006/relationships/image" Target="../media/image1032.png"/><Relationship Id="rId150" Type="http://schemas.openxmlformats.org/officeDocument/2006/relationships/customXml" Target="../ink/ink1068.xml"/><Relationship Id="rId595" Type="http://schemas.openxmlformats.org/officeDocument/2006/relationships/image" Target="../media/image1287.png"/><Relationship Id="rId248" Type="http://schemas.openxmlformats.org/officeDocument/2006/relationships/customXml" Target="../ink/ink1117.xml"/><Relationship Id="rId455" Type="http://schemas.openxmlformats.org/officeDocument/2006/relationships/image" Target="../media/image1217.png"/><Relationship Id="rId12" Type="http://schemas.openxmlformats.org/officeDocument/2006/relationships/customXml" Target="../ink/ink999.xml"/><Relationship Id="rId108" Type="http://schemas.openxmlformats.org/officeDocument/2006/relationships/customXml" Target="../ink/ink1047.xml"/><Relationship Id="rId315" Type="http://schemas.openxmlformats.org/officeDocument/2006/relationships/image" Target="../media/image1147.png"/><Relationship Id="rId522" Type="http://schemas.openxmlformats.org/officeDocument/2006/relationships/customXml" Target="../ink/ink1254.xml"/><Relationship Id="rId96" Type="http://schemas.openxmlformats.org/officeDocument/2006/relationships/customXml" Target="../ink/ink1041.xml"/><Relationship Id="rId161" Type="http://schemas.openxmlformats.org/officeDocument/2006/relationships/image" Target="../media/image1070.png"/><Relationship Id="rId399" Type="http://schemas.openxmlformats.org/officeDocument/2006/relationships/image" Target="../media/image1189.png"/><Relationship Id="rId259" Type="http://schemas.openxmlformats.org/officeDocument/2006/relationships/image" Target="../media/image1119.png"/><Relationship Id="rId466" Type="http://schemas.openxmlformats.org/officeDocument/2006/relationships/customXml" Target="../ink/ink1226.xml"/><Relationship Id="rId23" Type="http://schemas.openxmlformats.org/officeDocument/2006/relationships/image" Target="../media/image1001.png"/><Relationship Id="rId119" Type="http://schemas.openxmlformats.org/officeDocument/2006/relationships/image" Target="../media/image1049.png"/><Relationship Id="rId326" Type="http://schemas.openxmlformats.org/officeDocument/2006/relationships/customXml" Target="../ink/ink1156.xml"/><Relationship Id="rId533" Type="http://schemas.openxmlformats.org/officeDocument/2006/relationships/image" Target="../media/image1256.png"/><Relationship Id="rId172" Type="http://schemas.openxmlformats.org/officeDocument/2006/relationships/customXml" Target="../ink/ink1079.xml"/><Relationship Id="rId477" Type="http://schemas.openxmlformats.org/officeDocument/2006/relationships/image" Target="../media/image1228.png"/><Relationship Id="rId600" Type="http://schemas.openxmlformats.org/officeDocument/2006/relationships/customXml" Target="../ink/ink1293.xml"/><Relationship Id="rId337" Type="http://schemas.openxmlformats.org/officeDocument/2006/relationships/image" Target="../media/image1158.png"/><Relationship Id="rId34" Type="http://schemas.openxmlformats.org/officeDocument/2006/relationships/customXml" Target="../ink/ink1010.xml"/><Relationship Id="rId544" Type="http://schemas.openxmlformats.org/officeDocument/2006/relationships/customXml" Target="../ink/ink1265.xml"/><Relationship Id="rId183" Type="http://schemas.openxmlformats.org/officeDocument/2006/relationships/image" Target="../media/image1081.png"/><Relationship Id="rId390" Type="http://schemas.openxmlformats.org/officeDocument/2006/relationships/customXml" Target="../ink/ink1188.xml"/><Relationship Id="rId404" Type="http://schemas.openxmlformats.org/officeDocument/2006/relationships/customXml" Target="../ink/ink1195.xml"/><Relationship Id="rId611" Type="http://schemas.openxmlformats.org/officeDocument/2006/relationships/image" Target="../media/image1295.png"/><Relationship Id="rId250" Type="http://schemas.openxmlformats.org/officeDocument/2006/relationships/customXml" Target="../ink/ink1118.xml"/><Relationship Id="rId488" Type="http://schemas.openxmlformats.org/officeDocument/2006/relationships/customXml" Target="../ink/ink1237.xml"/><Relationship Id="rId45" Type="http://schemas.openxmlformats.org/officeDocument/2006/relationships/image" Target="../media/image1012.png"/><Relationship Id="rId110" Type="http://schemas.openxmlformats.org/officeDocument/2006/relationships/customXml" Target="../ink/ink1048.xml"/><Relationship Id="rId348" Type="http://schemas.openxmlformats.org/officeDocument/2006/relationships/customXml" Target="../ink/ink1167.xml"/><Relationship Id="rId555" Type="http://schemas.openxmlformats.org/officeDocument/2006/relationships/image" Target="../media/image1267.png"/><Relationship Id="rId194" Type="http://schemas.openxmlformats.org/officeDocument/2006/relationships/customXml" Target="../ink/ink1090.xml"/><Relationship Id="rId208" Type="http://schemas.openxmlformats.org/officeDocument/2006/relationships/customXml" Target="../ink/ink1097.xml"/><Relationship Id="rId415" Type="http://schemas.openxmlformats.org/officeDocument/2006/relationships/image" Target="../media/image1197.png"/><Relationship Id="rId622" Type="http://schemas.openxmlformats.org/officeDocument/2006/relationships/customXml" Target="../ink/ink1304.xml"/><Relationship Id="rId261" Type="http://schemas.openxmlformats.org/officeDocument/2006/relationships/image" Target="../media/image1120.png"/><Relationship Id="rId499" Type="http://schemas.openxmlformats.org/officeDocument/2006/relationships/image" Target="../media/image1239.png"/><Relationship Id="rId56" Type="http://schemas.openxmlformats.org/officeDocument/2006/relationships/customXml" Target="../ink/ink1021.xml"/><Relationship Id="rId359" Type="http://schemas.openxmlformats.org/officeDocument/2006/relationships/image" Target="../media/image1169.png"/><Relationship Id="rId566" Type="http://schemas.openxmlformats.org/officeDocument/2006/relationships/customXml" Target="../ink/ink1276.xml"/><Relationship Id="rId121" Type="http://schemas.openxmlformats.org/officeDocument/2006/relationships/image" Target="../media/image1050.png"/><Relationship Id="rId219" Type="http://schemas.openxmlformats.org/officeDocument/2006/relationships/image" Target="../media/image1099.png"/><Relationship Id="rId426" Type="http://schemas.openxmlformats.org/officeDocument/2006/relationships/customXml" Target="../ink/ink1206.xml"/><Relationship Id="rId633" Type="http://schemas.openxmlformats.org/officeDocument/2006/relationships/image" Target="../media/image1305.png"/><Relationship Id="rId67" Type="http://schemas.openxmlformats.org/officeDocument/2006/relationships/image" Target="../media/image1023.png"/><Relationship Id="rId272" Type="http://schemas.openxmlformats.org/officeDocument/2006/relationships/customXml" Target="../ink/ink1129.xml"/><Relationship Id="rId577" Type="http://schemas.openxmlformats.org/officeDocument/2006/relationships/image" Target="../media/image1278.png"/><Relationship Id="rId132" Type="http://schemas.openxmlformats.org/officeDocument/2006/relationships/customXml" Target="../ink/ink1059.xml"/><Relationship Id="rId437" Type="http://schemas.openxmlformats.org/officeDocument/2006/relationships/image" Target="../media/image1208.png"/><Relationship Id="rId644" Type="http://schemas.openxmlformats.org/officeDocument/2006/relationships/customXml" Target="../ink/ink1315.xml"/><Relationship Id="rId283" Type="http://schemas.openxmlformats.org/officeDocument/2006/relationships/image" Target="../media/image1131.png"/><Relationship Id="rId490" Type="http://schemas.openxmlformats.org/officeDocument/2006/relationships/customXml" Target="../ink/ink1238.xml"/><Relationship Id="rId504" Type="http://schemas.openxmlformats.org/officeDocument/2006/relationships/customXml" Target="../ink/ink1245.xml"/><Relationship Id="rId78" Type="http://schemas.openxmlformats.org/officeDocument/2006/relationships/customXml" Target="../ink/ink1032.xml"/><Relationship Id="rId143" Type="http://schemas.openxmlformats.org/officeDocument/2006/relationships/image" Target="../media/image1061.png"/><Relationship Id="rId350" Type="http://schemas.openxmlformats.org/officeDocument/2006/relationships/customXml" Target="../ink/ink1168.xml"/><Relationship Id="rId588" Type="http://schemas.openxmlformats.org/officeDocument/2006/relationships/customXml" Target="../ink/ink1287.xml"/><Relationship Id="rId9" Type="http://schemas.openxmlformats.org/officeDocument/2006/relationships/image" Target="../media/image994.png"/><Relationship Id="rId210" Type="http://schemas.openxmlformats.org/officeDocument/2006/relationships/customXml" Target="../ink/ink1098.xml"/><Relationship Id="rId448" Type="http://schemas.openxmlformats.org/officeDocument/2006/relationships/customXml" Target="../ink/ink1217.xml"/><Relationship Id="rId655" Type="http://schemas.openxmlformats.org/officeDocument/2006/relationships/image" Target="../media/image1316.png"/><Relationship Id="rId294" Type="http://schemas.openxmlformats.org/officeDocument/2006/relationships/customXml" Target="../ink/ink1140.xml"/><Relationship Id="rId308" Type="http://schemas.openxmlformats.org/officeDocument/2006/relationships/customXml" Target="../ink/ink1147.xml"/><Relationship Id="rId515" Type="http://schemas.openxmlformats.org/officeDocument/2006/relationships/image" Target="../media/image1247.png"/><Relationship Id="rId89" Type="http://schemas.openxmlformats.org/officeDocument/2006/relationships/image" Target="../media/image1034.png"/><Relationship Id="rId154" Type="http://schemas.openxmlformats.org/officeDocument/2006/relationships/customXml" Target="../ink/ink1070.xml"/><Relationship Id="rId361" Type="http://schemas.openxmlformats.org/officeDocument/2006/relationships/image" Target="../media/image1170.png"/><Relationship Id="rId599" Type="http://schemas.openxmlformats.org/officeDocument/2006/relationships/image" Target="../media/image1289.png"/><Relationship Id="rId459" Type="http://schemas.openxmlformats.org/officeDocument/2006/relationships/image" Target="../media/image1219.png"/><Relationship Id="rId16" Type="http://schemas.openxmlformats.org/officeDocument/2006/relationships/customXml" Target="../ink/ink1001.xml"/><Relationship Id="rId221" Type="http://schemas.openxmlformats.org/officeDocument/2006/relationships/image" Target="../media/image1100.png"/><Relationship Id="rId319" Type="http://schemas.openxmlformats.org/officeDocument/2006/relationships/image" Target="../media/image1149.png"/><Relationship Id="rId526" Type="http://schemas.openxmlformats.org/officeDocument/2006/relationships/customXml" Target="../ink/ink1256.xml"/><Relationship Id="rId165" Type="http://schemas.openxmlformats.org/officeDocument/2006/relationships/image" Target="../media/image1072.png"/><Relationship Id="rId372" Type="http://schemas.openxmlformats.org/officeDocument/2006/relationships/customXml" Target="../ink/ink117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0.png"/><Relationship Id="rId2" Type="http://schemas.openxmlformats.org/officeDocument/2006/relationships/customXml" Target="../ink/ink132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CBE66-1128-8CE2-574F-089AF344D3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a-IR" dirty="0">
                <a:cs typeface="B Nazanin" panose="00000400000000000000" pitchFamily="2" charset="-78"/>
              </a:rPr>
              <a:t>مرور فشرده مطالب</a:t>
            </a:r>
            <a:endParaRPr lang="en-CA" dirty="0">
              <a:cs typeface="B Nazanin" panose="00000400000000000000" pitchFamily="2" charset="-78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1DDF0E-9625-CFBC-7A0C-FD10AF3DC3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3BA09F91-7783-FC03-947C-29599A1B82AF}"/>
                  </a:ext>
                </a:extLst>
              </p14:cNvPr>
              <p14:cNvContentPartPr/>
              <p14:nvPr/>
            </p14:nvContentPartPr>
            <p14:xfrm>
              <a:off x="7404147" y="3422960"/>
              <a:ext cx="81360" cy="3240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3BA09F91-7783-FC03-947C-29599A1B82AF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398027" y="3416840"/>
                <a:ext cx="93600" cy="44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47779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3455C-2374-4745-C76E-6D702FA64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1961B-C531-4FD3-0E9D-E24A4A65C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>
                <a:cs typeface="B Nazanin" panose="00000400000000000000" pitchFamily="2" charset="-78"/>
              </a:rPr>
              <a:t>مرور افعال و ضمائر ملکی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DE4A0-0C85-AA58-0D94-9BC64BE586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r">
              <a:buNone/>
            </a:pPr>
            <a:r>
              <a:rPr lang="fa-IR" sz="2400" dirty="0">
                <a:cs typeface="B Nazanin" panose="00000400000000000000" pitchFamily="2" charset="-78"/>
              </a:rPr>
              <a:t>1- جمله های زیر را به فارسی ترجمه کنید:</a:t>
            </a:r>
          </a:p>
          <a:p>
            <a:r>
              <a:rPr lang="fr-CA" sz="2400" dirty="0">
                <a:cs typeface="B Nazanin" panose="00000400000000000000" pitchFamily="2" charset="-78"/>
              </a:rPr>
              <a:t>Ali has </a:t>
            </a:r>
            <a:r>
              <a:rPr lang="fr-CA" sz="2400" dirty="0" err="1">
                <a:cs typeface="B Nazanin" panose="00000400000000000000" pitchFamily="2" charset="-78"/>
              </a:rPr>
              <a:t>two</a:t>
            </a:r>
            <a:r>
              <a:rPr lang="fr-CA" sz="2400" dirty="0">
                <a:cs typeface="B Nazanin" panose="00000400000000000000" pitchFamily="2" charset="-78"/>
              </a:rPr>
              <a:t> </a:t>
            </a:r>
            <a:r>
              <a:rPr lang="fr-CA" sz="2400" dirty="0" err="1">
                <a:cs typeface="B Nazanin" panose="00000400000000000000" pitchFamily="2" charset="-78"/>
              </a:rPr>
              <a:t>brothers</a:t>
            </a:r>
            <a:r>
              <a:rPr lang="fr-CA" sz="2400" dirty="0">
                <a:cs typeface="B Nazanin" panose="00000400000000000000" pitchFamily="2" charset="-78"/>
              </a:rPr>
              <a:t>. </a:t>
            </a:r>
            <a:r>
              <a:rPr lang="fr-CA" sz="2400" dirty="0" err="1">
                <a:cs typeface="B Nazanin" panose="00000400000000000000" pitchFamily="2" charset="-78"/>
              </a:rPr>
              <a:t>His</a:t>
            </a:r>
            <a:r>
              <a:rPr lang="fr-CA" sz="2400" dirty="0">
                <a:cs typeface="B Nazanin" panose="00000400000000000000" pitchFamily="2" charset="-78"/>
              </a:rPr>
              <a:t> </a:t>
            </a:r>
            <a:r>
              <a:rPr lang="fr-CA" sz="2400" dirty="0" err="1">
                <a:cs typeface="B Nazanin" panose="00000400000000000000" pitchFamily="2" charset="-78"/>
              </a:rPr>
              <a:t>brothers</a:t>
            </a:r>
            <a:r>
              <a:rPr lang="fr-CA" sz="2400" dirty="0">
                <a:cs typeface="B Nazanin" panose="00000400000000000000" pitchFamily="2" charset="-78"/>
              </a:rPr>
              <a:t> are </a:t>
            </a:r>
            <a:r>
              <a:rPr lang="fr-CA" sz="2400" dirty="0" err="1">
                <a:cs typeface="B Nazanin" panose="00000400000000000000" pitchFamily="2" charset="-78"/>
              </a:rPr>
              <a:t>very</a:t>
            </a:r>
            <a:r>
              <a:rPr lang="fr-CA" sz="2400" dirty="0">
                <a:cs typeface="B Nazanin" panose="00000400000000000000" pitchFamily="2" charset="-78"/>
              </a:rPr>
              <a:t> </a:t>
            </a:r>
            <a:r>
              <a:rPr lang="fr-CA" sz="2400" dirty="0" err="1">
                <a:cs typeface="B Nazanin" panose="00000400000000000000" pitchFamily="2" charset="-78"/>
              </a:rPr>
              <a:t>kind</a:t>
            </a:r>
            <a:r>
              <a:rPr lang="fr-CA" sz="2400" dirty="0">
                <a:cs typeface="B Nazanin" panose="00000400000000000000" pitchFamily="2" charset="-78"/>
              </a:rPr>
              <a:t>. He </a:t>
            </a:r>
            <a:r>
              <a:rPr lang="fr-CA" sz="2400" dirty="0" err="1">
                <a:cs typeface="B Nazanin" panose="00000400000000000000" pitchFamily="2" charset="-78"/>
              </a:rPr>
              <a:t>sees</a:t>
            </a:r>
            <a:r>
              <a:rPr lang="fr-CA" sz="2400" dirty="0">
                <a:cs typeface="B Nazanin" panose="00000400000000000000" pitchFamily="2" charset="-78"/>
              </a:rPr>
              <a:t> </a:t>
            </a:r>
            <a:r>
              <a:rPr lang="fr-CA" sz="2400" dirty="0" err="1">
                <a:cs typeface="B Nazanin" panose="00000400000000000000" pitchFamily="2" charset="-78"/>
              </a:rPr>
              <a:t>them</a:t>
            </a:r>
            <a:r>
              <a:rPr lang="fr-CA" sz="2400" dirty="0">
                <a:cs typeface="B Nazanin" panose="00000400000000000000" pitchFamily="2" charset="-78"/>
              </a:rPr>
              <a:t> </a:t>
            </a:r>
            <a:r>
              <a:rPr lang="fr-CA" sz="2400" dirty="0" err="1">
                <a:cs typeface="B Nazanin" panose="00000400000000000000" pitchFamily="2" charset="-78"/>
              </a:rPr>
              <a:t>every</a:t>
            </a:r>
            <a:r>
              <a:rPr lang="fr-CA" sz="2400" dirty="0">
                <a:cs typeface="B Nazanin" panose="00000400000000000000" pitchFamily="2" charset="-78"/>
              </a:rPr>
              <a:t> </a:t>
            </a:r>
            <a:r>
              <a:rPr lang="fr-CA" sz="2400" dirty="0" err="1">
                <a:cs typeface="B Nazanin" panose="00000400000000000000" pitchFamily="2" charset="-78"/>
              </a:rPr>
              <a:t>day</a:t>
            </a:r>
            <a:r>
              <a:rPr lang="fr-CA" sz="2400" dirty="0">
                <a:cs typeface="B Nazanin" panose="00000400000000000000" pitchFamily="2" charset="-78"/>
              </a:rPr>
              <a:t>.</a:t>
            </a:r>
          </a:p>
          <a:p>
            <a:pPr marL="0" indent="0">
              <a:buNone/>
            </a:pPr>
            <a:endParaRPr lang="fr-CA" sz="2400" dirty="0">
              <a:cs typeface="B Nazanin" panose="00000400000000000000" pitchFamily="2" charset="-78"/>
            </a:endParaRPr>
          </a:p>
          <a:p>
            <a:endParaRPr lang="fr-CA" sz="2400" dirty="0">
              <a:cs typeface="B Nazanin" panose="00000400000000000000" pitchFamily="2" charset="-78"/>
            </a:endParaRPr>
          </a:p>
          <a:p>
            <a:endParaRPr lang="fr-CA" sz="2400" dirty="0">
              <a:cs typeface="B Nazanin" panose="00000400000000000000" pitchFamily="2" charset="-78"/>
            </a:endParaRPr>
          </a:p>
          <a:p>
            <a:endParaRPr lang="fr-CA" sz="2400" dirty="0">
              <a:cs typeface="B Nazanin" panose="00000400000000000000" pitchFamily="2" charset="-78"/>
            </a:endParaRPr>
          </a:p>
          <a:p>
            <a:r>
              <a:rPr lang="fr-CA" sz="2400" dirty="0">
                <a:cs typeface="B Nazanin" panose="00000400000000000000" pitchFamily="2" charset="-78"/>
              </a:rPr>
              <a:t>Maryam has one </a:t>
            </a:r>
            <a:r>
              <a:rPr lang="fr-CA" sz="2400" dirty="0" err="1">
                <a:cs typeface="B Nazanin" panose="00000400000000000000" pitchFamily="2" charset="-78"/>
              </a:rPr>
              <a:t>brother</a:t>
            </a:r>
            <a:r>
              <a:rPr lang="fr-CA" sz="2400" dirty="0">
                <a:cs typeface="B Nazanin" panose="00000400000000000000" pitchFamily="2" charset="-78"/>
              </a:rPr>
              <a:t> and </a:t>
            </a:r>
            <a:r>
              <a:rPr lang="fr-CA" sz="2400" dirty="0" err="1">
                <a:cs typeface="B Nazanin" panose="00000400000000000000" pitchFamily="2" charset="-78"/>
              </a:rPr>
              <a:t>two</a:t>
            </a:r>
            <a:r>
              <a:rPr lang="fr-CA" sz="2400" dirty="0">
                <a:cs typeface="B Nazanin" panose="00000400000000000000" pitchFamily="2" charset="-78"/>
              </a:rPr>
              <a:t> </a:t>
            </a:r>
            <a:r>
              <a:rPr lang="fr-CA" sz="2400" dirty="0" err="1">
                <a:cs typeface="B Nazanin" panose="00000400000000000000" pitchFamily="2" charset="-78"/>
              </a:rPr>
              <a:t>sisters</a:t>
            </a:r>
            <a:r>
              <a:rPr lang="fr-CA" sz="2400" dirty="0">
                <a:cs typeface="B Nazanin" panose="00000400000000000000" pitchFamily="2" charset="-78"/>
              </a:rPr>
              <a:t>. </a:t>
            </a:r>
            <a:r>
              <a:rPr lang="fr-CA" sz="2400" dirty="0" err="1">
                <a:cs typeface="B Nazanin" panose="00000400000000000000" pitchFamily="2" charset="-78"/>
              </a:rPr>
              <a:t>Their</a:t>
            </a:r>
            <a:r>
              <a:rPr lang="fr-CA" sz="2400" dirty="0">
                <a:cs typeface="B Nazanin" panose="00000400000000000000" pitchFamily="2" charset="-78"/>
              </a:rPr>
              <a:t> </a:t>
            </a:r>
            <a:r>
              <a:rPr lang="fr-CA" sz="2400" dirty="0" err="1">
                <a:cs typeface="B Nazanin" panose="00000400000000000000" pitchFamily="2" charset="-78"/>
              </a:rPr>
              <a:t>school</a:t>
            </a:r>
            <a:r>
              <a:rPr lang="fr-CA" sz="2400" dirty="0">
                <a:cs typeface="B Nazanin" panose="00000400000000000000" pitchFamily="2" charset="-78"/>
              </a:rPr>
              <a:t> </a:t>
            </a:r>
            <a:r>
              <a:rPr lang="fr-CA" sz="2400" dirty="0" err="1">
                <a:cs typeface="B Nazanin" panose="00000400000000000000" pitchFamily="2" charset="-78"/>
              </a:rPr>
              <a:t>is</a:t>
            </a:r>
            <a:r>
              <a:rPr lang="fr-CA" sz="2400" dirty="0">
                <a:cs typeface="B Nazanin" panose="00000400000000000000" pitchFamily="2" charset="-78"/>
              </a:rPr>
              <a:t> </a:t>
            </a:r>
            <a:r>
              <a:rPr lang="fr-CA" sz="2400" dirty="0" err="1">
                <a:cs typeface="B Nazanin" panose="00000400000000000000" pitchFamily="2" charset="-78"/>
              </a:rPr>
              <a:t>near</a:t>
            </a:r>
            <a:r>
              <a:rPr lang="fr-CA" sz="2400" dirty="0">
                <a:cs typeface="B Nazanin" panose="00000400000000000000" pitchFamily="2" charset="-78"/>
              </a:rPr>
              <a:t> the house. They go to </a:t>
            </a:r>
            <a:r>
              <a:rPr lang="fr-CA" sz="2400" dirty="0" err="1">
                <a:cs typeface="B Nazanin" panose="00000400000000000000" pitchFamily="2" charset="-78"/>
              </a:rPr>
              <a:t>school</a:t>
            </a:r>
            <a:r>
              <a:rPr lang="fr-CA" sz="2400" dirty="0">
                <a:cs typeface="B Nazanin" panose="00000400000000000000" pitchFamily="2" charset="-78"/>
              </a:rPr>
              <a:t> </a:t>
            </a:r>
            <a:r>
              <a:rPr lang="fr-CA" sz="2400" dirty="0" err="1">
                <a:cs typeface="B Nazanin" panose="00000400000000000000" pitchFamily="2" charset="-78"/>
              </a:rPr>
              <a:t>every</a:t>
            </a:r>
            <a:r>
              <a:rPr lang="fr-CA" sz="2400" dirty="0">
                <a:cs typeface="B Nazanin" panose="00000400000000000000" pitchFamily="2" charset="-78"/>
              </a:rPr>
              <a:t> </a:t>
            </a:r>
            <a:r>
              <a:rPr lang="fr-CA" sz="2400" dirty="0" err="1">
                <a:cs typeface="B Nazanin" panose="00000400000000000000" pitchFamily="2" charset="-78"/>
              </a:rPr>
              <a:t>day</a:t>
            </a:r>
            <a:r>
              <a:rPr lang="fr-CA" sz="2400" dirty="0">
                <a:cs typeface="B Nazanin" panose="00000400000000000000" pitchFamily="2" charset="-78"/>
              </a:rPr>
              <a:t>.</a:t>
            </a:r>
          </a:p>
          <a:p>
            <a:endParaRPr lang="fa-IR" sz="2400" dirty="0">
              <a:cs typeface="B Nazanin" panose="00000400000000000000" pitchFamily="2" charset="-78"/>
            </a:endParaRPr>
          </a:p>
          <a:p>
            <a:pPr algn="r" rtl="1"/>
            <a:endParaRPr lang="fa-IR" sz="2400" dirty="0">
              <a:cs typeface="B Nazanin" panose="00000400000000000000" pitchFamily="2" charset="-78"/>
            </a:endParaRPr>
          </a:p>
          <a:p>
            <a:pPr marL="0" indent="0" algn="r">
              <a:buNone/>
            </a:pPr>
            <a:endParaRPr lang="en-CA" sz="2400" dirty="0">
              <a:cs typeface="B Nazanin" panose="00000400000000000000" pitchFamily="2" charset="-78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0E74591-0E73-1C1A-18B8-8E236D34B4E5}"/>
                  </a:ext>
                </a:extLst>
              </p14:cNvPr>
              <p14:cNvContentPartPr/>
              <p14:nvPr/>
            </p14:nvContentPartPr>
            <p14:xfrm>
              <a:off x="10275867" y="3084920"/>
              <a:ext cx="146160" cy="64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0E74591-0E73-1C1A-18B8-8E236D34B4E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269747" y="3078800"/>
                <a:ext cx="15840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F1E91A63-0327-8ABD-C71C-07AD81A8DCB5}"/>
                  </a:ext>
                </a:extLst>
              </p14:cNvPr>
              <p14:cNvContentPartPr/>
              <p14:nvPr/>
            </p14:nvContentPartPr>
            <p14:xfrm>
              <a:off x="9733347" y="2865680"/>
              <a:ext cx="378000" cy="3027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F1E91A63-0327-8ABD-C71C-07AD81A8DCB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727227" y="2859560"/>
                <a:ext cx="390240" cy="31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74EFF855-0A5C-9F5A-069A-646DDFB097D1}"/>
                  </a:ext>
                </a:extLst>
              </p14:cNvPr>
              <p14:cNvContentPartPr/>
              <p14:nvPr/>
            </p14:nvContentPartPr>
            <p14:xfrm>
              <a:off x="7816707" y="3048200"/>
              <a:ext cx="21600" cy="172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74EFF855-0A5C-9F5A-069A-646DDFB097D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810587" y="3042080"/>
                <a:ext cx="33840" cy="29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66BF81DB-DA7C-239C-8B26-95E1B460CDCA}"/>
              </a:ext>
            </a:extLst>
          </p:cNvPr>
          <p:cNvGrpSpPr/>
          <p:nvPr/>
        </p:nvGrpSpPr>
        <p:grpSpPr>
          <a:xfrm>
            <a:off x="7219467" y="2905280"/>
            <a:ext cx="381600" cy="304920"/>
            <a:chOff x="7219467" y="2905280"/>
            <a:chExt cx="381600" cy="30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A6DD2B4-A1AE-2F21-5953-92D0A66325AD}"/>
                    </a:ext>
                  </a:extLst>
                </p14:cNvPr>
                <p14:cNvContentPartPr/>
                <p14:nvPr/>
              </p14:nvContentPartPr>
              <p14:xfrm>
                <a:off x="7356267" y="2951000"/>
                <a:ext cx="244800" cy="2592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A6DD2B4-A1AE-2F21-5953-92D0A66325A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350147" y="2944880"/>
                  <a:ext cx="25704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27A5D74-025B-23C7-C641-0E69E272779E}"/>
                    </a:ext>
                  </a:extLst>
                </p14:cNvPr>
                <p14:cNvContentPartPr/>
                <p14:nvPr/>
              </p14:nvContentPartPr>
              <p14:xfrm>
                <a:off x="7541307" y="3154760"/>
                <a:ext cx="25920" cy="194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27A5D74-025B-23C7-C641-0E69E272779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535187" y="3148640"/>
                  <a:ext cx="381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2CF6FC7-493B-4F57-3311-3D11FBDEB776}"/>
                    </a:ext>
                  </a:extLst>
                </p14:cNvPr>
                <p14:cNvContentPartPr/>
                <p14:nvPr/>
              </p14:nvContentPartPr>
              <p14:xfrm>
                <a:off x="7361307" y="2905280"/>
                <a:ext cx="43200" cy="2005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2CF6FC7-493B-4F57-3311-3D11FBDEB77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355187" y="2899160"/>
                  <a:ext cx="5544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5DF6FB4-3652-7DC5-D8FE-F1FBF0D68519}"/>
                    </a:ext>
                  </a:extLst>
                </p14:cNvPr>
                <p14:cNvContentPartPr/>
                <p14:nvPr/>
              </p14:nvContentPartPr>
              <p14:xfrm>
                <a:off x="7219467" y="2981960"/>
                <a:ext cx="100800" cy="1357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5DF6FB4-3652-7DC5-D8FE-F1FBF0D6851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213347" y="2975840"/>
                  <a:ext cx="113040" cy="147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D3CF8293-8B1E-F773-B3F3-E647DF8F9162}"/>
                  </a:ext>
                </a:extLst>
              </p14:cNvPr>
              <p14:cNvContentPartPr/>
              <p14:nvPr/>
            </p14:nvContentPartPr>
            <p14:xfrm>
              <a:off x="7045947" y="3075920"/>
              <a:ext cx="124560" cy="10584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D3CF8293-8B1E-F773-B3F3-E647DF8F916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039827" y="3069800"/>
                <a:ext cx="136800" cy="11808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75CE7112-CE55-D18F-E3D5-37C83D41F48D}"/>
              </a:ext>
            </a:extLst>
          </p:cNvPr>
          <p:cNvGrpSpPr/>
          <p:nvPr/>
        </p:nvGrpSpPr>
        <p:grpSpPr>
          <a:xfrm>
            <a:off x="7801227" y="2863880"/>
            <a:ext cx="1804320" cy="353520"/>
            <a:chOff x="7801227" y="2863880"/>
            <a:chExt cx="1804320" cy="35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1567E41-E0B0-BD15-791C-063ABBEDE3EA}"/>
                    </a:ext>
                  </a:extLst>
                </p14:cNvPr>
                <p14:cNvContentPartPr/>
                <p14:nvPr/>
              </p14:nvContentPartPr>
              <p14:xfrm>
                <a:off x="9449307" y="2975480"/>
                <a:ext cx="156240" cy="1418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1567E41-E0B0-BD15-791C-063ABBEDE3E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443187" y="2969360"/>
                  <a:ext cx="1684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5737770-446C-66C5-FD52-EA6CEB31C0B1}"/>
                    </a:ext>
                  </a:extLst>
                </p14:cNvPr>
                <p14:cNvContentPartPr/>
                <p14:nvPr/>
              </p14:nvContentPartPr>
              <p14:xfrm>
                <a:off x="9155547" y="3027680"/>
                <a:ext cx="231120" cy="1807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5737770-446C-66C5-FD52-EA6CEB31C0B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149427" y="3021560"/>
                  <a:ext cx="24336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C270B13-512C-B43A-DB49-C178CD20DB05}"/>
                    </a:ext>
                  </a:extLst>
                </p14:cNvPr>
                <p14:cNvContentPartPr/>
                <p14:nvPr/>
              </p14:nvContentPartPr>
              <p14:xfrm>
                <a:off x="8895987" y="2976560"/>
                <a:ext cx="213840" cy="2408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C270B13-512C-B43A-DB49-C178CD20DB0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889867" y="2970440"/>
                  <a:ext cx="22608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9F86914-AFFD-3476-E5DA-F15AFEA48EA8}"/>
                    </a:ext>
                  </a:extLst>
                </p14:cNvPr>
                <p14:cNvContentPartPr/>
                <p14:nvPr/>
              </p14:nvContentPartPr>
              <p14:xfrm>
                <a:off x="9053307" y="3176720"/>
                <a:ext cx="18000" cy="68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9F86914-AFFD-3476-E5DA-F15AFEA48EA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047187" y="3170600"/>
                  <a:ext cx="3024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311DAF1-D68E-B11D-328A-175695E9CBD8}"/>
                    </a:ext>
                  </a:extLst>
                </p14:cNvPr>
                <p14:cNvContentPartPr/>
                <p14:nvPr/>
              </p14:nvContentPartPr>
              <p14:xfrm>
                <a:off x="8892387" y="2883320"/>
                <a:ext cx="63000" cy="1850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311DAF1-D68E-B11D-328A-175695E9CBD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886267" y="2877200"/>
                  <a:ext cx="752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C8893EE-4689-BF5A-6171-4963AD169183}"/>
                    </a:ext>
                  </a:extLst>
                </p14:cNvPr>
                <p14:cNvContentPartPr/>
                <p14:nvPr/>
              </p14:nvContentPartPr>
              <p14:xfrm>
                <a:off x="8762427" y="2971880"/>
                <a:ext cx="99000" cy="1188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C8893EE-4689-BF5A-6171-4963AD16918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756307" y="2965760"/>
                  <a:ext cx="1112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1D62B72-AAFF-E220-2734-BF022CF37FA9}"/>
                    </a:ext>
                  </a:extLst>
                </p14:cNvPr>
                <p14:cNvContentPartPr/>
                <p14:nvPr/>
              </p14:nvContentPartPr>
              <p14:xfrm>
                <a:off x="8526987" y="3045680"/>
                <a:ext cx="191880" cy="127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1D62B72-AAFF-E220-2734-BF022CF37FA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520867" y="3039560"/>
                  <a:ext cx="20412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DD97835-59F7-B953-2880-E993BBEB9EAD}"/>
                    </a:ext>
                  </a:extLst>
                </p14:cNvPr>
                <p14:cNvContentPartPr/>
                <p14:nvPr/>
              </p14:nvContentPartPr>
              <p14:xfrm>
                <a:off x="8374347" y="2974400"/>
                <a:ext cx="146160" cy="1209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DD97835-59F7-B953-2880-E993BBEB9EA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368227" y="2968280"/>
                  <a:ext cx="15840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731AC2E-213B-7C8B-20CA-C803F7E68A48}"/>
                    </a:ext>
                  </a:extLst>
                </p14:cNvPr>
                <p14:cNvContentPartPr/>
                <p14:nvPr/>
              </p14:nvContentPartPr>
              <p14:xfrm>
                <a:off x="8301267" y="2863880"/>
                <a:ext cx="48600" cy="1947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731AC2E-213B-7C8B-20CA-C803F7E68A4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295147" y="2857760"/>
                  <a:ext cx="608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197002D-A9FC-EF46-2133-06A6F7C92AAA}"/>
                    </a:ext>
                  </a:extLst>
                </p14:cNvPr>
                <p14:cNvContentPartPr/>
                <p14:nvPr/>
              </p14:nvContentPartPr>
              <p14:xfrm>
                <a:off x="8104707" y="3007520"/>
                <a:ext cx="146880" cy="1407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197002D-A9FC-EF46-2133-06A6F7C92AA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098587" y="3001400"/>
                  <a:ext cx="15912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78E72D8-36B8-AACC-6267-B2980C738E80}"/>
                    </a:ext>
                  </a:extLst>
                </p14:cNvPr>
                <p14:cNvContentPartPr/>
                <p14:nvPr/>
              </p14:nvContentPartPr>
              <p14:xfrm>
                <a:off x="7928667" y="2960720"/>
                <a:ext cx="128880" cy="1861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78E72D8-36B8-AACC-6267-B2980C738E8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922547" y="2954600"/>
                  <a:ext cx="14112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ECFED3C-558F-F747-B542-B493A1BC9434}"/>
                    </a:ext>
                  </a:extLst>
                </p14:cNvPr>
                <p14:cNvContentPartPr/>
                <p14:nvPr/>
              </p14:nvContentPartPr>
              <p14:xfrm>
                <a:off x="7801227" y="3042800"/>
                <a:ext cx="18360" cy="45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ECFED3C-558F-F747-B542-B493A1BC943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795107" y="3036680"/>
                  <a:ext cx="30600" cy="57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1D8BA012-DAE2-DA85-C7C0-EED0B04E8D23}"/>
                  </a:ext>
                </a:extLst>
              </p14:cNvPr>
              <p14:cNvContentPartPr/>
              <p14:nvPr/>
            </p14:nvContentPartPr>
            <p14:xfrm>
              <a:off x="7047027" y="2883680"/>
              <a:ext cx="14040" cy="1861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1D8BA012-DAE2-DA85-C7C0-EED0B04E8D23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040907" y="2877560"/>
                <a:ext cx="26280" cy="19836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773FB07A-AC6B-CEE1-D27E-E5F883CC521A}"/>
              </a:ext>
            </a:extLst>
          </p:cNvPr>
          <p:cNvGrpSpPr/>
          <p:nvPr/>
        </p:nvGrpSpPr>
        <p:grpSpPr>
          <a:xfrm>
            <a:off x="6542667" y="2765600"/>
            <a:ext cx="421560" cy="396000"/>
            <a:chOff x="6542667" y="2765600"/>
            <a:chExt cx="421560" cy="39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963084F-B6E0-F3A4-1C10-4128F87E8CDC}"/>
                    </a:ext>
                  </a:extLst>
                </p14:cNvPr>
                <p14:cNvContentPartPr/>
                <p14:nvPr/>
              </p14:nvContentPartPr>
              <p14:xfrm>
                <a:off x="6542667" y="2957120"/>
                <a:ext cx="421560" cy="2044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963084F-B6E0-F3A4-1C10-4128F87E8CD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536547" y="2951000"/>
                  <a:ext cx="43380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EB8F400-2E99-DB6C-187D-9800B5693B15}"/>
                    </a:ext>
                  </a:extLst>
                </p14:cNvPr>
                <p14:cNvContentPartPr/>
                <p14:nvPr/>
              </p14:nvContentPartPr>
              <p14:xfrm>
                <a:off x="6898347" y="2880800"/>
                <a:ext cx="24840" cy="187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EB8F400-2E99-DB6C-187D-9800B5693B1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892227" y="2874680"/>
                  <a:ext cx="3708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1E29A68-669F-3E4B-4C06-EBA88D3DE006}"/>
                    </a:ext>
                  </a:extLst>
                </p14:cNvPr>
                <p14:cNvContentPartPr/>
                <p14:nvPr/>
              </p14:nvContentPartPr>
              <p14:xfrm>
                <a:off x="6875667" y="2765600"/>
                <a:ext cx="53640" cy="507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1E29A68-669F-3E4B-4C06-EBA88D3DE00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869547" y="2759480"/>
                  <a:ext cx="658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6A25471-E5AC-7BC5-0DDB-B546F2FB40B0}"/>
                    </a:ext>
                  </a:extLst>
                </p14:cNvPr>
                <p14:cNvContentPartPr/>
                <p14:nvPr/>
              </p14:nvContentPartPr>
              <p14:xfrm>
                <a:off x="6735267" y="2924000"/>
                <a:ext cx="5760" cy="82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6A25471-E5AC-7BC5-0DDB-B546F2FB40B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729147" y="2917880"/>
                  <a:ext cx="1800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9A3F662-18C5-5CFB-6C9D-4647C78829FF}"/>
                    </a:ext>
                  </a:extLst>
                </p14:cNvPr>
                <p14:cNvContentPartPr/>
                <p14:nvPr/>
              </p14:nvContentPartPr>
              <p14:xfrm>
                <a:off x="6767667" y="2917160"/>
                <a:ext cx="31680" cy="147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9A3F662-18C5-5CFB-6C9D-4647C78829F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761547" y="2911040"/>
                  <a:ext cx="439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521761B-6C3E-F696-0A75-8ADF47A28F1F}"/>
                    </a:ext>
                  </a:extLst>
                </p14:cNvPr>
                <p14:cNvContentPartPr/>
                <p14:nvPr/>
              </p14:nvContentPartPr>
              <p14:xfrm>
                <a:off x="6756147" y="2857760"/>
                <a:ext cx="6480" cy="140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521761B-6C3E-F696-0A75-8ADF47A28F1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750027" y="2851640"/>
                  <a:ext cx="187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A68D1F1-128F-EA83-9550-BBB20E322854}"/>
                    </a:ext>
                  </a:extLst>
                </p14:cNvPr>
                <p14:cNvContentPartPr/>
                <p14:nvPr/>
              </p14:nvContentPartPr>
              <p14:xfrm>
                <a:off x="6738507" y="2921480"/>
                <a:ext cx="14760" cy="68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A68D1F1-128F-EA83-9550-BBB20E32285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732387" y="2915360"/>
                  <a:ext cx="27000" cy="19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D64A29FB-6A36-650E-CCB9-E098E04FC713}"/>
                  </a:ext>
                </a:extLst>
              </p14:cNvPr>
              <p14:cNvContentPartPr/>
              <p14:nvPr/>
            </p14:nvContentPartPr>
            <p14:xfrm>
              <a:off x="5288427" y="3102920"/>
              <a:ext cx="14040" cy="1512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D64A29FB-6A36-650E-CCB9-E098E04FC713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282307" y="3096440"/>
                <a:ext cx="26280" cy="27360"/>
              </a:xfrm>
              <a:prstGeom prst="rect">
                <a:avLst/>
              </a:prstGeom>
            </p:spPr>
          </p:pic>
        </mc:Fallback>
      </mc:AlternateContent>
      <p:grpSp>
        <p:nvGrpSpPr>
          <p:cNvPr id="54" name="Group 53">
            <a:extLst>
              <a:ext uri="{FF2B5EF4-FFF2-40B4-BE49-F238E27FC236}">
                <a16:creationId xmlns:a16="http://schemas.microsoft.com/office/drawing/2014/main" id="{89E40FBF-F05A-C026-556A-34555617B3EA}"/>
              </a:ext>
            </a:extLst>
          </p:cNvPr>
          <p:cNvGrpSpPr/>
          <p:nvPr/>
        </p:nvGrpSpPr>
        <p:grpSpPr>
          <a:xfrm>
            <a:off x="4978467" y="2837600"/>
            <a:ext cx="1457280" cy="355320"/>
            <a:chOff x="4978467" y="2837600"/>
            <a:chExt cx="1457280" cy="35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C0A4EBD-B70D-3341-224B-152A8357B283}"/>
                    </a:ext>
                  </a:extLst>
                </p14:cNvPr>
                <p14:cNvContentPartPr/>
                <p14:nvPr/>
              </p14:nvContentPartPr>
              <p14:xfrm>
                <a:off x="5880987" y="2924720"/>
                <a:ext cx="554760" cy="2682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C0A4EBD-B70D-3341-224B-152A8357B28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874867" y="2918600"/>
                  <a:ext cx="56700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0878239-E5DE-FADE-83EC-6AE2376480A7}"/>
                    </a:ext>
                  </a:extLst>
                </p14:cNvPr>
                <p14:cNvContentPartPr/>
                <p14:nvPr/>
              </p14:nvContentPartPr>
              <p14:xfrm>
                <a:off x="6230907" y="2853440"/>
                <a:ext cx="14400" cy="216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0878239-E5DE-FADE-83EC-6AE2376480A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224787" y="2847320"/>
                  <a:ext cx="266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C6B9462-5C78-E440-DF0F-2ADDAD63474D}"/>
                    </a:ext>
                  </a:extLst>
                </p14:cNvPr>
                <p14:cNvContentPartPr/>
                <p14:nvPr/>
              </p14:nvContentPartPr>
              <p14:xfrm>
                <a:off x="6156027" y="3157280"/>
                <a:ext cx="25200" cy="252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C6B9462-5C78-E440-DF0F-2ADDAD63474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149907" y="3151160"/>
                  <a:ext cx="374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3402237-573F-87A4-1D0F-B3631506B6B8}"/>
                    </a:ext>
                  </a:extLst>
                </p14:cNvPr>
                <p14:cNvContentPartPr/>
                <p14:nvPr/>
              </p14:nvContentPartPr>
              <p14:xfrm>
                <a:off x="6212187" y="3148640"/>
                <a:ext cx="9720" cy="370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3402237-573F-87A4-1D0F-B3631506B6B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206067" y="3142520"/>
                  <a:ext cx="219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967FF90-21BB-6D8F-99E9-8F3B9001E763}"/>
                    </a:ext>
                  </a:extLst>
                </p14:cNvPr>
                <p14:cNvContentPartPr/>
                <p14:nvPr/>
              </p14:nvContentPartPr>
              <p14:xfrm>
                <a:off x="5349627" y="2938400"/>
                <a:ext cx="466560" cy="2469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967FF90-21BB-6D8F-99E9-8F3B9001E76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343507" y="2932280"/>
                  <a:ext cx="47880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31AE0F0-5A1B-5507-0835-C9D286EE358F}"/>
                    </a:ext>
                  </a:extLst>
                </p14:cNvPr>
                <p14:cNvContentPartPr/>
                <p14:nvPr/>
              </p14:nvContentPartPr>
              <p14:xfrm>
                <a:off x="5293107" y="2837600"/>
                <a:ext cx="90360" cy="2030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31AE0F0-5A1B-5507-0835-C9D286EE358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286987" y="2831480"/>
                  <a:ext cx="10260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906D48E-E915-892D-F931-3912FE25DD0F}"/>
                    </a:ext>
                  </a:extLst>
                </p14:cNvPr>
                <p14:cNvContentPartPr/>
                <p14:nvPr/>
              </p14:nvContentPartPr>
              <p14:xfrm>
                <a:off x="4978467" y="2898440"/>
                <a:ext cx="204120" cy="2264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906D48E-E915-892D-F931-3912FE25DD0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972347" y="2892320"/>
                  <a:ext cx="21636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1C5C204-044B-3612-271A-F30FBC5E97A6}"/>
                    </a:ext>
                  </a:extLst>
                </p14:cNvPr>
                <p14:cNvContentPartPr/>
                <p14:nvPr/>
              </p14:nvContentPartPr>
              <p14:xfrm>
                <a:off x="5105907" y="3030200"/>
                <a:ext cx="15840" cy="165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1C5C204-044B-3612-271A-F30FBC5E97A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099787" y="3024080"/>
                  <a:ext cx="28080" cy="2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C84E7A8-5FD1-7007-7398-8AD005B117FE}"/>
              </a:ext>
            </a:extLst>
          </p:cNvPr>
          <p:cNvGrpSpPr/>
          <p:nvPr/>
        </p:nvGrpSpPr>
        <p:grpSpPr>
          <a:xfrm>
            <a:off x="3984147" y="2848400"/>
            <a:ext cx="905760" cy="304560"/>
            <a:chOff x="3984147" y="2848400"/>
            <a:chExt cx="905760" cy="30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A0502AC-E544-531E-ABAB-778E5309C4DC}"/>
                    </a:ext>
                  </a:extLst>
                </p14:cNvPr>
                <p14:cNvContentPartPr/>
                <p14:nvPr/>
              </p14:nvContentPartPr>
              <p14:xfrm>
                <a:off x="4033827" y="2907440"/>
                <a:ext cx="856080" cy="2455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A0502AC-E544-531E-ABAB-778E5309C4D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027707" y="2901320"/>
                  <a:ext cx="86832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597AE83-A1FD-7E8A-D548-73978B381063}"/>
                    </a:ext>
                  </a:extLst>
                </p14:cNvPr>
                <p14:cNvContentPartPr/>
                <p14:nvPr/>
              </p14:nvContentPartPr>
              <p14:xfrm>
                <a:off x="4297347" y="2866040"/>
                <a:ext cx="13320" cy="154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597AE83-A1FD-7E8A-D548-73978B38106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291227" y="2859920"/>
                  <a:ext cx="255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B0FD667-6B13-7539-08EF-916AE55A60B9}"/>
                    </a:ext>
                  </a:extLst>
                </p14:cNvPr>
                <p14:cNvContentPartPr/>
                <p14:nvPr/>
              </p14:nvContentPartPr>
              <p14:xfrm>
                <a:off x="4352067" y="2848400"/>
                <a:ext cx="12600" cy="349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B0FD667-6B13-7539-08EF-916AE55A60B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345947" y="2842280"/>
                  <a:ext cx="248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5EF21BC-5AB6-C7B4-F102-C52F08F347DD}"/>
                    </a:ext>
                  </a:extLst>
                </p14:cNvPr>
                <p14:cNvContentPartPr/>
                <p14:nvPr/>
              </p14:nvContentPartPr>
              <p14:xfrm>
                <a:off x="4163787" y="2877200"/>
                <a:ext cx="37440" cy="324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5EF21BC-5AB6-C7B4-F102-C52F08F347D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157667" y="2871080"/>
                  <a:ext cx="496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09B2F40-8784-4650-16D6-AC603AA0E9DC}"/>
                    </a:ext>
                  </a:extLst>
                </p14:cNvPr>
                <p14:cNvContentPartPr/>
                <p14:nvPr/>
              </p14:nvContentPartPr>
              <p14:xfrm>
                <a:off x="3984147" y="3027320"/>
                <a:ext cx="8280" cy="118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09B2F40-8784-4650-16D6-AC603AA0E9D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978027" y="3021200"/>
                  <a:ext cx="20520" cy="2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83D6E414-8A60-CFD1-28A9-8BA735435A0D}"/>
              </a:ext>
            </a:extLst>
          </p:cNvPr>
          <p:cNvGrpSpPr/>
          <p:nvPr/>
        </p:nvGrpSpPr>
        <p:grpSpPr>
          <a:xfrm>
            <a:off x="3582747" y="2839760"/>
            <a:ext cx="262800" cy="324000"/>
            <a:chOff x="3582747" y="2839760"/>
            <a:chExt cx="262800" cy="32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A77D890-0C8C-3697-F9E4-374B8CE1F7AD}"/>
                    </a:ext>
                  </a:extLst>
                </p14:cNvPr>
                <p14:cNvContentPartPr/>
                <p14:nvPr/>
              </p14:nvContentPartPr>
              <p14:xfrm>
                <a:off x="3804507" y="2839760"/>
                <a:ext cx="41040" cy="2451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A77D890-0C8C-3697-F9E4-374B8CE1F7A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798387" y="2833640"/>
                  <a:ext cx="5328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04FF7AD-E1D9-501C-4768-34874134C0DA}"/>
                    </a:ext>
                  </a:extLst>
                </p14:cNvPr>
                <p14:cNvContentPartPr/>
                <p14:nvPr/>
              </p14:nvContentPartPr>
              <p14:xfrm>
                <a:off x="3582747" y="2965760"/>
                <a:ext cx="168480" cy="1980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04FF7AD-E1D9-501C-4768-34874134C0D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576627" y="2959640"/>
                  <a:ext cx="180720" cy="21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78AA508F-0858-A082-D654-A3DB5B3B9565}"/>
              </a:ext>
            </a:extLst>
          </p:cNvPr>
          <p:cNvGrpSpPr/>
          <p:nvPr/>
        </p:nvGrpSpPr>
        <p:grpSpPr>
          <a:xfrm>
            <a:off x="1145187" y="2742200"/>
            <a:ext cx="2459880" cy="416520"/>
            <a:chOff x="1145187" y="2742200"/>
            <a:chExt cx="2459880" cy="41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2477034-43D9-7424-1836-C5042A82156B}"/>
                    </a:ext>
                  </a:extLst>
                </p14:cNvPr>
                <p14:cNvContentPartPr/>
                <p14:nvPr/>
              </p14:nvContentPartPr>
              <p14:xfrm>
                <a:off x="3262347" y="2922560"/>
                <a:ext cx="342720" cy="2361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2477034-43D9-7424-1836-C5042A82156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256227" y="2916440"/>
                  <a:ext cx="35496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7445137-FDD7-3EAF-9BF1-832A8EF9E8C5}"/>
                    </a:ext>
                  </a:extLst>
                </p14:cNvPr>
                <p14:cNvContentPartPr/>
                <p14:nvPr/>
              </p14:nvContentPartPr>
              <p14:xfrm>
                <a:off x="3153267" y="2998520"/>
                <a:ext cx="131760" cy="1278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7445137-FDD7-3EAF-9BF1-832A8EF9E8C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147147" y="2992400"/>
                  <a:ext cx="1440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0997938-75C3-48D3-C338-33885D1B4F18}"/>
                    </a:ext>
                  </a:extLst>
                </p14:cNvPr>
                <p14:cNvContentPartPr/>
                <p14:nvPr/>
              </p14:nvContentPartPr>
              <p14:xfrm>
                <a:off x="2986587" y="2973680"/>
                <a:ext cx="174240" cy="1688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0997938-75C3-48D3-C338-33885D1B4F1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980467" y="2967560"/>
                  <a:ext cx="18648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99FECA1-7D7D-84C1-4ECE-BBFEBE42A025}"/>
                    </a:ext>
                  </a:extLst>
                </p14:cNvPr>
                <p14:cNvContentPartPr/>
                <p14:nvPr/>
              </p14:nvContentPartPr>
              <p14:xfrm>
                <a:off x="2839707" y="3008240"/>
                <a:ext cx="169920" cy="1476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99FECA1-7D7D-84C1-4ECE-BBFEBE42A02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833587" y="3002120"/>
                  <a:ext cx="1821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112277E-D94B-26DF-6BE0-EC059AC7352C}"/>
                    </a:ext>
                  </a:extLst>
                </p14:cNvPr>
                <p14:cNvContentPartPr/>
                <p14:nvPr/>
              </p14:nvContentPartPr>
              <p14:xfrm>
                <a:off x="2981547" y="2902760"/>
                <a:ext cx="13320" cy="111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C112277E-D94B-26DF-6BE0-EC059AC7352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975427" y="2896640"/>
                  <a:ext cx="255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4D0EE95-ECDF-0149-4E61-88FBC6C31833}"/>
                    </a:ext>
                  </a:extLst>
                </p14:cNvPr>
                <p14:cNvContentPartPr/>
                <p14:nvPr/>
              </p14:nvContentPartPr>
              <p14:xfrm>
                <a:off x="2771667" y="2921120"/>
                <a:ext cx="23760" cy="1389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4D0EE95-ECDF-0149-4E61-88FBC6C3183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765547" y="2915000"/>
                  <a:ext cx="360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5ABBFB5A-F8E0-B786-D17A-68339E02E61D}"/>
                    </a:ext>
                  </a:extLst>
                </p14:cNvPr>
                <p14:cNvContentPartPr/>
                <p14:nvPr/>
              </p14:nvContentPartPr>
              <p14:xfrm>
                <a:off x="2733507" y="2742200"/>
                <a:ext cx="199080" cy="1216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ABBFB5A-F8E0-B786-D17A-68339E02E61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727387" y="2736080"/>
                  <a:ext cx="2113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DABE1FF-E25D-D1C7-71C1-866FE53E5521}"/>
                    </a:ext>
                  </a:extLst>
                </p14:cNvPr>
                <p14:cNvContentPartPr/>
                <p14:nvPr/>
              </p14:nvContentPartPr>
              <p14:xfrm>
                <a:off x="2404107" y="2822480"/>
                <a:ext cx="273960" cy="3121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DABE1FF-E25D-D1C7-71C1-866FE53E552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397987" y="2816360"/>
                  <a:ext cx="28620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50B8D31-2748-974D-34AB-8EF1AB8F61EB}"/>
                    </a:ext>
                  </a:extLst>
                </p14:cNvPr>
                <p14:cNvContentPartPr/>
                <p14:nvPr/>
              </p14:nvContentPartPr>
              <p14:xfrm>
                <a:off x="2574387" y="2811320"/>
                <a:ext cx="6480" cy="194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50B8D31-2748-974D-34AB-8EF1AB8F61E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568267" y="2805200"/>
                  <a:ext cx="187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E2D92F6-A825-2D27-F5FE-1456F95DB8DA}"/>
                    </a:ext>
                  </a:extLst>
                </p14:cNvPr>
                <p14:cNvContentPartPr/>
                <p14:nvPr/>
              </p14:nvContentPartPr>
              <p14:xfrm>
                <a:off x="2206827" y="2989160"/>
                <a:ext cx="146520" cy="1281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E2D92F6-A825-2D27-F5FE-1456F95DB8D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200707" y="2983040"/>
                  <a:ext cx="15876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C052710-50AD-9E67-2463-C99D679DAC8A}"/>
                    </a:ext>
                  </a:extLst>
                </p14:cNvPr>
                <p14:cNvContentPartPr/>
                <p14:nvPr/>
              </p14:nvContentPartPr>
              <p14:xfrm>
                <a:off x="2216187" y="2803400"/>
                <a:ext cx="24480" cy="2019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C052710-50AD-9E67-2463-C99D679DAC8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210067" y="2797280"/>
                  <a:ext cx="3672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760EDBA-40D7-0C03-4681-4C3DC3CD53DA}"/>
                    </a:ext>
                  </a:extLst>
                </p14:cNvPr>
                <p14:cNvContentPartPr/>
                <p14:nvPr/>
              </p14:nvContentPartPr>
              <p14:xfrm>
                <a:off x="1362987" y="2796920"/>
                <a:ext cx="86760" cy="547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760EDBA-40D7-0C03-4681-4C3DC3CD53D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356867" y="2790800"/>
                  <a:ext cx="990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4514D33-6DDB-46A8-152D-137A1DE7245D}"/>
                    </a:ext>
                  </a:extLst>
                </p14:cNvPr>
                <p14:cNvContentPartPr/>
                <p14:nvPr/>
              </p14:nvContentPartPr>
              <p14:xfrm>
                <a:off x="1791387" y="2922920"/>
                <a:ext cx="288720" cy="2001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4514D33-6DDB-46A8-152D-137A1DE7245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785267" y="2916800"/>
                  <a:ext cx="30096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6756F65-1820-4DDB-9FF5-4C473257AB5C}"/>
                    </a:ext>
                  </a:extLst>
                </p14:cNvPr>
                <p14:cNvContentPartPr/>
                <p14:nvPr/>
              </p14:nvContentPartPr>
              <p14:xfrm>
                <a:off x="1491867" y="2938400"/>
                <a:ext cx="201600" cy="1155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6756F65-1820-4DDB-9FF5-4C473257AB5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485747" y="2932280"/>
                  <a:ext cx="21384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04A4D633-3F27-3CB7-476B-E0B1B1EE9D9B}"/>
                    </a:ext>
                  </a:extLst>
                </p14:cNvPr>
                <p14:cNvContentPartPr/>
                <p14:nvPr/>
              </p14:nvContentPartPr>
              <p14:xfrm>
                <a:off x="1693827" y="3078440"/>
                <a:ext cx="9720" cy="104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4A4D633-3F27-3CB7-476B-E0B1B1EE9D9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687707" y="3072320"/>
                  <a:ext cx="2196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557DD9F-B9E1-4CBB-B11E-3A98DEA12A20}"/>
                    </a:ext>
                  </a:extLst>
                </p14:cNvPr>
                <p14:cNvContentPartPr/>
                <p14:nvPr/>
              </p14:nvContentPartPr>
              <p14:xfrm>
                <a:off x="1542267" y="3121640"/>
                <a:ext cx="4680" cy="100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557DD9F-B9E1-4CBB-B11E-3A98DEA12A2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536147" y="3115520"/>
                  <a:ext cx="169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6C38C63-51A7-2480-B7DD-5B3FDF49FA2F}"/>
                    </a:ext>
                  </a:extLst>
                </p14:cNvPr>
                <p14:cNvContentPartPr/>
                <p14:nvPr/>
              </p14:nvContentPartPr>
              <p14:xfrm>
                <a:off x="1612107" y="3107600"/>
                <a:ext cx="13320" cy="270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6C38C63-51A7-2480-B7DD-5B3FDF49FA2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605987" y="3101480"/>
                  <a:ext cx="255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E9FFE21-42FD-0DD8-3334-E5AEEDA7DC8C}"/>
                    </a:ext>
                  </a:extLst>
                </p14:cNvPr>
                <p14:cNvContentPartPr/>
                <p14:nvPr/>
              </p14:nvContentPartPr>
              <p14:xfrm>
                <a:off x="1256067" y="2973320"/>
                <a:ext cx="250200" cy="1386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E9FFE21-42FD-0DD8-3334-E5AEEDA7DC8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249947" y="2967200"/>
                  <a:ext cx="2624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94B6EE0-D1F2-35FE-233B-E7DB521142F4}"/>
                    </a:ext>
                  </a:extLst>
                </p14:cNvPr>
                <p14:cNvContentPartPr/>
                <p14:nvPr/>
              </p14:nvContentPartPr>
              <p14:xfrm>
                <a:off x="1413387" y="2920400"/>
                <a:ext cx="15840" cy="219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94B6EE0-D1F2-35FE-233B-E7DB521142F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407267" y="2914280"/>
                  <a:ext cx="280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17BD379-9D09-A2C5-2876-1D2096E8227E}"/>
                    </a:ext>
                  </a:extLst>
                </p14:cNvPr>
                <p14:cNvContentPartPr/>
                <p14:nvPr/>
              </p14:nvContentPartPr>
              <p14:xfrm>
                <a:off x="1145187" y="3037760"/>
                <a:ext cx="11160" cy="151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17BD379-9D09-A2C5-2876-1D2096E8227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139067" y="3031640"/>
                  <a:ext cx="23400" cy="27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C5834C45-E201-B04F-1022-BF050CB32FDB}"/>
                  </a:ext>
                </a:extLst>
              </p14:cNvPr>
              <p14:cNvContentPartPr/>
              <p14:nvPr/>
            </p14:nvContentPartPr>
            <p14:xfrm>
              <a:off x="10290987" y="3616640"/>
              <a:ext cx="168120" cy="3636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C5834C45-E201-B04F-1022-BF050CB32FDB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10284867" y="3610520"/>
                <a:ext cx="18036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A329E511-15EB-24D5-3C39-5D845B79AFEE}"/>
                  </a:ext>
                </a:extLst>
              </p14:cNvPr>
              <p14:cNvContentPartPr/>
              <p14:nvPr/>
            </p14:nvContentPartPr>
            <p14:xfrm>
              <a:off x="9641547" y="3539600"/>
              <a:ext cx="412560" cy="30744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A329E511-15EB-24D5-3C39-5D845B79AFEE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9635427" y="3533480"/>
                <a:ext cx="424800" cy="319680"/>
              </a:xfrm>
              <a:prstGeom prst="rect">
                <a:avLst/>
              </a:prstGeom>
            </p:spPr>
          </p:pic>
        </mc:Fallback>
      </mc:AlternateContent>
      <p:grpSp>
        <p:nvGrpSpPr>
          <p:cNvPr id="95" name="Group 94">
            <a:extLst>
              <a:ext uri="{FF2B5EF4-FFF2-40B4-BE49-F238E27FC236}">
                <a16:creationId xmlns:a16="http://schemas.microsoft.com/office/drawing/2014/main" id="{3E63409D-247C-EE77-2A3C-C7AEF2E4DB9E}"/>
              </a:ext>
            </a:extLst>
          </p:cNvPr>
          <p:cNvGrpSpPr/>
          <p:nvPr/>
        </p:nvGrpSpPr>
        <p:grpSpPr>
          <a:xfrm>
            <a:off x="9292347" y="3674600"/>
            <a:ext cx="305640" cy="171720"/>
            <a:chOff x="9292347" y="3674600"/>
            <a:chExt cx="305640" cy="17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58CFCD3-2EAA-9C9C-923A-8E9EE1E7863B}"/>
                    </a:ext>
                  </a:extLst>
                </p14:cNvPr>
                <p14:cNvContentPartPr/>
                <p14:nvPr/>
              </p14:nvContentPartPr>
              <p14:xfrm>
                <a:off x="9465147" y="3674600"/>
                <a:ext cx="132840" cy="1324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58CFCD3-2EAA-9C9C-923A-8E9EE1E7863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459027" y="3668480"/>
                  <a:ext cx="14508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ECA3363-7205-1EFB-2AEB-54FD072F3F49}"/>
                    </a:ext>
                  </a:extLst>
                </p14:cNvPr>
                <p14:cNvContentPartPr/>
                <p14:nvPr/>
              </p14:nvContentPartPr>
              <p14:xfrm>
                <a:off x="9292347" y="3713120"/>
                <a:ext cx="137880" cy="1332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ECA3363-7205-1EFB-2AEB-54FD072F3F49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286227" y="3707000"/>
                  <a:ext cx="150120" cy="14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9A325E85-B019-A336-EF10-0CDD180D3AFE}"/>
              </a:ext>
            </a:extLst>
          </p:cNvPr>
          <p:cNvGrpSpPr/>
          <p:nvPr/>
        </p:nvGrpSpPr>
        <p:grpSpPr>
          <a:xfrm>
            <a:off x="8600787" y="3561200"/>
            <a:ext cx="484920" cy="332640"/>
            <a:chOff x="8600787" y="3561200"/>
            <a:chExt cx="484920" cy="33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5285D3F-964D-0F72-6C5A-8DF2925EFF78}"/>
                    </a:ext>
                  </a:extLst>
                </p14:cNvPr>
                <p14:cNvContentPartPr/>
                <p14:nvPr/>
              </p14:nvContentPartPr>
              <p14:xfrm>
                <a:off x="8903907" y="3680000"/>
                <a:ext cx="160920" cy="2138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5285D3F-964D-0F72-6C5A-8DF2925EFF7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897787" y="3673880"/>
                  <a:ext cx="17316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6347FD6-18A0-F036-C2EC-83B15593280D}"/>
                    </a:ext>
                  </a:extLst>
                </p14:cNvPr>
                <p14:cNvContentPartPr/>
                <p14:nvPr/>
              </p14:nvContentPartPr>
              <p14:xfrm>
                <a:off x="9064107" y="3836960"/>
                <a:ext cx="21600" cy="97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6347FD6-18A0-F036-C2EC-83B15593280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057987" y="3830840"/>
                  <a:ext cx="3384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73D7B53-32D1-1FC5-3B5E-C61713FD7420}"/>
                    </a:ext>
                  </a:extLst>
                </p14:cNvPr>
                <p14:cNvContentPartPr/>
                <p14:nvPr/>
              </p14:nvContentPartPr>
              <p14:xfrm>
                <a:off x="8924427" y="3561200"/>
                <a:ext cx="13680" cy="2178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73D7B53-32D1-1FC5-3B5E-C61713FD742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918307" y="3555080"/>
                  <a:ext cx="2592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E3B70934-7472-21E9-3438-69655DAF85B5}"/>
                    </a:ext>
                  </a:extLst>
                </p14:cNvPr>
                <p14:cNvContentPartPr/>
                <p14:nvPr/>
              </p14:nvContentPartPr>
              <p14:xfrm>
                <a:off x="8776107" y="3668840"/>
                <a:ext cx="92880" cy="1375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E3B70934-7472-21E9-3438-69655DAF85B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769987" y="3662720"/>
                  <a:ext cx="10512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330FE0A-2239-7451-EDB5-C9A2449D7E5C}"/>
                    </a:ext>
                  </a:extLst>
                </p14:cNvPr>
                <p14:cNvContentPartPr/>
                <p14:nvPr/>
              </p14:nvContentPartPr>
              <p14:xfrm>
                <a:off x="8600787" y="3741560"/>
                <a:ext cx="144720" cy="1245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330FE0A-2239-7451-EDB5-C9A2449D7E5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594667" y="3735440"/>
                  <a:ext cx="156960" cy="13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934BBF10-E7FA-C88B-CDF9-53DF2BA7CFB9}"/>
              </a:ext>
            </a:extLst>
          </p:cNvPr>
          <p:cNvGrpSpPr/>
          <p:nvPr/>
        </p:nvGrpSpPr>
        <p:grpSpPr>
          <a:xfrm>
            <a:off x="8063667" y="3577760"/>
            <a:ext cx="471240" cy="362520"/>
            <a:chOff x="8063667" y="3577760"/>
            <a:chExt cx="471240" cy="36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BCACAAB-BD29-099D-A343-573F9FB93906}"/>
                    </a:ext>
                  </a:extLst>
                </p14:cNvPr>
                <p14:cNvContentPartPr/>
                <p14:nvPr/>
              </p14:nvContentPartPr>
              <p14:xfrm>
                <a:off x="8417187" y="3669560"/>
                <a:ext cx="117720" cy="1432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BCACAAB-BD29-099D-A343-573F9FB9390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411067" y="3663440"/>
                  <a:ext cx="1299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322D1503-8D01-3D36-DE50-F8FEF5DF850F}"/>
                    </a:ext>
                  </a:extLst>
                </p14:cNvPr>
                <p14:cNvContentPartPr/>
                <p14:nvPr/>
              </p14:nvContentPartPr>
              <p14:xfrm>
                <a:off x="8378307" y="3577760"/>
                <a:ext cx="9360" cy="2142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322D1503-8D01-3D36-DE50-F8FEF5DF850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372187" y="3571640"/>
                  <a:ext cx="2160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27FA34B4-EA34-2FCC-C1E2-89801FEF4AF1}"/>
                    </a:ext>
                  </a:extLst>
                </p14:cNvPr>
                <p14:cNvContentPartPr/>
                <p14:nvPr/>
              </p14:nvContentPartPr>
              <p14:xfrm>
                <a:off x="8196867" y="3741200"/>
                <a:ext cx="146520" cy="1314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27FA34B4-EA34-2FCC-C1E2-89801FEF4AF1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190747" y="3735080"/>
                  <a:ext cx="1587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0F48F3FD-3DED-E8BA-A19A-51C76AA61C5D}"/>
                    </a:ext>
                  </a:extLst>
                </p14:cNvPr>
                <p14:cNvContentPartPr/>
                <p14:nvPr/>
              </p14:nvContentPartPr>
              <p14:xfrm>
                <a:off x="8151867" y="3675680"/>
                <a:ext cx="75600" cy="1051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0F48F3FD-3DED-E8BA-A19A-51C76AA61C5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145747" y="3669560"/>
                  <a:ext cx="878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85910C0E-2423-785E-41F0-6C1DB99BAEB7}"/>
                    </a:ext>
                  </a:extLst>
                </p14:cNvPr>
                <p14:cNvContentPartPr/>
                <p14:nvPr/>
              </p14:nvContentPartPr>
              <p14:xfrm>
                <a:off x="8243667" y="3892040"/>
                <a:ext cx="54000" cy="482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85910C0E-2423-785E-41F0-6C1DB99BAEB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237547" y="3885920"/>
                  <a:ext cx="6624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1EC27CB-5EC3-B77A-938B-E932E3445283}"/>
                    </a:ext>
                  </a:extLst>
                </p14:cNvPr>
                <p14:cNvContentPartPr/>
                <p14:nvPr/>
              </p14:nvContentPartPr>
              <p14:xfrm>
                <a:off x="8063667" y="3725360"/>
                <a:ext cx="37440" cy="345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1EC27CB-5EC3-B77A-938B-E932E344528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057547" y="3719240"/>
                  <a:ext cx="49680" cy="4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0AE695F5-41EC-38AF-EC66-BC2822232040}"/>
              </a:ext>
            </a:extLst>
          </p:cNvPr>
          <p:cNvGrpSpPr/>
          <p:nvPr/>
        </p:nvGrpSpPr>
        <p:grpSpPr>
          <a:xfrm>
            <a:off x="9141507" y="3465800"/>
            <a:ext cx="162000" cy="282960"/>
            <a:chOff x="9141507" y="3465800"/>
            <a:chExt cx="162000" cy="28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90C0FB8-4536-42CF-686B-370ECFF52E4A}"/>
                    </a:ext>
                  </a:extLst>
                </p14:cNvPr>
                <p14:cNvContentPartPr/>
                <p14:nvPr/>
              </p14:nvContentPartPr>
              <p14:xfrm>
                <a:off x="9141507" y="3465800"/>
                <a:ext cx="113760" cy="2829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90C0FB8-4536-42CF-686B-370ECFF52E4A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135387" y="3459680"/>
                  <a:ext cx="12600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B599A250-5CDB-7B02-6EFF-11ABDE8BC63B}"/>
                    </a:ext>
                  </a:extLst>
                </p14:cNvPr>
                <p14:cNvContentPartPr/>
                <p14:nvPr/>
              </p14:nvContentPartPr>
              <p14:xfrm>
                <a:off x="9235467" y="3527000"/>
                <a:ext cx="11160" cy="118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B599A250-5CDB-7B02-6EFF-11ABDE8BC63B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229347" y="3520880"/>
                  <a:ext cx="234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D7730B18-B4ED-EDDA-35C7-307A27EA29CA}"/>
                    </a:ext>
                  </a:extLst>
                </p14:cNvPr>
                <p14:cNvContentPartPr/>
                <p14:nvPr/>
              </p14:nvContentPartPr>
              <p14:xfrm>
                <a:off x="9293787" y="3511520"/>
                <a:ext cx="9720" cy="180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D7730B18-B4ED-EDDA-35C7-307A27EA29C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287667" y="3505400"/>
                  <a:ext cx="21960" cy="3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0216879C-C0B3-EAEA-86EB-5D4762A18FB0}"/>
                  </a:ext>
                </a:extLst>
              </p14:cNvPr>
              <p14:cNvContentPartPr/>
              <p14:nvPr/>
            </p14:nvContentPartPr>
            <p14:xfrm>
              <a:off x="7991667" y="3220640"/>
              <a:ext cx="401400" cy="4032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0216879C-C0B3-EAEA-86EB-5D4762A18FB0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7985547" y="3214520"/>
                <a:ext cx="41364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02D15AB4-D566-832C-2CB3-01AB0CDFCB96}"/>
                  </a:ext>
                </a:extLst>
              </p14:cNvPr>
              <p14:cNvContentPartPr/>
              <p14:nvPr/>
            </p14:nvContentPartPr>
            <p14:xfrm>
              <a:off x="8155467" y="3997160"/>
              <a:ext cx="358920" cy="4500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02D15AB4-D566-832C-2CB3-01AB0CDFCB96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8149347" y="3991040"/>
                <a:ext cx="37116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513788E0-E132-1546-1998-13D55196C964}"/>
                  </a:ext>
                </a:extLst>
              </p14:cNvPr>
              <p14:cNvContentPartPr/>
              <p14:nvPr/>
            </p14:nvContentPartPr>
            <p14:xfrm>
              <a:off x="6674787" y="3219200"/>
              <a:ext cx="934560" cy="7056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513788E0-E132-1546-1998-13D55196C964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6668667" y="3213080"/>
                <a:ext cx="946800" cy="8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F7144DB5-FD94-E078-E6A0-7F7614CD29B1}"/>
                  </a:ext>
                </a:extLst>
              </p14:cNvPr>
              <p14:cNvContentPartPr/>
              <p14:nvPr/>
            </p14:nvContentPartPr>
            <p14:xfrm>
              <a:off x="7461027" y="3694400"/>
              <a:ext cx="200160" cy="25812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F7144DB5-FD94-E078-E6A0-7F7614CD29B1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7454907" y="3688280"/>
                <a:ext cx="212400" cy="27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3C72C245-ACB0-D6F0-B918-FCF784FBC72E}"/>
                  </a:ext>
                </a:extLst>
              </p14:cNvPr>
              <p14:cNvContentPartPr/>
              <p14:nvPr/>
            </p14:nvContentPartPr>
            <p14:xfrm>
              <a:off x="7637427" y="3904280"/>
              <a:ext cx="16920" cy="1692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3C72C245-ACB0-D6F0-B918-FCF784FBC72E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7631307" y="3898160"/>
                <a:ext cx="29160" cy="29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AA72FE13-7C03-DD40-CEF9-6C7D53B38F66}"/>
              </a:ext>
            </a:extLst>
          </p:cNvPr>
          <p:cNvGrpSpPr/>
          <p:nvPr/>
        </p:nvGrpSpPr>
        <p:grpSpPr>
          <a:xfrm>
            <a:off x="6747867" y="3547160"/>
            <a:ext cx="932040" cy="376200"/>
            <a:chOff x="6747867" y="3547160"/>
            <a:chExt cx="932040" cy="37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5B9D9A84-5BCD-A116-FF67-0ECBF8C83011}"/>
                    </a:ext>
                  </a:extLst>
                </p14:cNvPr>
                <p14:cNvContentPartPr/>
                <p14:nvPr/>
              </p14:nvContentPartPr>
              <p14:xfrm>
                <a:off x="7439067" y="3658400"/>
                <a:ext cx="27000" cy="1641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5B9D9A84-5BCD-A116-FF67-0ECBF8C83011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432947" y="3652280"/>
                  <a:ext cx="3924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5E1D9E3D-6A73-B2BB-B6A1-566D3E93F57E}"/>
                    </a:ext>
                  </a:extLst>
                </p14:cNvPr>
                <p14:cNvContentPartPr/>
                <p14:nvPr/>
              </p14:nvContentPartPr>
              <p14:xfrm>
                <a:off x="7272747" y="3764600"/>
                <a:ext cx="118440" cy="990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5E1D9E3D-6A73-B2BB-B6A1-566D3E93F57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266627" y="3758480"/>
                  <a:ext cx="13068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9E204CBE-EEE0-6915-F2C7-F602CA8E043D}"/>
                    </a:ext>
                  </a:extLst>
                </p14:cNvPr>
                <p14:cNvContentPartPr/>
                <p14:nvPr/>
              </p14:nvContentPartPr>
              <p14:xfrm>
                <a:off x="7108227" y="3819680"/>
                <a:ext cx="140760" cy="972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9E204CBE-EEE0-6915-F2C7-F602CA8E043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102107" y="3813560"/>
                  <a:ext cx="1530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1E94F1AC-64F9-AE73-A516-AB25F369DC6E}"/>
                    </a:ext>
                  </a:extLst>
                </p14:cNvPr>
                <p14:cNvContentPartPr/>
                <p14:nvPr/>
              </p14:nvContentPartPr>
              <p14:xfrm>
                <a:off x="7130187" y="3656240"/>
                <a:ext cx="32760" cy="1630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1E94F1AC-64F9-AE73-A516-AB25F369DC6E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124067" y="3650120"/>
                  <a:ext cx="4500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1EA4F3D1-5F97-E357-826B-537594BC132D}"/>
                    </a:ext>
                  </a:extLst>
                </p14:cNvPr>
                <p14:cNvContentPartPr/>
                <p14:nvPr/>
              </p14:nvContentPartPr>
              <p14:xfrm>
                <a:off x="6747867" y="3726800"/>
                <a:ext cx="338760" cy="1965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1EA4F3D1-5F97-E357-826B-537594BC132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741747" y="3720680"/>
                  <a:ext cx="35100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E60674DE-82BD-C20B-4EFD-686AE9E88889}"/>
                    </a:ext>
                  </a:extLst>
                </p14:cNvPr>
                <p14:cNvContentPartPr/>
                <p14:nvPr/>
              </p14:nvContentPartPr>
              <p14:xfrm>
                <a:off x="6934707" y="3639320"/>
                <a:ext cx="24120" cy="172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E60674DE-82BD-C20B-4EFD-686AE9E88889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928587" y="3633200"/>
                  <a:ext cx="363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35D84E30-8FDC-57A7-1353-6079802D3B3D}"/>
                    </a:ext>
                  </a:extLst>
                </p14:cNvPr>
                <p14:cNvContentPartPr/>
                <p14:nvPr/>
              </p14:nvContentPartPr>
              <p14:xfrm>
                <a:off x="7008867" y="3622040"/>
                <a:ext cx="34200" cy="216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35D84E30-8FDC-57A7-1353-6079802D3B3D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002747" y="3615920"/>
                  <a:ext cx="464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98F885A2-40CA-2B31-4853-31A3FC599580}"/>
                    </a:ext>
                  </a:extLst>
                </p14:cNvPr>
                <p14:cNvContentPartPr/>
                <p14:nvPr/>
              </p14:nvContentPartPr>
              <p14:xfrm>
                <a:off x="6956307" y="3565520"/>
                <a:ext cx="20160" cy="280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98F885A2-40CA-2B31-4853-31A3FC599580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950187" y="3559400"/>
                  <a:ext cx="324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08B80C94-927A-27F1-032E-FC913DA64968}"/>
                    </a:ext>
                  </a:extLst>
                </p14:cNvPr>
                <p14:cNvContentPartPr/>
                <p14:nvPr/>
              </p14:nvContentPartPr>
              <p14:xfrm>
                <a:off x="7602147" y="3547160"/>
                <a:ext cx="77760" cy="633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08B80C94-927A-27F1-032E-FC913DA6496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596027" y="3541040"/>
                  <a:ext cx="900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3D174A10-F361-FED8-BE7C-7B2EA917B284}"/>
                    </a:ext>
                  </a:extLst>
                </p14:cNvPr>
                <p14:cNvContentPartPr/>
                <p14:nvPr/>
              </p14:nvContentPartPr>
              <p14:xfrm>
                <a:off x="7282107" y="3614120"/>
                <a:ext cx="46080" cy="399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3D174A10-F361-FED8-BE7C-7B2EA917B284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275987" y="3608000"/>
                  <a:ext cx="58320" cy="5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97E138BF-36E5-DE0B-E198-00BFB8689A44}"/>
              </a:ext>
            </a:extLst>
          </p:cNvPr>
          <p:cNvGrpSpPr/>
          <p:nvPr/>
        </p:nvGrpSpPr>
        <p:grpSpPr>
          <a:xfrm>
            <a:off x="9472707" y="4292360"/>
            <a:ext cx="332640" cy="130680"/>
            <a:chOff x="9472707" y="4292360"/>
            <a:chExt cx="332640" cy="13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FBB8C6BD-7F30-AA0C-E730-A7C76AC44ADB}"/>
                    </a:ext>
                  </a:extLst>
                </p14:cNvPr>
                <p14:cNvContentPartPr/>
                <p14:nvPr/>
              </p14:nvContentPartPr>
              <p14:xfrm>
                <a:off x="9544707" y="4329440"/>
                <a:ext cx="260640" cy="1908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FBB8C6BD-7F30-AA0C-E730-A7C76AC44ADB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538587" y="4323320"/>
                  <a:ext cx="2728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5ECC2122-0CDE-1AAB-DD7B-E1C277E6AF44}"/>
                    </a:ext>
                  </a:extLst>
                </p14:cNvPr>
                <p14:cNvContentPartPr/>
                <p14:nvPr/>
              </p14:nvContentPartPr>
              <p14:xfrm>
                <a:off x="9472707" y="4292360"/>
                <a:ext cx="118080" cy="1306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5ECC2122-0CDE-1AAB-DD7B-E1C277E6AF44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466587" y="4286240"/>
                  <a:ext cx="130320" cy="14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33396936-4FCC-9E19-C69C-1CDDE2621D77}"/>
              </a:ext>
            </a:extLst>
          </p:cNvPr>
          <p:cNvGrpSpPr/>
          <p:nvPr/>
        </p:nvGrpSpPr>
        <p:grpSpPr>
          <a:xfrm>
            <a:off x="9883107" y="4145480"/>
            <a:ext cx="1604160" cy="333360"/>
            <a:chOff x="9883107" y="4145480"/>
            <a:chExt cx="1604160" cy="33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7B1BDFEE-0FF0-3B47-C3B8-EC6252C864E5}"/>
                    </a:ext>
                  </a:extLst>
                </p14:cNvPr>
                <p14:cNvContentPartPr/>
                <p14:nvPr/>
              </p14:nvContentPartPr>
              <p14:xfrm>
                <a:off x="11251467" y="4269320"/>
                <a:ext cx="212400" cy="2095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7B1BDFEE-0FF0-3B47-C3B8-EC6252C864E5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1245347" y="4263200"/>
                  <a:ext cx="22464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ECD88FB3-7689-BD12-F56F-5DF254F972B3}"/>
                    </a:ext>
                  </a:extLst>
                </p14:cNvPr>
                <p14:cNvContentPartPr/>
                <p14:nvPr/>
              </p14:nvContentPartPr>
              <p14:xfrm>
                <a:off x="11421747" y="4416920"/>
                <a:ext cx="12240" cy="151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ECD88FB3-7689-BD12-F56F-5DF254F972B3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1415627" y="4410800"/>
                  <a:ext cx="2448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B7B300D8-A779-92B9-3A11-F616A47FC1AC}"/>
                    </a:ext>
                  </a:extLst>
                </p14:cNvPr>
                <p14:cNvContentPartPr/>
                <p14:nvPr/>
              </p14:nvContentPartPr>
              <p14:xfrm>
                <a:off x="11432907" y="4163840"/>
                <a:ext cx="54360" cy="396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B7B300D8-A779-92B9-3A11-F616A47FC1A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1426787" y="4157720"/>
                  <a:ext cx="6660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0F9CB032-92B3-A996-807A-23C80019555B}"/>
                    </a:ext>
                  </a:extLst>
                </p14:cNvPr>
                <p14:cNvContentPartPr/>
                <p14:nvPr/>
              </p14:nvContentPartPr>
              <p14:xfrm>
                <a:off x="11298267" y="4163480"/>
                <a:ext cx="33840" cy="1587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0F9CB032-92B3-A996-807A-23C80019555B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1292147" y="4157360"/>
                  <a:ext cx="4608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D037EBDF-F673-D576-0F7F-568412551963}"/>
                    </a:ext>
                  </a:extLst>
                </p14:cNvPr>
                <p14:cNvContentPartPr/>
                <p14:nvPr/>
              </p14:nvContentPartPr>
              <p14:xfrm>
                <a:off x="11170467" y="4249880"/>
                <a:ext cx="66960" cy="10944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D037EBDF-F673-D576-0F7F-568412551963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1164347" y="4243760"/>
                  <a:ext cx="7920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2DC60EA3-7FF5-12FE-7B90-2C8268D8AE3D}"/>
                    </a:ext>
                  </a:extLst>
                </p14:cNvPr>
                <p14:cNvContentPartPr/>
                <p14:nvPr/>
              </p14:nvContentPartPr>
              <p14:xfrm>
                <a:off x="11037267" y="4315760"/>
                <a:ext cx="117720" cy="820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2DC60EA3-7FF5-12FE-7B90-2C8268D8AE3D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1031147" y="4309640"/>
                  <a:ext cx="12996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BA809303-835A-D528-73C0-FC72E9421F67}"/>
                    </a:ext>
                  </a:extLst>
                </p14:cNvPr>
                <p14:cNvContentPartPr/>
                <p14:nvPr/>
              </p14:nvContentPartPr>
              <p14:xfrm>
                <a:off x="10712187" y="4289480"/>
                <a:ext cx="324360" cy="352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BA809303-835A-D528-73C0-FC72E9421F67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706067" y="4283360"/>
                  <a:ext cx="3366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F0E078A9-A2D4-677A-E1AE-91D07AB64E8C}"/>
                    </a:ext>
                  </a:extLst>
                </p14:cNvPr>
                <p14:cNvContentPartPr/>
                <p14:nvPr/>
              </p14:nvContentPartPr>
              <p14:xfrm>
                <a:off x="10667187" y="4265000"/>
                <a:ext cx="78120" cy="1101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F0E078A9-A2D4-677A-E1AE-91D07AB64E8C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661067" y="4258880"/>
                  <a:ext cx="903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82AA1EF3-4FA8-B85F-D58C-4BD7CC4D7165}"/>
                    </a:ext>
                  </a:extLst>
                </p14:cNvPr>
                <p14:cNvContentPartPr/>
                <p14:nvPr/>
              </p14:nvContentPartPr>
              <p14:xfrm>
                <a:off x="10351467" y="4245920"/>
                <a:ext cx="198360" cy="2300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2AA1EF3-4FA8-B85F-D58C-4BD7CC4D7165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345347" y="4239800"/>
                  <a:ext cx="21060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79D48381-22C0-7AD1-BEEF-5B0BEE741329}"/>
                    </a:ext>
                  </a:extLst>
                </p14:cNvPr>
                <p14:cNvContentPartPr/>
                <p14:nvPr/>
              </p14:nvContentPartPr>
              <p14:xfrm>
                <a:off x="10528587" y="4417640"/>
                <a:ext cx="12600" cy="104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79D48381-22C0-7AD1-BEEF-5B0BEE741329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522467" y="4411520"/>
                  <a:ext cx="2484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CD06FC7A-2C37-2AB2-1C21-4FD730E25BB2}"/>
                    </a:ext>
                  </a:extLst>
                </p14:cNvPr>
                <p14:cNvContentPartPr/>
                <p14:nvPr/>
              </p14:nvContentPartPr>
              <p14:xfrm>
                <a:off x="10385307" y="4160600"/>
                <a:ext cx="29160" cy="16704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CD06FC7A-2C37-2AB2-1C21-4FD730E25BB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379187" y="4154480"/>
                  <a:ext cx="4140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23F51A86-0FFB-7C66-ADF6-915125611BC1}"/>
                    </a:ext>
                  </a:extLst>
                </p14:cNvPr>
                <p14:cNvContentPartPr/>
                <p14:nvPr/>
              </p14:nvContentPartPr>
              <p14:xfrm>
                <a:off x="10251747" y="4273640"/>
                <a:ext cx="82440" cy="997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23F51A86-0FFB-7C66-ADF6-915125611BC1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245627" y="4267520"/>
                  <a:ext cx="946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D4F64589-D110-1F00-DBFA-85F687EA2504}"/>
                    </a:ext>
                  </a:extLst>
                </p14:cNvPr>
                <p14:cNvContentPartPr/>
                <p14:nvPr/>
              </p14:nvContentPartPr>
              <p14:xfrm>
                <a:off x="10112427" y="4331240"/>
                <a:ext cx="136800" cy="9288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D4F64589-D110-1F00-DBFA-85F687EA2504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106307" y="4325120"/>
                  <a:ext cx="14904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87301529-A5C8-7F5A-987E-E87D74A52458}"/>
                    </a:ext>
                  </a:extLst>
                </p14:cNvPr>
                <p14:cNvContentPartPr/>
                <p14:nvPr/>
              </p14:nvContentPartPr>
              <p14:xfrm>
                <a:off x="9883107" y="4145480"/>
                <a:ext cx="233640" cy="19728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87301529-A5C8-7F5A-987E-E87D74A52458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876987" y="4139360"/>
                  <a:ext cx="2458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93DC31E3-33CE-D45B-9539-EBD3CC467201}"/>
                    </a:ext>
                  </a:extLst>
                </p14:cNvPr>
                <p14:cNvContentPartPr/>
                <p14:nvPr/>
              </p14:nvContentPartPr>
              <p14:xfrm>
                <a:off x="9982467" y="4177880"/>
                <a:ext cx="147600" cy="2059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93DC31E3-33CE-D45B-9539-EBD3CC467201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976347" y="4171760"/>
                  <a:ext cx="15984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249C9F07-DDFC-CAF8-1590-26AE7B093FC8}"/>
                    </a:ext>
                  </a:extLst>
                </p14:cNvPr>
                <p14:cNvContentPartPr/>
                <p14:nvPr/>
              </p14:nvContentPartPr>
              <p14:xfrm>
                <a:off x="10017027" y="4192640"/>
                <a:ext cx="88200" cy="2012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249C9F07-DDFC-CAF8-1590-26AE7B093FC8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010907" y="4186520"/>
                  <a:ext cx="100440" cy="21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6AB469D4-9389-FF75-F999-8E16CBEF2C6D}"/>
              </a:ext>
            </a:extLst>
          </p:cNvPr>
          <p:cNvGrpSpPr/>
          <p:nvPr/>
        </p:nvGrpSpPr>
        <p:grpSpPr>
          <a:xfrm>
            <a:off x="7968987" y="4188680"/>
            <a:ext cx="1379880" cy="309960"/>
            <a:chOff x="7968987" y="4188680"/>
            <a:chExt cx="1379880" cy="30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8D880425-0799-99B8-1FB8-C3641DDB38A7}"/>
                    </a:ext>
                  </a:extLst>
                </p14:cNvPr>
                <p14:cNvContentPartPr/>
                <p14:nvPr/>
              </p14:nvContentPartPr>
              <p14:xfrm>
                <a:off x="9184707" y="4281560"/>
                <a:ext cx="163080" cy="21708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8D880425-0799-99B8-1FB8-C3641DDB38A7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178587" y="4275440"/>
                  <a:ext cx="17532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B9788B33-5B61-2A9E-7742-A08EE04075AD}"/>
                    </a:ext>
                  </a:extLst>
                </p14:cNvPr>
                <p14:cNvContentPartPr/>
                <p14:nvPr/>
              </p14:nvContentPartPr>
              <p14:xfrm>
                <a:off x="9334467" y="4429880"/>
                <a:ext cx="14400" cy="864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B9788B33-5B61-2A9E-7742-A08EE04075AD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328347" y="4423760"/>
                  <a:ext cx="2664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458E195E-5016-A6A0-F6FD-95CE9F95A796}"/>
                    </a:ext>
                  </a:extLst>
                </p14:cNvPr>
                <p14:cNvContentPartPr/>
                <p14:nvPr/>
              </p14:nvContentPartPr>
              <p14:xfrm>
                <a:off x="9228987" y="4208120"/>
                <a:ext cx="7560" cy="1677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458E195E-5016-A6A0-F6FD-95CE9F95A796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222867" y="4202000"/>
                  <a:ext cx="1980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92DF18EC-2DD0-8A05-A02B-F121891F9978}"/>
                    </a:ext>
                  </a:extLst>
                </p14:cNvPr>
                <p14:cNvContentPartPr/>
                <p14:nvPr/>
              </p14:nvContentPartPr>
              <p14:xfrm>
                <a:off x="9106587" y="4310720"/>
                <a:ext cx="70200" cy="1018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92DF18EC-2DD0-8A05-A02B-F121891F9978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100467" y="4304600"/>
                  <a:ext cx="824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DF7CB914-78CC-8D96-C999-9AF909FD0A13}"/>
                    </a:ext>
                  </a:extLst>
                </p14:cNvPr>
                <p14:cNvContentPartPr/>
                <p14:nvPr/>
              </p14:nvContentPartPr>
              <p14:xfrm>
                <a:off x="8962947" y="4360760"/>
                <a:ext cx="123480" cy="1036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DF7CB914-78CC-8D96-C999-9AF909FD0A13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8956827" y="4354640"/>
                  <a:ext cx="13572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A4BC4CF1-B97E-4A34-FC06-5EBB9B914D8C}"/>
                    </a:ext>
                  </a:extLst>
                </p14:cNvPr>
                <p14:cNvContentPartPr/>
                <p14:nvPr/>
              </p14:nvContentPartPr>
              <p14:xfrm>
                <a:off x="8995707" y="4222880"/>
                <a:ext cx="19800" cy="1587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A4BC4CF1-B97E-4A34-FC06-5EBB9B914D8C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989587" y="4216760"/>
                  <a:ext cx="3204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79B3B53D-2FB7-EC19-5C0A-646609EF2EE2}"/>
                    </a:ext>
                  </a:extLst>
                </p14:cNvPr>
                <p14:cNvContentPartPr/>
                <p14:nvPr/>
              </p14:nvContentPartPr>
              <p14:xfrm>
                <a:off x="8760987" y="4328720"/>
                <a:ext cx="148320" cy="1224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79B3B53D-2FB7-EC19-5C0A-646609EF2EE2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8754867" y="4322600"/>
                  <a:ext cx="1605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7C2064E1-E215-2080-373F-5B1F1CD62839}"/>
                    </a:ext>
                  </a:extLst>
                </p14:cNvPr>
                <p14:cNvContentPartPr/>
                <p14:nvPr/>
              </p14:nvContentPartPr>
              <p14:xfrm>
                <a:off x="8836587" y="4278680"/>
                <a:ext cx="21240" cy="13572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7C2064E1-E215-2080-373F-5B1F1CD62839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8830467" y="4272560"/>
                  <a:ext cx="3348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FC733AE1-D016-9868-3118-183F6D1D5D2B}"/>
                    </a:ext>
                  </a:extLst>
                </p14:cNvPr>
                <p14:cNvContentPartPr/>
                <p14:nvPr/>
              </p14:nvContentPartPr>
              <p14:xfrm>
                <a:off x="8553627" y="4364360"/>
                <a:ext cx="143280" cy="165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FC733AE1-D016-9868-3118-183F6D1D5D2B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547507" y="4358240"/>
                  <a:ext cx="1555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36FE696A-0304-E9F1-C3AD-DA3C15C0A135}"/>
                    </a:ext>
                  </a:extLst>
                </p14:cNvPr>
                <p14:cNvContentPartPr/>
                <p14:nvPr/>
              </p14:nvContentPartPr>
              <p14:xfrm>
                <a:off x="8256627" y="4302080"/>
                <a:ext cx="225000" cy="16380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36FE696A-0304-E9F1-C3AD-DA3C15C0A135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250507" y="4295960"/>
                  <a:ext cx="23724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E1DEB87F-9786-2F3D-2596-DAA69E5D5F3D}"/>
                    </a:ext>
                  </a:extLst>
                </p14:cNvPr>
                <p14:cNvContentPartPr/>
                <p14:nvPr/>
              </p14:nvContentPartPr>
              <p14:xfrm>
                <a:off x="8367867" y="4239800"/>
                <a:ext cx="28800" cy="223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E1DEB87F-9786-2F3D-2596-DAA69E5D5F3D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8361747" y="4233680"/>
                  <a:ext cx="410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FBE6D64F-68F0-76E8-67F8-596D1CD470DC}"/>
                    </a:ext>
                  </a:extLst>
                </p14:cNvPr>
                <p14:cNvContentPartPr/>
                <p14:nvPr/>
              </p14:nvContentPartPr>
              <p14:xfrm>
                <a:off x="8439507" y="4242680"/>
                <a:ext cx="11160" cy="2376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FBE6D64F-68F0-76E8-67F8-596D1CD470DC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8433387" y="4236560"/>
                  <a:ext cx="234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A1B0D4AB-210E-FD26-5295-EE77EAC5AB27}"/>
                    </a:ext>
                  </a:extLst>
                </p14:cNvPr>
                <p14:cNvContentPartPr/>
                <p14:nvPr/>
              </p14:nvContentPartPr>
              <p14:xfrm>
                <a:off x="8397027" y="4188680"/>
                <a:ext cx="6840" cy="2628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A1B0D4AB-210E-FD26-5295-EE77EAC5AB27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390907" y="4182560"/>
                  <a:ext cx="190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5285ED1D-AA30-4942-D74D-C376FFCF3101}"/>
                    </a:ext>
                  </a:extLst>
                </p14:cNvPr>
                <p14:cNvContentPartPr/>
                <p14:nvPr/>
              </p14:nvContentPartPr>
              <p14:xfrm>
                <a:off x="8044587" y="4350680"/>
                <a:ext cx="173520" cy="936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5285ED1D-AA30-4942-D74D-C376FFCF3101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038467" y="4344560"/>
                  <a:ext cx="18576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36473E35-D2C4-AE9B-05E9-0B1ADC81C5EC}"/>
                    </a:ext>
                  </a:extLst>
                </p14:cNvPr>
                <p14:cNvContentPartPr/>
                <p14:nvPr/>
              </p14:nvContentPartPr>
              <p14:xfrm>
                <a:off x="7968987" y="4313960"/>
                <a:ext cx="76680" cy="10296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36473E35-D2C4-AE9B-05E9-0B1ADC81C5EC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7962867" y="4307840"/>
                  <a:ext cx="88920" cy="11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53210387-29DB-D7A0-514F-75AB45E5EFE1}"/>
              </a:ext>
            </a:extLst>
          </p:cNvPr>
          <p:cNvGrpSpPr/>
          <p:nvPr/>
        </p:nvGrpSpPr>
        <p:grpSpPr>
          <a:xfrm>
            <a:off x="6814107" y="4158080"/>
            <a:ext cx="942120" cy="365760"/>
            <a:chOff x="6814107" y="4158080"/>
            <a:chExt cx="942120" cy="36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8471F12C-057B-71BC-2736-2D9A479C40AF}"/>
                    </a:ext>
                  </a:extLst>
                </p14:cNvPr>
                <p14:cNvContentPartPr/>
                <p14:nvPr/>
              </p14:nvContentPartPr>
              <p14:xfrm>
                <a:off x="7574067" y="4325480"/>
                <a:ext cx="176760" cy="19836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8471F12C-057B-71BC-2736-2D9A479C40AF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567947" y="4319360"/>
                  <a:ext cx="18900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1B2C5EF9-2257-1AEA-5ADF-42367643F923}"/>
                    </a:ext>
                  </a:extLst>
                </p14:cNvPr>
                <p14:cNvContentPartPr/>
                <p14:nvPr/>
              </p14:nvContentPartPr>
              <p14:xfrm>
                <a:off x="7739307" y="4480280"/>
                <a:ext cx="16920" cy="1152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1B2C5EF9-2257-1AEA-5ADF-42367643F923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7733187" y="4474160"/>
                  <a:ext cx="291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82673367-CB37-235E-A0E9-9E175F6C6267}"/>
                    </a:ext>
                  </a:extLst>
                </p14:cNvPr>
                <p14:cNvContentPartPr/>
                <p14:nvPr/>
              </p14:nvContentPartPr>
              <p14:xfrm>
                <a:off x="7567947" y="4249160"/>
                <a:ext cx="16920" cy="1612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82673367-CB37-235E-A0E9-9E175F6C6267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7561827" y="4243040"/>
                  <a:ext cx="2916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F182DD8E-CAF2-ED9A-F154-478CB50C1EFD}"/>
                    </a:ext>
                  </a:extLst>
                </p14:cNvPr>
                <p14:cNvContentPartPr/>
                <p14:nvPr/>
              </p14:nvContentPartPr>
              <p14:xfrm>
                <a:off x="7434387" y="4355000"/>
                <a:ext cx="83880" cy="1152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F182DD8E-CAF2-ED9A-F154-478CB50C1EFD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7428267" y="4348880"/>
                  <a:ext cx="9612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2E83B725-134A-E370-29DF-4087F36A49B5}"/>
                    </a:ext>
                  </a:extLst>
                </p14:cNvPr>
                <p14:cNvContentPartPr/>
                <p14:nvPr/>
              </p14:nvContentPartPr>
              <p14:xfrm>
                <a:off x="7300467" y="4405040"/>
                <a:ext cx="117000" cy="950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2E83B725-134A-E370-29DF-4087F36A49B5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7294347" y="4398920"/>
                  <a:ext cx="12924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77F48952-078B-6C2A-9CCC-C0959E2EB557}"/>
                    </a:ext>
                  </a:extLst>
                </p14:cNvPr>
                <p14:cNvContentPartPr/>
                <p14:nvPr/>
              </p14:nvContentPartPr>
              <p14:xfrm>
                <a:off x="7289307" y="4270400"/>
                <a:ext cx="18720" cy="14976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77F48952-078B-6C2A-9CCC-C0959E2EB557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7283187" y="4264280"/>
                  <a:ext cx="309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3BDBB7A4-69A8-932E-0963-443DF93F139C}"/>
                    </a:ext>
                  </a:extLst>
                </p14:cNvPr>
                <p14:cNvContentPartPr/>
                <p14:nvPr/>
              </p14:nvContentPartPr>
              <p14:xfrm>
                <a:off x="6941187" y="4359680"/>
                <a:ext cx="279360" cy="16200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3BDBB7A4-69A8-932E-0963-443DF93F139C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6935067" y="4353560"/>
                  <a:ext cx="29160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9E68975E-9CB5-DB2D-C01D-FDD3F5053816}"/>
                    </a:ext>
                  </a:extLst>
                </p14:cNvPr>
                <p14:cNvContentPartPr/>
                <p14:nvPr/>
              </p14:nvContentPartPr>
              <p14:xfrm>
                <a:off x="7067547" y="4249880"/>
                <a:ext cx="21960" cy="1260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9E68975E-9CB5-DB2D-C01D-FDD3F5053816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7061427" y="4243760"/>
                  <a:ext cx="342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5D2059A5-FB97-7FF3-0DF3-18618F934BA9}"/>
                    </a:ext>
                  </a:extLst>
                </p14:cNvPr>
                <p14:cNvContentPartPr/>
                <p14:nvPr/>
              </p14:nvContentPartPr>
              <p14:xfrm>
                <a:off x="7132707" y="4252760"/>
                <a:ext cx="16560" cy="576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5D2059A5-FB97-7FF3-0DF3-18618F934BA9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126587" y="4246640"/>
                  <a:ext cx="288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29F97FDE-1A93-3E4D-7627-9D398FB1585A}"/>
                    </a:ext>
                  </a:extLst>
                </p14:cNvPr>
                <p14:cNvContentPartPr/>
                <p14:nvPr/>
              </p14:nvContentPartPr>
              <p14:xfrm>
                <a:off x="7106427" y="4158080"/>
                <a:ext cx="16920" cy="1476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29F97FDE-1A93-3E4D-7627-9D398FB1585A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7100307" y="4151960"/>
                  <a:ext cx="2916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DE9B535B-DDCA-94DF-F93A-D2CA66EA0085}"/>
                    </a:ext>
                  </a:extLst>
                </p14:cNvPr>
                <p14:cNvContentPartPr/>
                <p14:nvPr/>
              </p14:nvContentPartPr>
              <p14:xfrm>
                <a:off x="6869547" y="4257800"/>
                <a:ext cx="35640" cy="4716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DE9B535B-DDCA-94DF-F93A-D2CA66EA0085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6863427" y="4251680"/>
                  <a:ext cx="4788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449965D6-40AE-C7D7-55A8-B0DD18F2D1D6}"/>
                    </a:ext>
                  </a:extLst>
                </p14:cNvPr>
                <p14:cNvContentPartPr/>
                <p14:nvPr/>
              </p14:nvContentPartPr>
              <p14:xfrm>
                <a:off x="6814107" y="4217840"/>
                <a:ext cx="68400" cy="5292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449965D6-40AE-C7D7-55A8-B0DD18F2D1D6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6807987" y="4211720"/>
                  <a:ext cx="80640" cy="6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CC81B717-A4AE-5819-D1FE-CBD14E59DC3B}"/>
              </a:ext>
            </a:extLst>
          </p:cNvPr>
          <p:cNvGrpSpPr/>
          <p:nvPr/>
        </p:nvGrpSpPr>
        <p:grpSpPr>
          <a:xfrm>
            <a:off x="11611107" y="4077080"/>
            <a:ext cx="81000" cy="72000"/>
            <a:chOff x="11611107" y="4077080"/>
            <a:chExt cx="81000" cy="7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47633FA1-B0D0-3059-322C-BB04D2581194}"/>
                    </a:ext>
                  </a:extLst>
                </p14:cNvPr>
                <p14:cNvContentPartPr/>
                <p14:nvPr/>
              </p14:nvContentPartPr>
              <p14:xfrm>
                <a:off x="11622267" y="4109120"/>
                <a:ext cx="69840" cy="3996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47633FA1-B0D0-3059-322C-BB04D2581194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1616147" y="4103000"/>
                  <a:ext cx="8208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5D9B503B-52A9-B1D9-B06A-E9207E470E6F}"/>
                    </a:ext>
                  </a:extLst>
                </p14:cNvPr>
                <p14:cNvContentPartPr/>
                <p14:nvPr/>
              </p14:nvContentPartPr>
              <p14:xfrm>
                <a:off x="11611107" y="4077080"/>
                <a:ext cx="25560" cy="1800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5D9B503B-52A9-B1D9-B06A-E9207E470E6F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1604987" y="4070960"/>
                  <a:ext cx="37800" cy="3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0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0429DADC-715E-8E3A-34B9-0BDD39DE2B68}"/>
                  </a:ext>
                </a:extLst>
              </p14:cNvPr>
              <p14:cNvContentPartPr/>
              <p14:nvPr/>
            </p14:nvContentPartPr>
            <p14:xfrm>
              <a:off x="8588547" y="4475960"/>
              <a:ext cx="65880" cy="53280"/>
            </p14:xfrm>
          </p:contentPart>
        </mc:Choice>
        <mc:Fallback xmlns=""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0429DADC-715E-8E3A-34B9-0BDD39DE2B68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8582427" y="4469840"/>
                <a:ext cx="78120" cy="65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6" name="Group 195">
            <a:extLst>
              <a:ext uri="{FF2B5EF4-FFF2-40B4-BE49-F238E27FC236}">
                <a16:creationId xmlns:a16="http://schemas.microsoft.com/office/drawing/2014/main" id="{1B0EFBA0-D514-004D-2C7E-7D7E992B1928}"/>
              </a:ext>
            </a:extLst>
          </p:cNvPr>
          <p:cNvGrpSpPr/>
          <p:nvPr/>
        </p:nvGrpSpPr>
        <p:grpSpPr>
          <a:xfrm>
            <a:off x="6155667" y="3514040"/>
            <a:ext cx="514440" cy="375840"/>
            <a:chOff x="6155667" y="3514040"/>
            <a:chExt cx="514440" cy="37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034DA1E4-23E7-DB65-7C50-66CE4E5F7FDC}"/>
                    </a:ext>
                  </a:extLst>
                </p14:cNvPr>
                <p14:cNvContentPartPr/>
                <p14:nvPr/>
              </p14:nvContentPartPr>
              <p14:xfrm>
                <a:off x="6155667" y="3568040"/>
                <a:ext cx="514440" cy="30600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034DA1E4-23E7-DB65-7C50-66CE4E5F7FDC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6149547" y="3561920"/>
                  <a:ext cx="52668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D5B65EC1-7439-F47A-B7F8-EE10660AEBD5}"/>
                    </a:ext>
                  </a:extLst>
                </p14:cNvPr>
                <p14:cNvContentPartPr/>
                <p14:nvPr/>
              </p14:nvContentPartPr>
              <p14:xfrm>
                <a:off x="6553467" y="3514040"/>
                <a:ext cx="5760" cy="2448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D5B65EC1-7439-F47A-B7F8-EE10660AEBD5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6547347" y="3507920"/>
                  <a:ext cx="180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1B710FE3-80DE-E0E9-08AE-DE60E200344E}"/>
                    </a:ext>
                  </a:extLst>
                </p14:cNvPr>
                <p14:cNvContentPartPr/>
                <p14:nvPr/>
              </p14:nvContentPartPr>
              <p14:xfrm>
                <a:off x="6450147" y="3851360"/>
                <a:ext cx="12600" cy="3852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1B710FE3-80DE-E0E9-08AE-DE60E200344E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6444027" y="3845240"/>
                  <a:ext cx="2484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2C460D83-4FF6-9FE2-D5D4-8375C2C5F905}"/>
                    </a:ext>
                  </a:extLst>
                </p14:cNvPr>
                <p14:cNvContentPartPr/>
                <p14:nvPr/>
              </p14:nvContentPartPr>
              <p14:xfrm>
                <a:off x="6496587" y="3858920"/>
                <a:ext cx="24120" cy="2628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2C460D83-4FF6-9FE2-D5D4-8375C2C5F905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6490467" y="3852800"/>
                  <a:ext cx="36360" cy="3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A48DD09A-6492-2847-5516-EA7573DDEE01}"/>
              </a:ext>
            </a:extLst>
          </p:cNvPr>
          <p:cNvGrpSpPr/>
          <p:nvPr/>
        </p:nvGrpSpPr>
        <p:grpSpPr>
          <a:xfrm>
            <a:off x="5404707" y="3584240"/>
            <a:ext cx="687600" cy="275040"/>
            <a:chOff x="5404707" y="3584240"/>
            <a:chExt cx="687600" cy="27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1CE76500-5733-93A5-417A-B1DA56F97A1B}"/>
                    </a:ext>
                  </a:extLst>
                </p14:cNvPr>
                <p14:cNvContentPartPr/>
                <p14:nvPr/>
              </p14:nvContentPartPr>
              <p14:xfrm>
                <a:off x="5601987" y="3599000"/>
                <a:ext cx="490320" cy="26028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1CE76500-5733-93A5-417A-B1DA56F97A1B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595867" y="3592880"/>
                  <a:ext cx="50256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C98EDB67-2DE1-14A1-BC44-D8F598DB0060}"/>
                    </a:ext>
                  </a:extLst>
                </p14:cNvPr>
                <p14:cNvContentPartPr/>
                <p14:nvPr/>
              </p14:nvContentPartPr>
              <p14:xfrm>
                <a:off x="5404707" y="3584240"/>
                <a:ext cx="248400" cy="26280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C98EDB67-2DE1-14A1-BC44-D8F598DB0060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5398587" y="3578120"/>
                  <a:ext cx="26064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C6471DE5-22FE-A368-A24F-1885DC630FB0}"/>
                    </a:ext>
                  </a:extLst>
                </p14:cNvPr>
                <p14:cNvContentPartPr/>
                <p14:nvPr/>
              </p14:nvContentPartPr>
              <p14:xfrm>
                <a:off x="5642667" y="3733280"/>
                <a:ext cx="13320" cy="1656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C6471DE5-22FE-A368-A24F-1885DC630FB0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5636547" y="3727160"/>
                  <a:ext cx="25560" cy="2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01DF88FB-259B-EF80-0913-CD05EA5DE2CC}"/>
              </a:ext>
            </a:extLst>
          </p:cNvPr>
          <p:cNvGrpSpPr/>
          <p:nvPr/>
        </p:nvGrpSpPr>
        <p:grpSpPr>
          <a:xfrm>
            <a:off x="4996827" y="3435200"/>
            <a:ext cx="435960" cy="390960"/>
            <a:chOff x="4996827" y="3435200"/>
            <a:chExt cx="435960" cy="39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7393B541-4E6B-3A3B-16AD-B4230A3A2E2B}"/>
                    </a:ext>
                  </a:extLst>
                </p14:cNvPr>
                <p14:cNvContentPartPr/>
                <p14:nvPr/>
              </p14:nvContentPartPr>
              <p14:xfrm>
                <a:off x="5116707" y="3609800"/>
                <a:ext cx="316080" cy="21636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7393B541-4E6B-3A3B-16AD-B4230A3A2E2B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5110587" y="3603680"/>
                  <a:ext cx="32832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75882207-4710-C9C3-2DFA-05182EC1FC48}"/>
                    </a:ext>
                  </a:extLst>
                </p14:cNvPr>
                <p14:cNvContentPartPr/>
                <p14:nvPr/>
              </p14:nvContentPartPr>
              <p14:xfrm>
                <a:off x="5358267" y="3540320"/>
                <a:ext cx="8640" cy="1188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75882207-4710-C9C3-2DFA-05182EC1FC48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5352147" y="3534200"/>
                  <a:ext cx="208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5F43E128-0952-00EC-AB3E-B02FBF1A2DA3}"/>
                    </a:ext>
                  </a:extLst>
                </p14:cNvPr>
                <p14:cNvContentPartPr/>
                <p14:nvPr/>
              </p14:nvContentPartPr>
              <p14:xfrm>
                <a:off x="5329467" y="3435200"/>
                <a:ext cx="75600" cy="8064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5F43E128-0952-00EC-AB3E-B02FBF1A2DA3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5323347" y="3429080"/>
                  <a:ext cx="878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3B516ECF-C59F-26AB-120F-D9425FFD5CAD}"/>
                    </a:ext>
                  </a:extLst>
                </p14:cNvPr>
                <p14:cNvContentPartPr/>
                <p14:nvPr/>
              </p14:nvContentPartPr>
              <p14:xfrm>
                <a:off x="5261067" y="3704120"/>
                <a:ext cx="9720" cy="828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3B516ECF-C59F-26AB-120F-D9425FFD5CAD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5254947" y="3698000"/>
                  <a:ext cx="2196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AD0B48FA-91AB-87E5-4E95-537FE2627EEA}"/>
                    </a:ext>
                  </a:extLst>
                </p14:cNvPr>
                <p14:cNvContentPartPr/>
                <p14:nvPr/>
              </p14:nvContentPartPr>
              <p14:xfrm>
                <a:off x="4996827" y="3779000"/>
                <a:ext cx="10080" cy="1296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AD0B48FA-91AB-87E5-4E95-537FE2627EEA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4990707" y="3772880"/>
                  <a:ext cx="22320" cy="2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C386CDFE-38B0-B085-AE47-5DCD6CB5B12E}"/>
              </a:ext>
            </a:extLst>
          </p:cNvPr>
          <p:cNvGrpSpPr/>
          <p:nvPr/>
        </p:nvGrpSpPr>
        <p:grpSpPr>
          <a:xfrm>
            <a:off x="4569147" y="3622760"/>
            <a:ext cx="243720" cy="275040"/>
            <a:chOff x="4569147" y="3622760"/>
            <a:chExt cx="243720" cy="27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67E13B1F-F6A0-B6CA-AADD-6F9CAA0BD2C2}"/>
                    </a:ext>
                  </a:extLst>
                </p14:cNvPr>
                <p14:cNvContentPartPr/>
                <p14:nvPr/>
              </p14:nvContentPartPr>
              <p14:xfrm>
                <a:off x="4800267" y="3622760"/>
                <a:ext cx="12600" cy="19080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67E13B1F-F6A0-B6CA-AADD-6F9CAA0BD2C2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4794147" y="3616640"/>
                  <a:ext cx="2484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05970E72-51DA-C7B6-2C7C-29C3AF9BDB18}"/>
                    </a:ext>
                  </a:extLst>
                </p14:cNvPr>
                <p14:cNvContentPartPr/>
                <p14:nvPr/>
              </p14:nvContentPartPr>
              <p14:xfrm>
                <a:off x="4569147" y="3726080"/>
                <a:ext cx="146880" cy="17172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05970E72-51DA-C7B6-2C7C-29C3AF9BDB18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4563027" y="3719960"/>
                  <a:ext cx="159120" cy="183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0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AA8F1273-5D90-CBC2-BA32-ED805C8A15D2}"/>
                  </a:ext>
                </a:extLst>
              </p14:cNvPr>
              <p14:cNvContentPartPr/>
              <p14:nvPr/>
            </p14:nvContentPartPr>
            <p14:xfrm>
              <a:off x="5170707" y="3225680"/>
              <a:ext cx="550080" cy="16200"/>
            </p14:xfrm>
          </p:contentPart>
        </mc:Choice>
        <mc:Fallback xmlns=""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AA8F1273-5D90-CBC2-BA32-ED805C8A15D2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5164587" y="3219560"/>
                <a:ext cx="562320" cy="28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18" name="Group 217">
            <a:extLst>
              <a:ext uri="{FF2B5EF4-FFF2-40B4-BE49-F238E27FC236}">
                <a16:creationId xmlns:a16="http://schemas.microsoft.com/office/drawing/2014/main" id="{42DEC5FE-DB0B-6734-D073-C5D44C9A041B}"/>
              </a:ext>
            </a:extLst>
          </p:cNvPr>
          <p:cNvGrpSpPr/>
          <p:nvPr/>
        </p:nvGrpSpPr>
        <p:grpSpPr>
          <a:xfrm>
            <a:off x="4056507" y="3104360"/>
            <a:ext cx="707400" cy="328320"/>
            <a:chOff x="4056507" y="3104360"/>
            <a:chExt cx="707400" cy="32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D716AC11-249A-3991-E9C6-5651A32071B9}"/>
                    </a:ext>
                  </a:extLst>
                </p14:cNvPr>
                <p14:cNvContentPartPr/>
                <p14:nvPr/>
              </p14:nvContentPartPr>
              <p14:xfrm>
                <a:off x="4056507" y="3176720"/>
                <a:ext cx="707400" cy="25596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D716AC11-249A-3991-E9C6-5651A32071B9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4050387" y="3170600"/>
                  <a:ext cx="71964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AE1FB595-B8AC-49AF-80EF-7EFD1CC81EA8}"/>
                    </a:ext>
                  </a:extLst>
                </p14:cNvPr>
                <p14:cNvContentPartPr/>
                <p14:nvPr/>
              </p14:nvContentPartPr>
              <p14:xfrm>
                <a:off x="4210947" y="3209840"/>
                <a:ext cx="11880" cy="1476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AE1FB595-B8AC-49AF-80EF-7EFD1CC81EA8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4204827" y="3203720"/>
                  <a:ext cx="241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F7CFCFD9-88AD-05A3-276F-C45B0C3CA258}"/>
                    </a:ext>
                  </a:extLst>
                </p14:cNvPr>
                <p14:cNvContentPartPr/>
                <p14:nvPr/>
              </p14:nvContentPartPr>
              <p14:xfrm>
                <a:off x="4266387" y="3213800"/>
                <a:ext cx="8280" cy="237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F7CFCFD9-88AD-05A3-276F-C45B0C3CA258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4260267" y="3207680"/>
                  <a:ext cx="205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5546E577-B51B-1F80-7EF9-773F09FEDB8D}"/>
                    </a:ext>
                  </a:extLst>
                </p14:cNvPr>
                <p14:cNvContentPartPr/>
                <p14:nvPr/>
              </p14:nvContentPartPr>
              <p14:xfrm>
                <a:off x="4122387" y="3325760"/>
                <a:ext cx="14400" cy="1656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5546E577-B51B-1F80-7EF9-773F09FEDB8D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4116267" y="3319640"/>
                  <a:ext cx="266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E76C8EAB-F349-DA8C-A52A-4D55B131C2FA}"/>
                    </a:ext>
                  </a:extLst>
                </p14:cNvPr>
                <p14:cNvContentPartPr/>
                <p14:nvPr/>
              </p14:nvContentPartPr>
              <p14:xfrm>
                <a:off x="4222467" y="3104360"/>
                <a:ext cx="62280" cy="4716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E76C8EAB-F349-DA8C-A52A-4D55B131C2FA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4216347" y="3098240"/>
                  <a:ext cx="745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AAE31552-2455-12E1-7897-6B5C727EADD9}"/>
                    </a:ext>
                  </a:extLst>
                </p14:cNvPr>
                <p14:cNvContentPartPr/>
                <p14:nvPr/>
              </p14:nvContentPartPr>
              <p14:xfrm>
                <a:off x="4310667" y="3137840"/>
                <a:ext cx="346680" cy="3960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AAE31552-2455-12E1-7897-6B5C727EADD9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4304547" y="3131720"/>
                  <a:ext cx="358920" cy="51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4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7ADF97C2-89F5-2C19-C474-02B75BCEB5F4}"/>
                  </a:ext>
                </a:extLst>
              </p14:cNvPr>
              <p14:cNvContentPartPr/>
              <p14:nvPr/>
            </p14:nvContentPartPr>
            <p14:xfrm>
              <a:off x="3629907" y="3191120"/>
              <a:ext cx="191880" cy="21960"/>
            </p14:xfrm>
          </p:contentPart>
        </mc:Choice>
        <mc:Fallback xmlns=""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7ADF97C2-89F5-2C19-C474-02B75BCEB5F4}"/>
                  </a:ext>
                </a:extLst>
              </p:cNvPr>
              <p:cNvPicPr/>
              <p:nvPr/>
            </p:nvPicPr>
            <p:blipFill>
              <a:blip r:embed="rId335"/>
              <a:stretch>
                <a:fillRect/>
              </a:stretch>
            </p:blipFill>
            <p:spPr>
              <a:xfrm>
                <a:off x="3623787" y="3185000"/>
                <a:ext cx="204120" cy="34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28" name="Group 227">
            <a:extLst>
              <a:ext uri="{FF2B5EF4-FFF2-40B4-BE49-F238E27FC236}">
                <a16:creationId xmlns:a16="http://schemas.microsoft.com/office/drawing/2014/main" id="{E0462203-5FA0-990D-98A4-BF75C83C826A}"/>
              </a:ext>
            </a:extLst>
          </p:cNvPr>
          <p:cNvGrpSpPr/>
          <p:nvPr/>
        </p:nvGrpSpPr>
        <p:grpSpPr>
          <a:xfrm>
            <a:off x="3636387" y="3658760"/>
            <a:ext cx="946800" cy="240120"/>
            <a:chOff x="3636387" y="3658760"/>
            <a:chExt cx="946800" cy="24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E3854097-39E6-AC47-57F5-4ACA1D7F7E78}"/>
                    </a:ext>
                  </a:extLst>
                </p14:cNvPr>
                <p14:cNvContentPartPr/>
                <p14:nvPr/>
              </p14:nvContentPartPr>
              <p14:xfrm>
                <a:off x="4411827" y="3664520"/>
                <a:ext cx="171360" cy="20772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E3854097-39E6-AC47-57F5-4ACA1D7F7E78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4405707" y="3658400"/>
                  <a:ext cx="18360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81074450-B9D5-0CD1-6BDF-B06FC9487826}"/>
                    </a:ext>
                  </a:extLst>
                </p14:cNvPr>
                <p14:cNvContentPartPr/>
                <p14:nvPr/>
              </p14:nvContentPartPr>
              <p14:xfrm>
                <a:off x="4506147" y="3768920"/>
                <a:ext cx="19800" cy="792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81074450-B9D5-0CD1-6BDF-B06FC9487826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4500027" y="3762800"/>
                  <a:ext cx="3204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E670D2BD-74BA-E4FA-4450-37917294CC07}"/>
                    </a:ext>
                  </a:extLst>
                </p14:cNvPr>
                <p14:cNvContentPartPr/>
                <p14:nvPr/>
              </p14:nvContentPartPr>
              <p14:xfrm>
                <a:off x="4034907" y="3658760"/>
                <a:ext cx="323640" cy="23004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E670D2BD-74BA-E4FA-4450-37917294CC07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4028787" y="3652640"/>
                  <a:ext cx="33588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71D44E05-CB83-D6FE-A20F-1741F586CC9E}"/>
                    </a:ext>
                  </a:extLst>
                </p14:cNvPr>
                <p14:cNvContentPartPr/>
                <p14:nvPr/>
              </p14:nvContentPartPr>
              <p14:xfrm>
                <a:off x="3915747" y="3766400"/>
                <a:ext cx="114120" cy="11916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71D44E05-CB83-D6FE-A20F-1741F586CC9E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3909627" y="3760280"/>
                  <a:ext cx="12636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8516A38F-ED4D-EF02-83DF-CF9B54EE9853}"/>
                    </a:ext>
                  </a:extLst>
                </p14:cNvPr>
                <p14:cNvContentPartPr/>
                <p14:nvPr/>
              </p14:nvContentPartPr>
              <p14:xfrm>
                <a:off x="3773907" y="3748040"/>
                <a:ext cx="159480" cy="13824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8516A38F-ED4D-EF02-83DF-CF9B54EE9853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3767787" y="3741920"/>
                  <a:ext cx="17172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DE65B67D-62BB-4609-EEA3-975293295781}"/>
                    </a:ext>
                  </a:extLst>
                </p14:cNvPr>
                <p14:cNvContentPartPr/>
                <p14:nvPr/>
              </p14:nvContentPartPr>
              <p14:xfrm>
                <a:off x="3636387" y="3758120"/>
                <a:ext cx="178560" cy="14076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DE65B67D-62BB-4609-EEA3-975293295781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3630267" y="3752000"/>
                  <a:ext cx="19080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F95918E0-85E7-23E5-3974-F82013E3D5D6}"/>
                    </a:ext>
                  </a:extLst>
                </p14:cNvPr>
                <p14:cNvContentPartPr/>
                <p14:nvPr/>
              </p14:nvContentPartPr>
              <p14:xfrm>
                <a:off x="3744027" y="3669200"/>
                <a:ext cx="29520" cy="3060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F95918E0-85E7-23E5-3974-F82013E3D5D6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3737907" y="3663080"/>
                  <a:ext cx="41760" cy="42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0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446A9377-1610-263A-6B5D-46BD5A79C2B8}"/>
                  </a:ext>
                </a:extLst>
              </p14:cNvPr>
              <p14:cNvContentPartPr/>
              <p14:nvPr/>
            </p14:nvContentPartPr>
            <p14:xfrm>
              <a:off x="2436507" y="3160880"/>
              <a:ext cx="303120" cy="18360"/>
            </p14:xfrm>
          </p:contentPart>
        </mc:Choice>
        <mc:Fallback xmlns=""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446A9377-1610-263A-6B5D-46BD5A79C2B8}"/>
                  </a:ext>
                </a:extLst>
              </p:cNvPr>
              <p:cNvPicPr/>
              <p:nvPr/>
            </p:nvPicPr>
            <p:blipFill>
              <a:blip r:embed="rId351"/>
              <a:stretch>
                <a:fillRect/>
              </a:stretch>
            </p:blipFill>
            <p:spPr>
              <a:xfrm>
                <a:off x="2430387" y="3154760"/>
                <a:ext cx="315360" cy="30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34" name="Group 233">
            <a:extLst>
              <a:ext uri="{FF2B5EF4-FFF2-40B4-BE49-F238E27FC236}">
                <a16:creationId xmlns:a16="http://schemas.microsoft.com/office/drawing/2014/main" id="{BC1F6CCB-4866-34E6-F515-C85207BFE3C7}"/>
              </a:ext>
            </a:extLst>
          </p:cNvPr>
          <p:cNvGrpSpPr/>
          <p:nvPr/>
        </p:nvGrpSpPr>
        <p:grpSpPr>
          <a:xfrm>
            <a:off x="3170547" y="3554720"/>
            <a:ext cx="333360" cy="358560"/>
            <a:chOff x="3170547" y="3554720"/>
            <a:chExt cx="333360" cy="35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8F550A0D-74C3-10EA-4BB5-CBB620043A42}"/>
                    </a:ext>
                  </a:extLst>
                </p14:cNvPr>
                <p14:cNvContentPartPr/>
                <p14:nvPr/>
              </p14:nvContentPartPr>
              <p14:xfrm>
                <a:off x="3471147" y="3636800"/>
                <a:ext cx="32760" cy="22104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8F550A0D-74C3-10EA-4BB5-CBB620043A42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3465027" y="3630680"/>
                  <a:ext cx="4500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D2BDFD5B-ECD2-AE87-50CA-923E71C85FF1}"/>
                    </a:ext>
                  </a:extLst>
                </p14:cNvPr>
                <p14:cNvContentPartPr/>
                <p14:nvPr/>
              </p14:nvContentPartPr>
              <p14:xfrm>
                <a:off x="3254427" y="3768920"/>
                <a:ext cx="151920" cy="14436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D2BDFD5B-ECD2-AE87-50CA-923E71C85FF1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3248307" y="3762800"/>
                  <a:ext cx="1641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AE408437-4351-FE7B-C3E5-4FE7FDF6124E}"/>
                    </a:ext>
                  </a:extLst>
                </p14:cNvPr>
                <p14:cNvContentPartPr/>
                <p14:nvPr/>
              </p14:nvContentPartPr>
              <p14:xfrm>
                <a:off x="3170547" y="3554720"/>
                <a:ext cx="133560" cy="26280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AE408437-4351-FE7B-C3E5-4FE7FDF6124E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3164427" y="3548600"/>
                  <a:ext cx="14580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311F38F2-9916-0E41-4B25-63110502D021}"/>
                    </a:ext>
                  </a:extLst>
                </p14:cNvPr>
                <p14:cNvContentPartPr/>
                <p14:nvPr/>
              </p14:nvContentPartPr>
              <p14:xfrm>
                <a:off x="3240387" y="3623480"/>
                <a:ext cx="28440" cy="3240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311F38F2-9916-0E41-4B25-63110502D021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3234267" y="3617360"/>
                  <a:ext cx="40680" cy="44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0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D7F9A7E9-1346-1F70-6123-BB6C3BFBA2DA}"/>
                  </a:ext>
                </a:extLst>
              </p14:cNvPr>
              <p14:cNvContentPartPr/>
              <p14:nvPr/>
            </p14:nvContentPartPr>
            <p14:xfrm>
              <a:off x="2147067" y="3182840"/>
              <a:ext cx="147240" cy="16920"/>
            </p14:xfrm>
          </p:contentPart>
        </mc:Choice>
        <mc:Fallback xmlns=""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D7F9A7E9-1346-1F70-6123-BB6C3BFBA2DA}"/>
                  </a:ext>
                </a:extLst>
              </p:cNvPr>
              <p:cNvPicPr/>
              <p:nvPr/>
            </p:nvPicPr>
            <p:blipFill>
              <a:blip r:embed="rId361"/>
              <a:stretch>
                <a:fillRect/>
              </a:stretch>
            </p:blipFill>
            <p:spPr>
              <a:xfrm>
                <a:off x="2140947" y="3176720"/>
                <a:ext cx="159480" cy="29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38" name="Group 237">
            <a:extLst>
              <a:ext uri="{FF2B5EF4-FFF2-40B4-BE49-F238E27FC236}">
                <a16:creationId xmlns:a16="http://schemas.microsoft.com/office/drawing/2014/main" id="{48561E97-363D-E6D0-4A1A-0693EED80588}"/>
              </a:ext>
            </a:extLst>
          </p:cNvPr>
          <p:cNvGrpSpPr/>
          <p:nvPr/>
        </p:nvGrpSpPr>
        <p:grpSpPr>
          <a:xfrm>
            <a:off x="2749347" y="3740120"/>
            <a:ext cx="308160" cy="198000"/>
            <a:chOff x="2749347" y="3740120"/>
            <a:chExt cx="308160" cy="19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1EA8C4C8-B871-2748-D173-9EF23F0D5783}"/>
                    </a:ext>
                  </a:extLst>
                </p14:cNvPr>
                <p14:cNvContentPartPr/>
                <p14:nvPr/>
              </p14:nvContentPartPr>
              <p14:xfrm>
                <a:off x="2922147" y="3750920"/>
                <a:ext cx="135360" cy="15948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1EA8C4C8-B871-2748-D173-9EF23F0D5783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2916027" y="3744800"/>
                  <a:ext cx="14760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4B3D22EB-5D4E-E0EB-2AB8-4653F7ACD04E}"/>
                    </a:ext>
                  </a:extLst>
                </p14:cNvPr>
                <p14:cNvContentPartPr/>
                <p14:nvPr/>
              </p14:nvContentPartPr>
              <p14:xfrm>
                <a:off x="2749347" y="3740120"/>
                <a:ext cx="197640" cy="19800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4B3D22EB-5D4E-E0EB-2AB8-4653F7ACD04E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2743227" y="3734000"/>
                  <a:ext cx="209880" cy="21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6">
            <p14:nvContentPartPr>
              <p14:cNvPr id="239" name="Ink 238">
                <a:extLst>
                  <a:ext uri="{FF2B5EF4-FFF2-40B4-BE49-F238E27FC236}">
                    <a16:creationId xmlns:a16="http://schemas.microsoft.com/office/drawing/2014/main" id="{49F37760-2261-910D-08DC-7CA03FD00BEB}"/>
                  </a:ext>
                </a:extLst>
              </p14:cNvPr>
              <p14:cNvContentPartPr/>
              <p14:nvPr/>
            </p14:nvContentPartPr>
            <p14:xfrm>
              <a:off x="1406547" y="3234320"/>
              <a:ext cx="536040" cy="43200"/>
            </p14:xfrm>
          </p:contentPart>
        </mc:Choice>
        <mc:Fallback xmlns="">
          <p:pic>
            <p:nvPicPr>
              <p:cNvPr id="239" name="Ink 238">
                <a:extLst>
                  <a:ext uri="{FF2B5EF4-FFF2-40B4-BE49-F238E27FC236}">
                    <a16:creationId xmlns:a16="http://schemas.microsoft.com/office/drawing/2014/main" id="{49F37760-2261-910D-08DC-7CA03FD00BEB}"/>
                  </a:ext>
                </a:extLst>
              </p:cNvPr>
              <p:cNvPicPr/>
              <p:nvPr/>
            </p:nvPicPr>
            <p:blipFill>
              <a:blip r:embed="rId367"/>
              <a:stretch>
                <a:fillRect/>
              </a:stretch>
            </p:blipFill>
            <p:spPr>
              <a:xfrm>
                <a:off x="1400427" y="3228200"/>
                <a:ext cx="548280" cy="5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47" name="Group 246">
            <a:extLst>
              <a:ext uri="{FF2B5EF4-FFF2-40B4-BE49-F238E27FC236}">
                <a16:creationId xmlns:a16="http://schemas.microsoft.com/office/drawing/2014/main" id="{DA3CF0CD-170D-5C13-C388-83E17871A69B}"/>
              </a:ext>
            </a:extLst>
          </p:cNvPr>
          <p:cNvGrpSpPr/>
          <p:nvPr/>
        </p:nvGrpSpPr>
        <p:grpSpPr>
          <a:xfrm>
            <a:off x="1912347" y="3678560"/>
            <a:ext cx="767160" cy="292680"/>
            <a:chOff x="1912347" y="3678560"/>
            <a:chExt cx="767160" cy="29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BB9C882E-BCB2-6F8F-BC72-FD761C661512}"/>
                    </a:ext>
                  </a:extLst>
                </p14:cNvPr>
                <p14:cNvContentPartPr/>
                <p14:nvPr/>
              </p14:nvContentPartPr>
              <p14:xfrm>
                <a:off x="2404827" y="3717440"/>
                <a:ext cx="274680" cy="19368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BB9C882E-BCB2-6F8F-BC72-FD761C661512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2398707" y="3711320"/>
                  <a:ext cx="28692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64FCFA20-7254-9A28-42DA-F0807B97951D}"/>
                    </a:ext>
                  </a:extLst>
                </p14:cNvPr>
                <p14:cNvContentPartPr/>
                <p14:nvPr/>
              </p14:nvContentPartPr>
              <p14:xfrm>
                <a:off x="1912347" y="3699440"/>
                <a:ext cx="444960" cy="15336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64FCFA20-7254-9A28-42DA-F0807B97951D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906227" y="3693320"/>
                  <a:ext cx="4572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73523648-2E03-98DF-8D65-90D508878776}"/>
                    </a:ext>
                  </a:extLst>
                </p14:cNvPr>
                <p14:cNvContentPartPr/>
                <p14:nvPr/>
              </p14:nvContentPartPr>
              <p14:xfrm>
                <a:off x="2328507" y="3878000"/>
                <a:ext cx="18000" cy="2772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73523648-2E03-98DF-8D65-90D508878776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2322387" y="3871880"/>
                  <a:ext cx="302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E99C9420-D5BB-1024-F24C-2667C82EA656}"/>
                    </a:ext>
                  </a:extLst>
                </p14:cNvPr>
                <p14:cNvContentPartPr/>
                <p14:nvPr/>
              </p14:nvContentPartPr>
              <p14:xfrm>
                <a:off x="2199267" y="3940280"/>
                <a:ext cx="6840" cy="3096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E99C9420-D5BB-1024-F24C-2667C82EA656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2193147" y="3934160"/>
                  <a:ext cx="190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DB52A580-F01C-F1C9-5BF0-1D29E96F6A7C}"/>
                    </a:ext>
                  </a:extLst>
                </p14:cNvPr>
                <p14:cNvContentPartPr/>
                <p14:nvPr/>
              </p14:nvContentPartPr>
              <p14:xfrm>
                <a:off x="2253267" y="3943880"/>
                <a:ext cx="10080" cy="2664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DB52A580-F01C-F1C9-5BF0-1D29E96F6A7C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2247147" y="3937760"/>
                  <a:ext cx="223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B92E4EEF-5115-D6D4-82BB-9A77D87AEBE0}"/>
                    </a:ext>
                  </a:extLst>
                </p14:cNvPr>
                <p14:cNvContentPartPr/>
                <p14:nvPr/>
              </p14:nvContentPartPr>
              <p14:xfrm>
                <a:off x="2090907" y="3678560"/>
                <a:ext cx="22680" cy="1692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B92E4EEF-5115-D6D4-82BB-9A77D87AEBE0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2084787" y="3672440"/>
                  <a:ext cx="349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F7CB02AC-291A-7A2C-F92D-726BD5395A96}"/>
                    </a:ext>
                  </a:extLst>
                </p14:cNvPr>
                <p14:cNvContentPartPr/>
                <p14:nvPr/>
              </p14:nvContentPartPr>
              <p14:xfrm>
                <a:off x="1990467" y="3914000"/>
                <a:ext cx="73800" cy="4644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F7CB02AC-291A-7A2C-F92D-726BD5395A96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1984347" y="3907880"/>
                  <a:ext cx="86040" cy="58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2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4901FE9C-0FCB-3313-E754-1AC154632278}"/>
                  </a:ext>
                </a:extLst>
              </p14:cNvPr>
              <p14:cNvContentPartPr/>
              <p14:nvPr/>
            </p14:nvContentPartPr>
            <p14:xfrm>
              <a:off x="1817667" y="3767840"/>
              <a:ext cx="18000" cy="18000"/>
            </p14:xfrm>
          </p:contentPart>
        </mc:Choice>
        <mc:Fallback xmlns=""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4901FE9C-0FCB-3313-E754-1AC154632278}"/>
                  </a:ext>
                </a:extLst>
              </p:cNvPr>
              <p:cNvPicPr/>
              <p:nvPr/>
            </p:nvPicPr>
            <p:blipFill>
              <a:blip r:embed="rId383"/>
              <a:stretch>
                <a:fillRect/>
              </a:stretch>
            </p:blipFill>
            <p:spPr>
              <a:xfrm>
                <a:off x="1811547" y="3761720"/>
                <a:ext cx="30240" cy="30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1" name="Group 250">
            <a:extLst>
              <a:ext uri="{FF2B5EF4-FFF2-40B4-BE49-F238E27FC236}">
                <a16:creationId xmlns:a16="http://schemas.microsoft.com/office/drawing/2014/main" id="{3D84B6E0-BC64-47C8-EFDB-FCDCC900FDCA}"/>
              </a:ext>
            </a:extLst>
          </p:cNvPr>
          <p:cNvGrpSpPr/>
          <p:nvPr/>
        </p:nvGrpSpPr>
        <p:grpSpPr>
          <a:xfrm>
            <a:off x="10276587" y="3586760"/>
            <a:ext cx="441000" cy="121680"/>
            <a:chOff x="10276587" y="3586760"/>
            <a:chExt cx="441000" cy="12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A4835948-2CE4-FB4F-D039-E87FE81AFDEF}"/>
                    </a:ext>
                  </a:extLst>
                </p14:cNvPr>
                <p14:cNvContentPartPr/>
                <p14:nvPr/>
              </p14:nvContentPartPr>
              <p14:xfrm>
                <a:off x="10327347" y="3616640"/>
                <a:ext cx="390240" cy="2628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A4835948-2CE4-FB4F-D039-E87FE81AFDEF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0321227" y="3610520"/>
                  <a:ext cx="4024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CFF7491B-FB91-97A9-5DE7-A114233BF11A}"/>
                    </a:ext>
                  </a:extLst>
                </p14:cNvPr>
                <p14:cNvContentPartPr/>
                <p14:nvPr/>
              </p14:nvContentPartPr>
              <p14:xfrm>
                <a:off x="10276587" y="3586760"/>
                <a:ext cx="172440" cy="12168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CFF7491B-FB91-97A9-5DE7-A114233BF11A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0270467" y="3580640"/>
                  <a:ext cx="184680" cy="13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8">
            <p14:nvContentPartPr>
              <p14:cNvPr id="285" name="Ink 284">
                <a:extLst>
                  <a:ext uri="{FF2B5EF4-FFF2-40B4-BE49-F238E27FC236}">
                    <a16:creationId xmlns:a16="http://schemas.microsoft.com/office/drawing/2014/main" id="{813DC278-2A5A-52D6-BA67-DD5FD2ADCBF7}"/>
                  </a:ext>
                </a:extLst>
              </p14:cNvPr>
              <p14:cNvContentPartPr/>
              <p14:nvPr/>
            </p14:nvContentPartPr>
            <p14:xfrm>
              <a:off x="6195267" y="5511320"/>
              <a:ext cx="237240" cy="142920"/>
            </p14:xfrm>
          </p:contentPart>
        </mc:Choice>
        <mc:Fallback xmlns="">
          <p:pic>
            <p:nvPicPr>
              <p:cNvPr id="285" name="Ink 284">
                <a:extLst>
                  <a:ext uri="{FF2B5EF4-FFF2-40B4-BE49-F238E27FC236}">
                    <a16:creationId xmlns:a16="http://schemas.microsoft.com/office/drawing/2014/main" id="{813DC278-2A5A-52D6-BA67-DD5FD2ADCBF7}"/>
                  </a:ext>
                </a:extLst>
              </p:cNvPr>
              <p:cNvPicPr/>
              <p:nvPr/>
            </p:nvPicPr>
            <p:blipFill>
              <a:blip r:embed="rId389"/>
              <a:stretch>
                <a:fillRect/>
              </a:stretch>
            </p:blipFill>
            <p:spPr>
              <a:xfrm>
                <a:off x="6189147" y="5505200"/>
                <a:ext cx="249480" cy="15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0">
            <p14:nvContentPartPr>
              <p14:cNvPr id="286" name="Ink 285">
                <a:extLst>
                  <a:ext uri="{FF2B5EF4-FFF2-40B4-BE49-F238E27FC236}">
                    <a16:creationId xmlns:a16="http://schemas.microsoft.com/office/drawing/2014/main" id="{812CE3C4-0379-4BCA-CA44-C5A3553E329A}"/>
                  </a:ext>
                </a:extLst>
              </p14:cNvPr>
              <p14:cNvContentPartPr/>
              <p14:nvPr/>
            </p14:nvContentPartPr>
            <p14:xfrm>
              <a:off x="6153147" y="5574680"/>
              <a:ext cx="2520" cy="8280"/>
            </p14:xfrm>
          </p:contentPart>
        </mc:Choice>
        <mc:Fallback xmlns="">
          <p:pic>
            <p:nvPicPr>
              <p:cNvPr id="286" name="Ink 285">
                <a:extLst>
                  <a:ext uri="{FF2B5EF4-FFF2-40B4-BE49-F238E27FC236}">
                    <a16:creationId xmlns:a16="http://schemas.microsoft.com/office/drawing/2014/main" id="{812CE3C4-0379-4BCA-CA44-C5A3553E329A}"/>
                  </a:ext>
                </a:extLst>
              </p:cNvPr>
              <p:cNvPicPr/>
              <p:nvPr/>
            </p:nvPicPr>
            <p:blipFill>
              <a:blip r:embed="rId391"/>
              <a:stretch>
                <a:fillRect/>
              </a:stretch>
            </p:blipFill>
            <p:spPr>
              <a:xfrm>
                <a:off x="6147027" y="5568560"/>
                <a:ext cx="14760" cy="20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89" name="Group 288">
            <a:extLst>
              <a:ext uri="{FF2B5EF4-FFF2-40B4-BE49-F238E27FC236}">
                <a16:creationId xmlns:a16="http://schemas.microsoft.com/office/drawing/2014/main" id="{AEB8B489-ABA8-0E5F-9FE9-3CF22AF4E458}"/>
              </a:ext>
            </a:extLst>
          </p:cNvPr>
          <p:cNvGrpSpPr/>
          <p:nvPr/>
        </p:nvGrpSpPr>
        <p:grpSpPr>
          <a:xfrm>
            <a:off x="5693787" y="5489720"/>
            <a:ext cx="458640" cy="221760"/>
            <a:chOff x="5693787" y="5489720"/>
            <a:chExt cx="458640" cy="22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3D51974A-6C7C-3335-2A35-3C299BACFB9D}"/>
                    </a:ext>
                  </a:extLst>
                </p14:cNvPr>
                <p14:cNvContentPartPr/>
                <p14:nvPr/>
              </p14:nvContentPartPr>
              <p14:xfrm>
                <a:off x="5999787" y="5572880"/>
                <a:ext cx="152640" cy="13860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3D51974A-6C7C-3335-2A35-3C299BACFB9D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5993667" y="5566760"/>
                  <a:ext cx="16488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FB5B7409-1552-420F-5AE1-E2E6D9C36D25}"/>
                    </a:ext>
                  </a:extLst>
                </p14:cNvPr>
                <p14:cNvContentPartPr/>
                <p14:nvPr/>
              </p14:nvContentPartPr>
              <p14:xfrm>
                <a:off x="5693787" y="5489720"/>
                <a:ext cx="341640" cy="12384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FB5B7409-1552-420F-5AE1-E2E6D9C36D25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5687667" y="5483600"/>
                  <a:ext cx="353880" cy="13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6" name="Group 295">
            <a:extLst>
              <a:ext uri="{FF2B5EF4-FFF2-40B4-BE49-F238E27FC236}">
                <a16:creationId xmlns:a16="http://schemas.microsoft.com/office/drawing/2014/main" id="{9624675B-942D-A3B5-7385-18945A12114F}"/>
              </a:ext>
            </a:extLst>
          </p:cNvPr>
          <p:cNvGrpSpPr/>
          <p:nvPr/>
        </p:nvGrpSpPr>
        <p:grpSpPr>
          <a:xfrm>
            <a:off x="5051547" y="5307200"/>
            <a:ext cx="558360" cy="356760"/>
            <a:chOff x="5051547" y="5307200"/>
            <a:chExt cx="558360" cy="35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D8581043-740C-8774-57FF-12AEF7C19172}"/>
                    </a:ext>
                  </a:extLst>
                </p14:cNvPr>
                <p14:cNvContentPartPr/>
                <p14:nvPr/>
              </p14:nvContentPartPr>
              <p14:xfrm>
                <a:off x="5369067" y="5312600"/>
                <a:ext cx="240840" cy="26604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D8581043-740C-8774-57FF-12AEF7C19172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5362947" y="5306480"/>
                  <a:ext cx="25308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7A1D5B9A-3397-296D-EC65-B017DE33F725}"/>
                    </a:ext>
                  </a:extLst>
                </p14:cNvPr>
                <p14:cNvContentPartPr/>
                <p14:nvPr/>
              </p14:nvContentPartPr>
              <p14:xfrm>
                <a:off x="5484267" y="5370560"/>
                <a:ext cx="20880" cy="3348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7A1D5B9A-3397-296D-EC65-B017DE33F725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5478147" y="5364440"/>
                  <a:ext cx="331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4635B50F-D162-E39F-F2F1-C32453F4B917}"/>
                    </a:ext>
                  </a:extLst>
                </p14:cNvPr>
                <p14:cNvContentPartPr/>
                <p14:nvPr/>
              </p14:nvContentPartPr>
              <p14:xfrm>
                <a:off x="5562387" y="5382800"/>
                <a:ext cx="11520" cy="2124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4635B50F-D162-E39F-F2F1-C32453F4B917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5556267" y="5376680"/>
                  <a:ext cx="237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63A867E0-80D0-BC7D-F392-BA940E998EE2}"/>
                    </a:ext>
                  </a:extLst>
                </p14:cNvPr>
                <p14:cNvContentPartPr/>
                <p14:nvPr/>
              </p14:nvContentPartPr>
              <p14:xfrm>
                <a:off x="5509467" y="5307200"/>
                <a:ext cx="13320" cy="1692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63A867E0-80D0-BC7D-F392-BA940E998EE2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5503347" y="5301080"/>
                  <a:ext cx="255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00E8002A-1A68-04D3-2B78-185906D9C721}"/>
                    </a:ext>
                  </a:extLst>
                </p14:cNvPr>
                <p14:cNvContentPartPr/>
                <p14:nvPr/>
              </p14:nvContentPartPr>
              <p14:xfrm>
                <a:off x="5051547" y="5442560"/>
                <a:ext cx="250560" cy="22140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00E8002A-1A68-04D3-2B78-185906D9C721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5045427" y="5436440"/>
                  <a:ext cx="26280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7BA6FCB7-9564-6A0D-F5D5-78F20504DC18}"/>
                    </a:ext>
                  </a:extLst>
                </p14:cNvPr>
                <p14:cNvContentPartPr/>
                <p14:nvPr/>
              </p14:nvContentPartPr>
              <p14:xfrm>
                <a:off x="5189067" y="5564960"/>
                <a:ext cx="10800" cy="2988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7BA6FCB7-9564-6A0D-F5D5-78F20504DC18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5182947" y="5558840"/>
                  <a:ext cx="23040" cy="4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9" name="Group 308">
            <a:extLst>
              <a:ext uri="{FF2B5EF4-FFF2-40B4-BE49-F238E27FC236}">
                <a16:creationId xmlns:a16="http://schemas.microsoft.com/office/drawing/2014/main" id="{549F717A-0499-6AA2-1213-1AB926380451}"/>
              </a:ext>
            </a:extLst>
          </p:cNvPr>
          <p:cNvGrpSpPr/>
          <p:nvPr/>
        </p:nvGrpSpPr>
        <p:grpSpPr>
          <a:xfrm>
            <a:off x="4190787" y="5207480"/>
            <a:ext cx="759240" cy="583920"/>
            <a:chOff x="4190787" y="5207480"/>
            <a:chExt cx="759240" cy="58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8950A89C-5BB4-3A84-82D8-8BF5653DBC20}"/>
                    </a:ext>
                  </a:extLst>
                </p14:cNvPr>
                <p14:cNvContentPartPr/>
                <p14:nvPr/>
              </p14:nvContentPartPr>
              <p14:xfrm>
                <a:off x="4679667" y="5499800"/>
                <a:ext cx="270360" cy="29160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8950A89C-5BB4-3A84-82D8-8BF5653DBC20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4673547" y="5493680"/>
                  <a:ext cx="28260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DAD88F6A-55C6-73F9-7467-17DE9BF5C1BA}"/>
                    </a:ext>
                  </a:extLst>
                </p14:cNvPr>
                <p14:cNvContentPartPr/>
                <p14:nvPr/>
              </p14:nvContentPartPr>
              <p14:xfrm>
                <a:off x="4813227" y="5490440"/>
                <a:ext cx="10440" cy="2052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DAD88F6A-55C6-73F9-7467-17DE9BF5C1BA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4807107" y="5484320"/>
                  <a:ext cx="226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042A13C3-A1FB-A69C-24F4-396E435C163A}"/>
                    </a:ext>
                  </a:extLst>
                </p14:cNvPr>
                <p14:cNvContentPartPr/>
                <p14:nvPr/>
              </p14:nvContentPartPr>
              <p14:xfrm>
                <a:off x="4897467" y="5431760"/>
                <a:ext cx="14760" cy="864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042A13C3-A1FB-A69C-24F4-396E435C163A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4891347" y="5425640"/>
                  <a:ext cx="2700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1FB93205-6AC8-D137-8BEA-3751BE5FBE40}"/>
                    </a:ext>
                  </a:extLst>
                </p14:cNvPr>
                <p14:cNvContentPartPr/>
                <p14:nvPr/>
              </p14:nvContentPartPr>
              <p14:xfrm>
                <a:off x="4620267" y="5536880"/>
                <a:ext cx="117000" cy="12564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1FB93205-6AC8-D137-8BEA-3751BE5FBE40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4614147" y="5530760"/>
                  <a:ext cx="12924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BA26D3AA-3525-9A26-2020-7EDA63A61300}"/>
                    </a:ext>
                  </a:extLst>
                </p14:cNvPr>
                <p14:cNvContentPartPr/>
                <p14:nvPr/>
              </p14:nvContentPartPr>
              <p14:xfrm>
                <a:off x="4190787" y="5462360"/>
                <a:ext cx="382680" cy="16236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BA26D3AA-3525-9A26-2020-7EDA63A61300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4184667" y="5456240"/>
                  <a:ext cx="39492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C66CD065-28CE-9B37-AC68-5E0BC2CA81D4}"/>
                    </a:ext>
                  </a:extLst>
                </p14:cNvPr>
                <p14:cNvContentPartPr/>
                <p14:nvPr/>
              </p14:nvContentPartPr>
              <p14:xfrm>
                <a:off x="4437387" y="5711120"/>
                <a:ext cx="21600" cy="3168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C66CD065-28CE-9B37-AC68-5E0BC2CA81D4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4431267" y="5705000"/>
                  <a:ext cx="338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19FC213B-FA7B-EE72-BE1C-73BEC347ED1A}"/>
                    </a:ext>
                  </a:extLst>
                </p14:cNvPr>
                <p14:cNvContentPartPr/>
                <p14:nvPr/>
              </p14:nvContentPartPr>
              <p14:xfrm>
                <a:off x="4485267" y="5725160"/>
                <a:ext cx="24120" cy="972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19FC213B-FA7B-EE72-BE1C-73BEC347ED1A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4479147" y="5719040"/>
                  <a:ext cx="3636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5DE72DB0-A13C-4BAC-D974-0DD9B1AACE00}"/>
                    </a:ext>
                  </a:extLst>
                </p14:cNvPr>
                <p14:cNvContentPartPr/>
                <p14:nvPr/>
              </p14:nvContentPartPr>
              <p14:xfrm>
                <a:off x="4508667" y="5207480"/>
                <a:ext cx="229680" cy="18720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5DE72DB0-A13C-4BAC-D974-0DD9B1AACE00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4502547" y="5201360"/>
                  <a:ext cx="241920" cy="19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7" name="Group 316">
            <a:extLst>
              <a:ext uri="{FF2B5EF4-FFF2-40B4-BE49-F238E27FC236}">
                <a16:creationId xmlns:a16="http://schemas.microsoft.com/office/drawing/2014/main" id="{C91F24EC-13B3-50C1-6A8F-286BE7446764}"/>
              </a:ext>
            </a:extLst>
          </p:cNvPr>
          <p:cNvGrpSpPr/>
          <p:nvPr/>
        </p:nvGrpSpPr>
        <p:grpSpPr>
          <a:xfrm>
            <a:off x="3589947" y="5387480"/>
            <a:ext cx="478800" cy="254520"/>
            <a:chOff x="3589947" y="5387480"/>
            <a:chExt cx="478800" cy="25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0A585ECD-013F-2A09-B947-4DA288911BB4}"/>
                    </a:ext>
                  </a:extLst>
                </p14:cNvPr>
                <p14:cNvContentPartPr/>
                <p14:nvPr/>
              </p14:nvContentPartPr>
              <p14:xfrm>
                <a:off x="3831147" y="5387480"/>
                <a:ext cx="237600" cy="22860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0A585ECD-013F-2A09-B947-4DA288911BB4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3825027" y="5381360"/>
                  <a:ext cx="24984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2F56FC0D-C02D-2436-FD95-B33AA51D5C86}"/>
                    </a:ext>
                  </a:extLst>
                </p14:cNvPr>
                <p14:cNvContentPartPr/>
                <p14:nvPr/>
              </p14:nvContentPartPr>
              <p14:xfrm>
                <a:off x="3924387" y="5421680"/>
                <a:ext cx="7560" cy="2484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2F56FC0D-C02D-2436-FD95-B33AA51D5C86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3918267" y="5415560"/>
                  <a:ext cx="198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6F87A7E5-E011-9E2E-6A28-C2432921BEAD}"/>
                    </a:ext>
                  </a:extLst>
                </p14:cNvPr>
                <p14:cNvContentPartPr/>
                <p14:nvPr/>
              </p14:nvContentPartPr>
              <p14:xfrm>
                <a:off x="3589947" y="5537600"/>
                <a:ext cx="169920" cy="10440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6F87A7E5-E011-9E2E-6A28-C2432921BEAD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3583827" y="5531480"/>
                  <a:ext cx="18216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A9E0AC3F-A2E9-E943-AA3B-2908DAE76B28}"/>
                    </a:ext>
                  </a:extLst>
                </p14:cNvPr>
                <p14:cNvContentPartPr/>
                <p14:nvPr/>
              </p14:nvContentPartPr>
              <p14:xfrm>
                <a:off x="3698667" y="5440040"/>
                <a:ext cx="11520" cy="1116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A9E0AC3F-A2E9-E943-AA3B-2908DAE76B28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3692547" y="5433920"/>
                  <a:ext cx="237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569AEC63-71B9-AD5E-2725-DF4D4FEF89A0}"/>
                    </a:ext>
                  </a:extLst>
                </p14:cNvPr>
                <p14:cNvContentPartPr/>
                <p14:nvPr/>
              </p14:nvContentPartPr>
              <p14:xfrm>
                <a:off x="3708027" y="5445800"/>
                <a:ext cx="8640" cy="792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569AEC63-71B9-AD5E-2725-DF4D4FEF89A0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3701907" y="5439680"/>
                  <a:ext cx="20880" cy="20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34">
            <p14:nvContentPartPr>
              <p14:cNvPr id="318" name="Ink 317">
                <a:extLst>
                  <a:ext uri="{FF2B5EF4-FFF2-40B4-BE49-F238E27FC236}">
                    <a16:creationId xmlns:a16="http://schemas.microsoft.com/office/drawing/2014/main" id="{F31AE814-A614-EF2E-431F-6F9FFD36A27C}"/>
                  </a:ext>
                </a:extLst>
              </p14:cNvPr>
              <p14:cNvContentPartPr/>
              <p14:nvPr/>
            </p14:nvContentPartPr>
            <p14:xfrm>
              <a:off x="8238267" y="4951160"/>
              <a:ext cx="192600" cy="11160"/>
            </p14:xfrm>
          </p:contentPart>
        </mc:Choice>
        <mc:Fallback xmlns="">
          <p:pic>
            <p:nvPicPr>
              <p:cNvPr id="318" name="Ink 317">
                <a:extLst>
                  <a:ext uri="{FF2B5EF4-FFF2-40B4-BE49-F238E27FC236}">
                    <a16:creationId xmlns:a16="http://schemas.microsoft.com/office/drawing/2014/main" id="{F31AE814-A614-EF2E-431F-6F9FFD36A27C}"/>
                  </a:ext>
                </a:extLst>
              </p:cNvPr>
              <p:cNvPicPr/>
              <p:nvPr/>
            </p:nvPicPr>
            <p:blipFill>
              <a:blip r:embed="rId435"/>
              <a:stretch>
                <a:fillRect/>
              </a:stretch>
            </p:blipFill>
            <p:spPr>
              <a:xfrm>
                <a:off x="8232147" y="4945040"/>
                <a:ext cx="204840" cy="23400"/>
              </a:xfrm>
              <a:prstGeom prst="rect">
                <a:avLst/>
              </a:prstGeom>
            </p:spPr>
          </p:pic>
        </mc:Fallback>
      </mc:AlternateContent>
      <p:grpSp>
        <p:nvGrpSpPr>
          <p:cNvPr id="335" name="Group 334">
            <a:extLst>
              <a:ext uri="{FF2B5EF4-FFF2-40B4-BE49-F238E27FC236}">
                <a16:creationId xmlns:a16="http://schemas.microsoft.com/office/drawing/2014/main" id="{41B2801A-1F3E-E328-FBC4-1D8784D4042A}"/>
              </a:ext>
            </a:extLst>
          </p:cNvPr>
          <p:cNvGrpSpPr/>
          <p:nvPr/>
        </p:nvGrpSpPr>
        <p:grpSpPr>
          <a:xfrm>
            <a:off x="1133307" y="5301440"/>
            <a:ext cx="2288160" cy="421560"/>
            <a:chOff x="1133307" y="5301440"/>
            <a:chExt cx="2288160" cy="42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842D4446-CEFA-F5C4-75C2-78CE97F2C237}"/>
                    </a:ext>
                  </a:extLst>
                </p14:cNvPr>
                <p14:cNvContentPartPr/>
                <p14:nvPr/>
              </p14:nvContentPartPr>
              <p14:xfrm>
                <a:off x="3391587" y="5437880"/>
                <a:ext cx="29880" cy="18324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842D4446-CEFA-F5C4-75C2-78CE97F2C237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3385467" y="5431760"/>
                  <a:ext cx="4212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1902CFAF-7A42-73AC-F698-63E38485950E}"/>
                    </a:ext>
                  </a:extLst>
                </p14:cNvPr>
                <p14:cNvContentPartPr/>
                <p14:nvPr/>
              </p14:nvContentPartPr>
              <p14:xfrm>
                <a:off x="2822427" y="5543000"/>
                <a:ext cx="519840" cy="8748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1902CFAF-7A42-73AC-F698-63E38485950E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2816307" y="5536880"/>
                  <a:ext cx="53208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61605FE5-8365-B361-080C-0CE97C40CD11}"/>
                    </a:ext>
                  </a:extLst>
                </p14:cNvPr>
                <p14:cNvContentPartPr/>
                <p14:nvPr/>
              </p14:nvContentPartPr>
              <p14:xfrm>
                <a:off x="2957067" y="5458040"/>
                <a:ext cx="15480" cy="1944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61605FE5-8365-B361-080C-0CE97C40CD11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2950947" y="5451920"/>
                  <a:ext cx="277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A4D2BEC3-AFF8-0B19-5C7D-FBA42E2D14BD}"/>
                    </a:ext>
                  </a:extLst>
                </p14:cNvPr>
                <p14:cNvContentPartPr/>
                <p14:nvPr/>
              </p14:nvContentPartPr>
              <p14:xfrm>
                <a:off x="3040227" y="5442560"/>
                <a:ext cx="20880" cy="1692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A4D2BEC3-AFF8-0B19-5C7D-FBA42E2D14BD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3034107" y="5436440"/>
                  <a:ext cx="331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C0FE1CBA-A09A-5D9F-4198-CD251EDF9B4A}"/>
                    </a:ext>
                  </a:extLst>
                </p14:cNvPr>
                <p14:cNvContentPartPr/>
                <p14:nvPr/>
              </p14:nvContentPartPr>
              <p14:xfrm>
                <a:off x="2720907" y="5539400"/>
                <a:ext cx="12240" cy="1440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C0FE1CBA-A09A-5D9F-4198-CD251EDF9B4A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2714787" y="5533280"/>
                  <a:ext cx="244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98ED1EB2-712F-0DE0-419A-A18499C544C2}"/>
                    </a:ext>
                  </a:extLst>
                </p14:cNvPr>
                <p14:cNvContentPartPr/>
                <p14:nvPr/>
              </p14:nvContentPartPr>
              <p14:xfrm>
                <a:off x="2466747" y="5451920"/>
                <a:ext cx="48240" cy="18108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98ED1EB2-712F-0DE0-419A-A18499C544C2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2460627" y="5445800"/>
                  <a:ext cx="6048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AFBC32C1-443E-97B7-61A9-1E382F211E54}"/>
                    </a:ext>
                  </a:extLst>
                </p14:cNvPr>
                <p14:cNvContentPartPr/>
                <p14:nvPr/>
              </p14:nvContentPartPr>
              <p14:xfrm>
                <a:off x="2431827" y="5301440"/>
                <a:ext cx="259920" cy="11520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AFBC32C1-443E-97B7-61A9-1E382F211E54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2425707" y="5295320"/>
                  <a:ext cx="27216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95CAE379-9674-A287-20F9-2021ACB4B972}"/>
                    </a:ext>
                  </a:extLst>
                </p14:cNvPr>
                <p14:cNvContentPartPr/>
                <p14:nvPr/>
              </p14:nvContentPartPr>
              <p14:xfrm>
                <a:off x="2169027" y="5352200"/>
                <a:ext cx="210600" cy="33408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95CAE379-9674-A287-20F9-2021ACB4B972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2162907" y="5346080"/>
                  <a:ext cx="22284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AE03A7D6-EFE4-DE19-C5EF-E4472B232ABF}"/>
                    </a:ext>
                  </a:extLst>
                </p14:cNvPr>
                <p14:cNvContentPartPr/>
                <p14:nvPr/>
              </p14:nvContentPartPr>
              <p14:xfrm>
                <a:off x="2275587" y="5356880"/>
                <a:ext cx="17640" cy="2556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AE03A7D6-EFE4-DE19-C5EF-E4472B232ABF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2269467" y="5350760"/>
                  <a:ext cx="2988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F77139F3-BECF-0B37-40E7-D0D752F2BE93}"/>
                    </a:ext>
                  </a:extLst>
                </p14:cNvPr>
                <p14:cNvContentPartPr/>
                <p14:nvPr/>
              </p14:nvContentPartPr>
              <p14:xfrm>
                <a:off x="1607787" y="5448680"/>
                <a:ext cx="437400" cy="27432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F77139F3-BECF-0B37-40E7-D0D752F2BE93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1601667" y="5442560"/>
                  <a:ext cx="44964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B395ADC1-7D7E-52C0-5F8D-8ACC9CE7E2FD}"/>
                    </a:ext>
                  </a:extLst>
                </p14:cNvPr>
                <p14:cNvContentPartPr/>
                <p14:nvPr/>
              </p14:nvContentPartPr>
              <p14:xfrm>
                <a:off x="1479627" y="5529320"/>
                <a:ext cx="171000" cy="15372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B395ADC1-7D7E-52C0-5F8D-8ACC9CE7E2FD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1473507" y="5523200"/>
                  <a:ext cx="1832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1006EBA0-2078-872B-8773-AF7511F47F43}"/>
                    </a:ext>
                  </a:extLst>
                </p14:cNvPr>
                <p14:cNvContentPartPr/>
                <p14:nvPr/>
              </p14:nvContentPartPr>
              <p14:xfrm>
                <a:off x="1271547" y="5509520"/>
                <a:ext cx="213120" cy="17208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1006EBA0-2078-872B-8773-AF7511F47F43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1265427" y="5503400"/>
                  <a:ext cx="22536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30368CCC-9C4F-3FE9-9074-8588DDE5EBD2}"/>
                    </a:ext>
                  </a:extLst>
                </p14:cNvPr>
                <p14:cNvContentPartPr/>
                <p14:nvPr/>
              </p14:nvContentPartPr>
              <p14:xfrm>
                <a:off x="1133307" y="5553800"/>
                <a:ext cx="168840" cy="14256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30368CCC-9C4F-3FE9-9074-8588DDE5EBD2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1127187" y="5547680"/>
                  <a:ext cx="1810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16661B22-D24E-1CDA-150F-2045A7128A46}"/>
                    </a:ext>
                  </a:extLst>
                </p14:cNvPr>
                <p14:cNvContentPartPr/>
                <p14:nvPr/>
              </p14:nvContentPartPr>
              <p14:xfrm>
                <a:off x="1254267" y="5423480"/>
                <a:ext cx="25560" cy="3348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16661B22-D24E-1CDA-150F-2045A7128A46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1248147" y="5417360"/>
                  <a:ext cx="37800" cy="4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1" name="Group 340">
            <a:extLst>
              <a:ext uri="{FF2B5EF4-FFF2-40B4-BE49-F238E27FC236}">
                <a16:creationId xmlns:a16="http://schemas.microsoft.com/office/drawing/2014/main" id="{56A4B2C3-58E9-1385-AA9B-824106F985B5}"/>
              </a:ext>
            </a:extLst>
          </p:cNvPr>
          <p:cNvGrpSpPr/>
          <p:nvPr/>
        </p:nvGrpSpPr>
        <p:grpSpPr>
          <a:xfrm>
            <a:off x="100467" y="5314040"/>
            <a:ext cx="949680" cy="360000"/>
            <a:chOff x="100467" y="5314040"/>
            <a:chExt cx="949680" cy="36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A0ACEB61-9F6F-4157-DC73-CB7B5A57E886}"/>
                    </a:ext>
                  </a:extLst>
                </p14:cNvPr>
                <p14:cNvContentPartPr/>
                <p14:nvPr/>
              </p14:nvContentPartPr>
              <p14:xfrm>
                <a:off x="864387" y="5435000"/>
                <a:ext cx="185760" cy="11988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A0ACEB61-9F6F-4157-DC73-CB7B5A57E886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858267" y="5428880"/>
                  <a:ext cx="19800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786BF356-F7A8-8C42-0222-7175A7014B5B}"/>
                    </a:ext>
                  </a:extLst>
                </p14:cNvPr>
                <p14:cNvContentPartPr/>
                <p14:nvPr/>
              </p14:nvContentPartPr>
              <p14:xfrm>
                <a:off x="985707" y="5608160"/>
                <a:ext cx="17280" cy="1728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786BF356-F7A8-8C42-0222-7175A7014B5B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979587" y="5602040"/>
                  <a:ext cx="295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5459A9C3-593A-5787-D307-0D2ED622E617}"/>
                    </a:ext>
                  </a:extLst>
                </p14:cNvPr>
                <p14:cNvContentPartPr/>
                <p14:nvPr/>
              </p14:nvContentPartPr>
              <p14:xfrm>
                <a:off x="509427" y="5482520"/>
                <a:ext cx="252360" cy="13068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5459A9C3-593A-5787-D307-0D2ED622E617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503307" y="5476400"/>
                  <a:ext cx="26460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5E7B4B58-2CEF-DCAE-4504-E891334EE1AC}"/>
                    </a:ext>
                  </a:extLst>
                </p14:cNvPr>
                <p14:cNvContentPartPr/>
                <p14:nvPr/>
              </p14:nvContentPartPr>
              <p14:xfrm>
                <a:off x="316467" y="5536880"/>
                <a:ext cx="185400" cy="13716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5E7B4B58-2CEF-DCAE-4504-E891334EE1AC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310347" y="5530760"/>
                  <a:ext cx="19764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3778687F-87D1-6AB0-6089-3317BFAE174D}"/>
                    </a:ext>
                  </a:extLst>
                </p14:cNvPr>
                <p14:cNvContentPartPr/>
                <p14:nvPr/>
              </p14:nvContentPartPr>
              <p14:xfrm>
                <a:off x="100467" y="5314040"/>
                <a:ext cx="361440" cy="18504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3778687F-87D1-6AB0-6089-3317BFAE174D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94347" y="5307920"/>
                  <a:ext cx="373680" cy="19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8" name="Group 347">
            <a:extLst>
              <a:ext uri="{FF2B5EF4-FFF2-40B4-BE49-F238E27FC236}">
                <a16:creationId xmlns:a16="http://schemas.microsoft.com/office/drawing/2014/main" id="{90C446E6-DCFA-DB12-5AA3-D6F9B815349F}"/>
              </a:ext>
            </a:extLst>
          </p:cNvPr>
          <p:cNvGrpSpPr/>
          <p:nvPr/>
        </p:nvGrpSpPr>
        <p:grpSpPr>
          <a:xfrm>
            <a:off x="6590907" y="5246720"/>
            <a:ext cx="4173840" cy="775080"/>
            <a:chOff x="6590907" y="5246720"/>
            <a:chExt cx="4173840" cy="77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B3EF12C9-1802-DF80-A067-6F0DE769AD59}"/>
                    </a:ext>
                  </a:extLst>
                </p14:cNvPr>
                <p14:cNvContentPartPr/>
                <p14:nvPr/>
              </p14:nvContentPartPr>
              <p14:xfrm>
                <a:off x="10648467" y="5566760"/>
                <a:ext cx="116280" cy="1476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B3EF12C9-1802-DF80-A067-6F0DE769AD59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10642347" y="5560640"/>
                  <a:ext cx="1285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B2297D37-6EF9-2AF7-785F-4EBED710926B}"/>
                    </a:ext>
                  </a:extLst>
                </p14:cNvPr>
                <p14:cNvContentPartPr/>
                <p14:nvPr/>
              </p14:nvContentPartPr>
              <p14:xfrm>
                <a:off x="10163907" y="5511320"/>
                <a:ext cx="346680" cy="20664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B2297D37-6EF9-2AF7-785F-4EBED710926B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10157787" y="5505200"/>
                  <a:ext cx="35892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2F588CD0-EAE6-9432-D965-27AC1A66D457}"/>
                    </a:ext>
                  </a:extLst>
                </p14:cNvPr>
                <p14:cNvContentPartPr/>
                <p14:nvPr/>
              </p14:nvContentPartPr>
              <p14:xfrm>
                <a:off x="9904347" y="5485040"/>
                <a:ext cx="285480" cy="33480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2F588CD0-EAE6-9432-D965-27AC1A66D457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9898227" y="5478920"/>
                  <a:ext cx="29772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943AC849-2874-9A24-E619-0262ED8084B0}"/>
                    </a:ext>
                  </a:extLst>
                </p14:cNvPr>
                <p14:cNvContentPartPr/>
                <p14:nvPr/>
              </p14:nvContentPartPr>
              <p14:xfrm>
                <a:off x="10043667" y="5706800"/>
                <a:ext cx="16200" cy="2844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943AC849-2874-9A24-E619-0262ED8084B0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10037547" y="5700680"/>
                  <a:ext cx="284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60CC023A-6258-AC93-211B-377ED367CE12}"/>
                    </a:ext>
                  </a:extLst>
                </p14:cNvPr>
                <p14:cNvContentPartPr/>
                <p14:nvPr/>
              </p14:nvContentPartPr>
              <p14:xfrm>
                <a:off x="10107027" y="5707520"/>
                <a:ext cx="15480" cy="3060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60CC023A-6258-AC93-211B-377ED367CE12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10100907" y="5701400"/>
                  <a:ext cx="277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E2359CFE-F4CE-3FB5-E760-F0FE4A84A012}"/>
                    </a:ext>
                  </a:extLst>
                </p14:cNvPr>
                <p14:cNvContentPartPr/>
                <p14:nvPr/>
              </p14:nvContentPartPr>
              <p14:xfrm>
                <a:off x="9483147" y="5471000"/>
                <a:ext cx="334080" cy="14544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E2359CFE-F4CE-3FB5-E760-F0FE4A84A012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9477027" y="5464880"/>
                  <a:ext cx="34632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0265262D-3D67-AFC2-6891-2FADBAAB51FB}"/>
                    </a:ext>
                  </a:extLst>
                </p14:cNvPr>
                <p14:cNvContentPartPr/>
                <p14:nvPr/>
              </p14:nvContentPartPr>
              <p14:xfrm>
                <a:off x="9663147" y="5698520"/>
                <a:ext cx="55800" cy="1944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0265262D-3D67-AFC2-6891-2FADBAAB51FB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9657027" y="5692400"/>
                  <a:ext cx="680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B2253D10-1CFC-13B5-DBB8-F6642AA1041D}"/>
                    </a:ext>
                  </a:extLst>
                </p14:cNvPr>
                <p14:cNvContentPartPr/>
                <p14:nvPr/>
              </p14:nvContentPartPr>
              <p14:xfrm>
                <a:off x="9751347" y="5685920"/>
                <a:ext cx="15480" cy="1548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B2253D10-1CFC-13B5-DBB8-F6642AA1041D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9745227" y="5679800"/>
                  <a:ext cx="277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B4FEDBF2-0603-F5CE-CE75-4EBC5A6E6568}"/>
                    </a:ext>
                  </a:extLst>
                </p14:cNvPr>
                <p14:cNvContentPartPr/>
                <p14:nvPr/>
              </p14:nvContentPartPr>
              <p14:xfrm>
                <a:off x="9672867" y="5246720"/>
                <a:ext cx="312480" cy="17640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B4FEDBF2-0603-F5CE-CE75-4EBC5A6E6568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9666747" y="5240600"/>
                  <a:ext cx="32472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4743C035-091D-C3DF-13F7-BB7A75DEFE33}"/>
                    </a:ext>
                  </a:extLst>
                </p14:cNvPr>
                <p14:cNvContentPartPr/>
                <p14:nvPr/>
              </p14:nvContentPartPr>
              <p14:xfrm>
                <a:off x="9113427" y="5507360"/>
                <a:ext cx="227160" cy="24444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4743C035-091D-C3DF-13F7-BB7A75DEFE33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9107307" y="5501240"/>
                  <a:ext cx="23940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8AF6B63A-6C96-7F5E-EDC6-B08B3938743D}"/>
                    </a:ext>
                  </a:extLst>
                </p14:cNvPr>
                <p14:cNvContentPartPr/>
                <p14:nvPr/>
              </p14:nvContentPartPr>
              <p14:xfrm>
                <a:off x="9272907" y="5702480"/>
                <a:ext cx="21240" cy="792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8AF6B63A-6C96-7F5E-EDC6-B08B3938743D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9266787" y="5696360"/>
                  <a:ext cx="3348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5A94BEA7-04F8-AD8D-4293-24FCF0841706}"/>
                    </a:ext>
                  </a:extLst>
                </p14:cNvPr>
                <p14:cNvContentPartPr/>
                <p14:nvPr/>
              </p14:nvContentPartPr>
              <p14:xfrm>
                <a:off x="9151587" y="5377760"/>
                <a:ext cx="38160" cy="22068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5A94BEA7-04F8-AD8D-4293-24FCF0841706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9145467" y="5371640"/>
                  <a:ext cx="5040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B788D036-B6C4-91D1-33E2-E8F36C73D9FE}"/>
                    </a:ext>
                  </a:extLst>
                </p14:cNvPr>
                <p14:cNvContentPartPr/>
                <p14:nvPr/>
              </p14:nvContentPartPr>
              <p14:xfrm>
                <a:off x="9021627" y="5520680"/>
                <a:ext cx="69840" cy="11988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B788D036-B6C4-91D1-33E2-E8F36C73D9FE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9015507" y="5514560"/>
                  <a:ext cx="820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BAC09B72-4E9E-F64A-7589-123EACCEC962}"/>
                    </a:ext>
                  </a:extLst>
                </p14:cNvPr>
                <p14:cNvContentPartPr/>
                <p14:nvPr/>
              </p14:nvContentPartPr>
              <p14:xfrm>
                <a:off x="8792307" y="5589080"/>
                <a:ext cx="218160" cy="14256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BAC09B72-4E9E-F64A-7589-123EACCEC962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8786187" y="5582960"/>
                  <a:ext cx="23040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26430FD9-4580-71C4-0F23-D9A52C8DA52F}"/>
                    </a:ext>
                  </a:extLst>
                </p14:cNvPr>
                <p14:cNvContentPartPr/>
                <p14:nvPr/>
              </p14:nvContentPartPr>
              <p14:xfrm>
                <a:off x="8504667" y="5562440"/>
                <a:ext cx="231480" cy="16308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26430FD9-4580-71C4-0F23-D9A52C8DA52F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8498547" y="5556320"/>
                  <a:ext cx="24372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06DFB136-07F1-FBBA-FC1B-A56C4AA57EE7}"/>
                    </a:ext>
                  </a:extLst>
                </p14:cNvPr>
                <p14:cNvContentPartPr/>
                <p14:nvPr/>
              </p14:nvContentPartPr>
              <p14:xfrm>
                <a:off x="8389467" y="5525360"/>
                <a:ext cx="117000" cy="12420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06DFB136-07F1-FBBA-FC1B-A56C4AA57EE7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8383347" y="5519240"/>
                  <a:ext cx="12924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2C8806B0-F05E-8709-952B-B7A6595E6838}"/>
                    </a:ext>
                  </a:extLst>
                </p14:cNvPr>
                <p14:cNvContentPartPr/>
                <p14:nvPr/>
              </p14:nvContentPartPr>
              <p14:xfrm>
                <a:off x="7988787" y="5559200"/>
                <a:ext cx="377640" cy="18900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2C8806B0-F05E-8709-952B-B7A6595E6838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7982667" y="5553080"/>
                  <a:ext cx="38988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BB960A80-9FAD-8CA9-FF97-8753AC89EF74}"/>
                    </a:ext>
                  </a:extLst>
                </p14:cNvPr>
                <p14:cNvContentPartPr/>
                <p14:nvPr/>
              </p14:nvContentPartPr>
              <p14:xfrm>
                <a:off x="7746147" y="5524640"/>
                <a:ext cx="384480" cy="21672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BB960A80-9FAD-8CA9-FF97-8753AC89EF74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7740027" y="5518520"/>
                  <a:ext cx="39672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08A1133E-0C19-8931-C922-983234E047D2}"/>
                    </a:ext>
                  </a:extLst>
                </p14:cNvPr>
                <p14:cNvContentPartPr/>
                <p14:nvPr/>
              </p14:nvContentPartPr>
              <p14:xfrm>
                <a:off x="7950627" y="5406560"/>
                <a:ext cx="23040" cy="2304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08A1133E-0C19-8931-C922-983234E047D2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7944507" y="5400440"/>
                  <a:ext cx="3528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4AB101C1-EDAC-6139-0FCE-0713E5262347}"/>
                    </a:ext>
                  </a:extLst>
                </p14:cNvPr>
                <p14:cNvContentPartPr/>
                <p14:nvPr/>
              </p14:nvContentPartPr>
              <p14:xfrm>
                <a:off x="7767387" y="5433920"/>
                <a:ext cx="12600" cy="16704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4AB101C1-EDAC-6139-0FCE-0713E5262347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7761267" y="5427800"/>
                  <a:ext cx="2484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CACBEDF8-A514-44B7-35CA-072371C72CDE}"/>
                    </a:ext>
                  </a:extLst>
                </p14:cNvPr>
                <p14:cNvContentPartPr/>
                <p14:nvPr/>
              </p14:nvContentPartPr>
              <p14:xfrm>
                <a:off x="7271307" y="5508440"/>
                <a:ext cx="407160" cy="27504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CACBEDF8-A514-44B7-35CA-072371C72CDE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7265187" y="5502320"/>
                  <a:ext cx="41940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59145B70-33C3-C25E-FCC6-BE41B08D8078}"/>
                    </a:ext>
                  </a:extLst>
                </p14:cNvPr>
                <p14:cNvContentPartPr/>
                <p14:nvPr/>
              </p14:nvContentPartPr>
              <p14:xfrm>
                <a:off x="7125507" y="5541200"/>
                <a:ext cx="106200" cy="15048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59145B70-33C3-C25E-FCC6-BE41B08D8078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7119387" y="5535080"/>
                  <a:ext cx="11844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1410E90C-2B96-D146-A45D-C4E1F2A16C09}"/>
                    </a:ext>
                  </a:extLst>
                </p14:cNvPr>
                <p14:cNvContentPartPr/>
                <p14:nvPr/>
              </p14:nvContentPartPr>
              <p14:xfrm>
                <a:off x="7031187" y="5455520"/>
                <a:ext cx="36720" cy="21492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1410E90C-2B96-D146-A45D-C4E1F2A16C09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7025067" y="5449400"/>
                  <a:ext cx="4896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6B5971A3-36A7-7F83-0191-792F681B31DC}"/>
                    </a:ext>
                  </a:extLst>
                </p14:cNvPr>
                <p14:cNvContentPartPr/>
                <p14:nvPr/>
              </p14:nvContentPartPr>
              <p14:xfrm>
                <a:off x="6862707" y="5609600"/>
                <a:ext cx="123120" cy="14436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6B5971A3-36A7-7F83-0191-792F681B31DC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6856587" y="5603480"/>
                  <a:ext cx="1353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690DAB95-C3FC-923E-C7B8-64B04BB4C945}"/>
                    </a:ext>
                  </a:extLst>
                </p14:cNvPr>
                <p14:cNvContentPartPr/>
                <p14:nvPr/>
              </p14:nvContentPartPr>
              <p14:xfrm>
                <a:off x="6726987" y="5539400"/>
                <a:ext cx="142920" cy="14004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690DAB95-C3FC-923E-C7B8-64B04BB4C945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6720867" y="5533280"/>
                  <a:ext cx="15516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2A0DF829-3D05-271C-980B-ED03306AC86A}"/>
                    </a:ext>
                  </a:extLst>
                </p14:cNvPr>
                <p14:cNvContentPartPr/>
                <p14:nvPr/>
              </p14:nvContentPartPr>
              <p14:xfrm>
                <a:off x="6590907" y="5601680"/>
                <a:ext cx="18360" cy="2772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2A0DF829-3D05-271C-980B-ED03306AC86A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6584787" y="5595560"/>
                  <a:ext cx="306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CB450E2B-288C-43C8-FA65-14C3CFB3D769}"/>
                    </a:ext>
                  </a:extLst>
                </p14:cNvPr>
                <p14:cNvContentPartPr/>
                <p14:nvPr/>
              </p14:nvContentPartPr>
              <p14:xfrm>
                <a:off x="10028187" y="5864120"/>
                <a:ext cx="279000" cy="14076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CB450E2B-288C-43C8-FA65-14C3CFB3D769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10022067" y="5858000"/>
                  <a:ext cx="2912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480E3975-7D1F-4A32-956F-198BB5599D3D}"/>
                    </a:ext>
                  </a:extLst>
                </p14:cNvPr>
                <p14:cNvContentPartPr/>
                <p14:nvPr/>
              </p14:nvContentPartPr>
              <p14:xfrm>
                <a:off x="9782667" y="5924600"/>
                <a:ext cx="171360" cy="9720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480E3975-7D1F-4A32-956F-198BB5599D3D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9776547" y="5918480"/>
                  <a:ext cx="1836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3599B57B-4DF1-78B6-B844-0DC8E248DBCC}"/>
                    </a:ext>
                  </a:extLst>
                </p14:cNvPr>
                <p14:cNvContentPartPr/>
                <p14:nvPr/>
              </p14:nvContentPartPr>
              <p14:xfrm>
                <a:off x="9604827" y="5887160"/>
                <a:ext cx="231120" cy="12636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3599B57B-4DF1-78B6-B844-0DC8E248DBCC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9598707" y="5881040"/>
                  <a:ext cx="24336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B1CDAD7A-A5F4-09AF-BBE0-14C8D7D238FE}"/>
                    </a:ext>
                  </a:extLst>
                </p14:cNvPr>
                <p14:cNvContentPartPr/>
                <p14:nvPr/>
              </p14:nvContentPartPr>
              <p14:xfrm>
                <a:off x="9368307" y="5834960"/>
                <a:ext cx="250200" cy="15120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B1CDAD7A-A5F4-09AF-BBE0-14C8D7D238FE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9362187" y="5828840"/>
                  <a:ext cx="26244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79794855-C03A-80B7-215C-ABFD2C36F815}"/>
                    </a:ext>
                  </a:extLst>
                </p14:cNvPr>
                <p14:cNvContentPartPr/>
                <p14:nvPr/>
              </p14:nvContentPartPr>
              <p14:xfrm>
                <a:off x="9537147" y="5792480"/>
                <a:ext cx="23040" cy="1224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79794855-C03A-80B7-215C-ABFD2C36F815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9531027" y="5786360"/>
                  <a:ext cx="352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FD9BE775-9D46-5E67-628E-EBC2C7908180}"/>
                    </a:ext>
                  </a:extLst>
                </p14:cNvPr>
                <p14:cNvContentPartPr/>
                <p14:nvPr/>
              </p14:nvContentPartPr>
              <p14:xfrm>
                <a:off x="9270027" y="5881400"/>
                <a:ext cx="30240" cy="2340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FD9BE775-9D46-5E67-628E-EBC2C7908180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9263907" y="5875280"/>
                  <a:ext cx="42480" cy="35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38">
            <p14:nvContentPartPr>
              <p14:cNvPr id="349" name="Ink 348">
                <a:extLst>
                  <a:ext uri="{FF2B5EF4-FFF2-40B4-BE49-F238E27FC236}">
                    <a16:creationId xmlns:a16="http://schemas.microsoft.com/office/drawing/2014/main" id="{E3835A7B-C1C1-53B9-0B92-1211D1BE5173}"/>
                  </a:ext>
                </a:extLst>
              </p14:cNvPr>
              <p14:cNvContentPartPr/>
              <p14:nvPr/>
            </p14:nvContentPartPr>
            <p14:xfrm>
              <a:off x="10575747" y="6353360"/>
              <a:ext cx="118440" cy="16920"/>
            </p14:xfrm>
          </p:contentPart>
        </mc:Choice>
        <mc:Fallback xmlns="">
          <p:pic>
            <p:nvPicPr>
              <p:cNvPr id="349" name="Ink 348">
                <a:extLst>
                  <a:ext uri="{FF2B5EF4-FFF2-40B4-BE49-F238E27FC236}">
                    <a16:creationId xmlns:a16="http://schemas.microsoft.com/office/drawing/2014/main" id="{E3835A7B-C1C1-53B9-0B92-1211D1BE5173}"/>
                  </a:ext>
                </a:extLst>
              </p:cNvPr>
              <p:cNvPicPr/>
              <p:nvPr/>
            </p:nvPicPr>
            <p:blipFill>
              <a:blip r:embed="rId539"/>
              <a:stretch>
                <a:fillRect/>
              </a:stretch>
            </p:blipFill>
            <p:spPr>
              <a:xfrm>
                <a:off x="10569627" y="6347240"/>
                <a:ext cx="13068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0">
            <p14:nvContentPartPr>
              <p14:cNvPr id="350" name="Ink 349">
                <a:extLst>
                  <a:ext uri="{FF2B5EF4-FFF2-40B4-BE49-F238E27FC236}">
                    <a16:creationId xmlns:a16="http://schemas.microsoft.com/office/drawing/2014/main" id="{64688039-34A5-2016-8096-EE8786C743E2}"/>
                  </a:ext>
                </a:extLst>
              </p14:cNvPr>
              <p14:cNvContentPartPr/>
              <p14:nvPr/>
            </p14:nvContentPartPr>
            <p14:xfrm>
              <a:off x="9465867" y="5747480"/>
              <a:ext cx="388800" cy="25920"/>
            </p14:xfrm>
          </p:contentPart>
        </mc:Choice>
        <mc:Fallback xmlns="">
          <p:pic>
            <p:nvPicPr>
              <p:cNvPr id="350" name="Ink 349">
                <a:extLst>
                  <a:ext uri="{FF2B5EF4-FFF2-40B4-BE49-F238E27FC236}">
                    <a16:creationId xmlns:a16="http://schemas.microsoft.com/office/drawing/2014/main" id="{64688039-34A5-2016-8096-EE8786C743E2}"/>
                  </a:ext>
                </a:extLst>
              </p:cNvPr>
              <p:cNvPicPr/>
              <p:nvPr/>
            </p:nvPicPr>
            <p:blipFill>
              <a:blip r:embed="rId541"/>
              <a:stretch>
                <a:fillRect/>
              </a:stretch>
            </p:blipFill>
            <p:spPr>
              <a:xfrm>
                <a:off x="9459747" y="5741360"/>
                <a:ext cx="401040" cy="38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82" name="Group 381">
            <a:extLst>
              <a:ext uri="{FF2B5EF4-FFF2-40B4-BE49-F238E27FC236}">
                <a16:creationId xmlns:a16="http://schemas.microsoft.com/office/drawing/2014/main" id="{09C5671D-407A-57C3-BA65-DA229EC8AA0A}"/>
              </a:ext>
            </a:extLst>
          </p:cNvPr>
          <p:cNvGrpSpPr/>
          <p:nvPr/>
        </p:nvGrpSpPr>
        <p:grpSpPr>
          <a:xfrm>
            <a:off x="7137027" y="6139880"/>
            <a:ext cx="504000" cy="352800"/>
            <a:chOff x="7137027" y="6139880"/>
            <a:chExt cx="504000" cy="35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24099BA5-D3D2-8D19-D947-E4B07147599F}"/>
                    </a:ext>
                  </a:extLst>
                </p14:cNvPr>
                <p14:cNvContentPartPr/>
                <p14:nvPr/>
              </p14:nvContentPartPr>
              <p14:xfrm>
                <a:off x="7459587" y="6287120"/>
                <a:ext cx="181440" cy="15156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24099BA5-D3D2-8D19-D947-E4B07147599F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7453467" y="6281000"/>
                  <a:ext cx="19368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1AC10411-2A02-13C6-3F15-04106F053EDC}"/>
                    </a:ext>
                  </a:extLst>
                </p14:cNvPr>
                <p14:cNvContentPartPr/>
                <p14:nvPr/>
              </p14:nvContentPartPr>
              <p14:xfrm>
                <a:off x="7384347" y="6139880"/>
                <a:ext cx="20160" cy="21636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1AC10411-2A02-13C6-3F15-04106F053EDC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7378227" y="6133760"/>
                  <a:ext cx="3240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252C5770-6307-C693-8A22-2F25BA771190}"/>
                    </a:ext>
                  </a:extLst>
                </p14:cNvPr>
                <p14:cNvContentPartPr/>
                <p14:nvPr/>
              </p14:nvContentPartPr>
              <p14:xfrm>
                <a:off x="7137027" y="6327440"/>
                <a:ext cx="181800" cy="16524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252C5770-6307-C693-8A22-2F25BA771190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7130907" y="6321320"/>
                  <a:ext cx="194040" cy="177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48">
            <p14:nvContentPartPr>
              <p14:cNvPr id="383" name="Ink 382">
                <a:extLst>
                  <a:ext uri="{FF2B5EF4-FFF2-40B4-BE49-F238E27FC236}">
                    <a16:creationId xmlns:a16="http://schemas.microsoft.com/office/drawing/2014/main" id="{803F396D-1CE5-E291-E308-2A56AEAC6211}"/>
                  </a:ext>
                </a:extLst>
              </p14:cNvPr>
              <p14:cNvContentPartPr/>
              <p14:nvPr/>
            </p14:nvContentPartPr>
            <p14:xfrm>
              <a:off x="7089147" y="6252560"/>
              <a:ext cx="122040" cy="137160"/>
            </p14:xfrm>
          </p:contentPart>
        </mc:Choice>
        <mc:Fallback xmlns="">
          <p:pic>
            <p:nvPicPr>
              <p:cNvPr id="383" name="Ink 382">
                <a:extLst>
                  <a:ext uri="{FF2B5EF4-FFF2-40B4-BE49-F238E27FC236}">
                    <a16:creationId xmlns:a16="http://schemas.microsoft.com/office/drawing/2014/main" id="{803F396D-1CE5-E291-E308-2A56AEAC6211}"/>
                  </a:ext>
                </a:extLst>
              </p:cNvPr>
              <p:cNvPicPr/>
              <p:nvPr/>
            </p:nvPicPr>
            <p:blipFill>
              <a:blip r:embed="rId549"/>
              <a:stretch>
                <a:fillRect/>
              </a:stretch>
            </p:blipFill>
            <p:spPr>
              <a:xfrm>
                <a:off x="7083027" y="6246440"/>
                <a:ext cx="134280" cy="14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0">
            <p14:nvContentPartPr>
              <p14:cNvPr id="384" name="Ink 383">
                <a:extLst>
                  <a:ext uri="{FF2B5EF4-FFF2-40B4-BE49-F238E27FC236}">
                    <a16:creationId xmlns:a16="http://schemas.microsoft.com/office/drawing/2014/main" id="{D7F68E4F-7739-0388-4315-B8DD417AA5B5}"/>
                  </a:ext>
                </a:extLst>
              </p14:cNvPr>
              <p14:cNvContentPartPr/>
              <p14:nvPr/>
            </p14:nvContentPartPr>
            <p14:xfrm>
              <a:off x="7127667" y="6550280"/>
              <a:ext cx="103320" cy="41400"/>
            </p14:xfrm>
          </p:contentPart>
        </mc:Choice>
        <mc:Fallback xmlns="">
          <p:pic>
            <p:nvPicPr>
              <p:cNvPr id="384" name="Ink 383">
                <a:extLst>
                  <a:ext uri="{FF2B5EF4-FFF2-40B4-BE49-F238E27FC236}">
                    <a16:creationId xmlns:a16="http://schemas.microsoft.com/office/drawing/2014/main" id="{D7F68E4F-7739-0388-4315-B8DD417AA5B5}"/>
                  </a:ext>
                </a:extLst>
              </p:cNvPr>
              <p:cNvPicPr/>
              <p:nvPr/>
            </p:nvPicPr>
            <p:blipFill>
              <a:blip r:embed="rId551"/>
              <a:stretch>
                <a:fillRect/>
              </a:stretch>
            </p:blipFill>
            <p:spPr>
              <a:xfrm>
                <a:off x="7121547" y="6544160"/>
                <a:ext cx="11556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2">
            <p14:nvContentPartPr>
              <p14:cNvPr id="386" name="Ink 385">
                <a:extLst>
                  <a:ext uri="{FF2B5EF4-FFF2-40B4-BE49-F238E27FC236}">
                    <a16:creationId xmlns:a16="http://schemas.microsoft.com/office/drawing/2014/main" id="{48A38494-FC89-9237-E02A-3CF0D6F1C35C}"/>
                  </a:ext>
                </a:extLst>
              </p14:cNvPr>
              <p14:cNvContentPartPr/>
              <p14:nvPr/>
            </p14:nvContentPartPr>
            <p14:xfrm>
              <a:off x="6971427" y="6353000"/>
              <a:ext cx="20160" cy="18720"/>
            </p14:xfrm>
          </p:contentPart>
        </mc:Choice>
        <mc:Fallback xmlns="">
          <p:pic>
            <p:nvPicPr>
              <p:cNvPr id="386" name="Ink 385">
                <a:extLst>
                  <a:ext uri="{FF2B5EF4-FFF2-40B4-BE49-F238E27FC236}">
                    <a16:creationId xmlns:a16="http://schemas.microsoft.com/office/drawing/2014/main" id="{48A38494-FC89-9237-E02A-3CF0D6F1C35C}"/>
                  </a:ext>
                </a:extLst>
              </p:cNvPr>
              <p:cNvPicPr/>
              <p:nvPr/>
            </p:nvPicPr>
            <p:blipFill>
              <a:blip r:embed="rId553"/>
              <a:stretch>
                <a:fillRect/>
              </a:stretch>
            </p:blipFill>
            <p:spPr>
              <a:xfrm>
                <a:off x="6964947" y="6346520"/>
                <a:ext cx="3240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4">
            <p14:nvContentPartPr>
              <p14:cNvPr id="387" name="Ink 386">
                <a:extLst>
                  <a:ext uri="{FF2B5EF4-FFF2-40B4-BE49-F238E27FC236}">
                    <a16:creationId xmlns:a16="http://schemas.microsoft.com/office/drawing/2014/main" id="{710C882F-226B-24B3-3B83-994FFCBFB996}"/>
                  </a:ext>
                </a:extLst>
              </p14:cNvPr>
              <p14:cNvContentPartPr/>
              <p14:nvPr/>
            </p14:nvContentPartPr>
            <p14:xfrm>
              <a:off x="8547867" y="5761880"/>
              <a:ext cx="197280" cy="30240"/>
            </p14:xfrm>
          </p:contentPart>
        </mc:Choice>
        <mc:Fallback xmlns="">
          <p:pic>
            <p:nvPicPr>
              <p:cNvPr id="387" name="Ink 386">
                <a:extLst>
                  <a:ext uri="{FF2B5EF4-FFF2-40B4-BE49-F238E27FC236}">
                    <a16:creationId xmlns:a16="http://schemas.microsoft.com/office/drawing/2014/main" id="{710C882F-226B-24B3-3B83-994FFCBFB996}"/>
                  </a:ext>
                </a:extLst>
              </p:cNvPr>
              <p:cNvPicPr/>
              <p:nvPr/>
            </p:nvPicPr>
            <p:blipFill>
              <a:blip r:embed="rId555"/>
              <a:stretch>
                <a:fillRect/>
              </a:stretch>
            </p:blipFill>
            <p:spPr>
              <a:xfrm>
                <a:off x="8541747" y="5755760"/>
                <a:ext cx="209520" cy="42480"/>
              </a:xfrm>
              <a:prstGeom prst="rect">
                <a:avLst/>
              </a:prstGeom>
            </p:spPr>
          </p:pic>
        </mc:Fallback>
      </mc:AlternateContent>
      <p:grpSp>
        <p:nvGrpSpPr>
          <p:cNvPr id="390" name="Group 389">
            <a:extLst>
              <a:ext uri="{FF2B5EF4-FFF2-40B4-BE49-F238E27FC236}">
                <a16:creationId xmlns:a16="http://schemas.microsoft.com/office/drawing/2014/main" id="{B5C3F90E-7E75-55DA-50CE-974F10B9FBE0}"/>
              </a:ext>
            </a:extLst>
          </p:cNvPr>
          <p:cNvGrpSpPr/>
          <p:nvPr/>
        </p:nvGrpSpPr>
        <p:grpSpPr>
          <a:xfrm>
            <a:off x="7616547" y="6135560"/>
            <a:ext cx="2883600" cy="509760"/>
            <a:chOff x="7616547" y="6135560"/>
            <a:chExt cx="2883600" cy="50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789EA3EC-D62F-F86B-14E7-7B5048B68D9D}"/>
                    </a:ext>
                  </a:extLst>
                </p14:cNvPr>
                <p14:cNvContentPartPr/>
                <p14:nvPr/>
              </p14:nvContentPartPr>
              <p14:xfrm>
                <a:off x="10170027" y="6320960"/>
                <a:ext cx="330120" cy="19368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789EA3EC-D62F-F86B-14E7-7B5048B68D9D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10163907" y="6314840"/>
                  <a:ext cx="34236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C4F8EE63-8070-6AE1-7628-246158C5302A}"/>
                    </a:ext>
                  </a:extLst>
                </p14:cNvPr>
                <p14:cNvContentPartPr/>
                <p14:nvPr/>
              </p14:nvContentPartPr>
              <p14:xfrm>
                <a:off x="9969507" y="6274880"/>
                <a:ext cx="280080" cy="37044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C4F8EE63-8070-6AE1-7628-246158C5302A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9963387" y="6268760"/>
                  <a:ext cx="29232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FD4403E0-933D-BDE6-07CB-0EA1368D2944}"/>
                    </a:ext>
                  </a:extLst>
                </p14:cNvPr>
                <p14:cNvContentPartPr/>
                <p14:nvPr/>
              </p14:nvContentPartPr>
              <p14:xfrm>
                <a:off x="10055547" y="6545960"/>
                <a:ext cx="51480" cy="4284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FD4403E0-933D-BDE6-07CB-0EA1368D2944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10049427" y="6539840"/>
                  <a:ext cx="6372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E8169386-8617-96FC-043E-C029793847FD}"/>
                    </a:ext>
                  </a:extLst>
                </p14:cNvPr>
                <p14:cNvContentPartPr/>
                <p14:nvPr/>
              </p14:nvContentPartPr>
              <p14:xfrm>
                <a:off x="10129347" y="6553160"/>
                <a:ext cx="8280" cy="3024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E8169386-8617-96FC-043E-C029793847FD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10123227" y="6547040"/>
                  <a:ext cx="205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C7503B41-78BC-919F-D0FC-124EFC50D65B}"/>
                    </a:ext>
                  </a:extLst>
                </p14:cNvPr>
                <p14:cNvContentPartPr/>
                <p14:nvPr/>
              </p14:nvContentPartPr>
              <p14:xfrm>
                <a:off x="9576027" y="6324200"/>
                <a:ext cx="279360" cy="11772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C7503B41-78BC-919F-D0FC-124EFC50D65B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9569907" y="6318080"/>
                  <a:ext cx="2916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F9E34CC6-A367-5D3A-34A2-17BA4A6A41DB}"/>
                    </a:ext>
                  </a:extLst>
                </p14:cNvPr>
                <p14:cNvContentPartPr/>
                <p14:nvPr/>
              </p14:nvContentPartPr>
              <p14:xfrm>
                <a:off x="9701667" y="6515000"/>
                <a:ext cx="42840" cy="3276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F9E34CC6-A367-5D3A-34A2-17BA4A6A41DB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9695547" y="6508880"/>
                  <a:ext cx="550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9C811550-DA0D-94CA-203E-FD7E46F4FFCA}"/>
                    </a:ext>
                  </a:extLst>
                </p14:cNvPr>
                <p14:cNvContentPartPr/>
                <p14:nvPr/>
              </p14:nvContentPartPr>
              <p14:xfrm>
                <a:off x="9779427" y="6530480"/>
                <a:ext cx="26280" cy="900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9C811550-DA0D-94CA-203E-FD7E46F4FFCA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9773307" y="6524360"/>
                  <a:ext cx="385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09C8E904-5612-1756-D560-EDE74AA9D79C}"/>
                    </a:ext>
                  </a:extLst>
                </p14:cNvPr>
                <p14:cNvContentPartPr/>
                <p14:nvPr/>
              </p14:nvContentPartPr>
              <p14:xfrm>
                <a:off x="9540387" y="6477920"/>
                <a:ext cx="77760" cy="5508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09C8E904-5612-1756-D560-EDE74AA9D79C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9534267" y="6471800"/>
                  <a:ext cx="9000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12CA6657-5D98-FA9F-7B89-9C01D7100546}"/>
                    </a:ext>
                  </a:extLst>
                </p14:cNvPr>
                <p14:cNvContentPartPr/>
                <p14:nvPr/>
              </p14:nvContentPartPr>
              <p14:xfrm>
                <a:off x="9257067" y="6306200"/>
                <a:ext cx="198720" cy="25848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12CA6657-5D98-FA9F-7B89-9C01D7100546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9250947" y="6300080"/>
                  <a:ext cx="21096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901FDEA2-F3F1-42A6-589B-0E6A1434DEE8}"/>
                    </a:ext>
                  </a:extLst>
                </p14:cNvPr>
                <p14:cNvContentPartPr/>
                <p14:nvPr/>
              </p14:nvContentPartPr>
              <p14:xfrm>
                <a:off x="9406107" y="6497000"/>
                <a:ext cx="23400" cy="2484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901FDEA2-F3F1-42A6-589B-0E6A1434DEE8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9399987" y="6490880"/>
                  <a:ext cx="356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3314F81A-2E0F-BFF7-169C-110845BE8160}"/>
                    </a:ext>
                  </a:extLst>
                </p14:cNvPr>
                <p14:cNvContentPartPr/>
                <p14:nvPr/>
              </p14:nvContentPartPr>
              <p14:xfrm>
                <a:off x="9301347" y="6169040"/>
                <a:ext cx="29520" cy="23256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3314F81A-2E0F-BFF7-169C-110845BE8160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9295227" y="6162920"/>
                  <a:ext cx="4176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AC680E1A-8AA6-76E9-9DCB-1F7A1E7041D5}"/>
                    </a:ext>
                  </a:extLst>
                </p14:cNvPr>
                <p14:cNvContentPartPr/>
                <p14:nvPr/>
              </p14:nvContentPartPr>
              <p14:xfrm>
                <a:off x="9165987" y="6321320"/>
                <a:ext cx="73800" cy="10872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AC680E1A-8AA6-76E9-9DCB-1F7A1E7041D5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9159867" y="6315200"/>
                  <a:ext cx="8604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132AB3ED-4A49-D7FE-8F17-06D396AE3811}"/>
                    </a:ext>
                  </a:extLst>
                </p14:cNvPr>
                <p14:cNvContentPartPr/>
                <p14:nvPr/>
              </p14:nvContentPartPr>
              <p14:xfrm>
                <a:off x="8953227" y="6390440"/>
                <a:ext cx="191520" cy="14076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132AB3ED-4A49-D7FE-8F17-06D396AE3811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8947107" y="6384320"/>
                  <a:ext cx="20376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30D17B4B-412F-F8D6-054A-E5F5A2331F4B}"/>
                    </a:ext>
                  </a:extLst>
                </p14:cNvPr>
                <p14:cNvContentPartPr/>
                <p14:nvPr/>
              </p14:nvContentPartPr>
              <p14:xfrm>
                <a:off x="9024867" y="6213320"/>
                <a:ext cx="105480" cy="10296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30D17B4B-412F-F8D6-054A-E5F5A2331F4B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9018747" y="6207200"/>
                  <a:ext cx="1177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A9E5981C-D4B1-6289-456C-B8DB3278C3F6}"/>
                    </a:ext>
                  </a:extLst>
                </p14:cNvPr>
                <p14:cNvContentPartPr/>
                <p14:nvPr/>
              </p14:nvContentPartPr>
              <p14:xfrm>
                <a:off x="8765667" y="6319520"/>
                <a:ext cx="127800" cy="13140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A9E5981C-D4B1-6289-456C-B8DB3278C3F6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8759547" y="6313400"/>
                  <a:ext cx="14004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0CF95F6E-8164-E616-49FF-CDF7AEA45C46}"/>
                    </a:ext>
                  </a:extLst>
                </p14:cNvPr>
                <p14:cNvContentPartPr/>
                <p14:nvPr/>
              </p14:nvContentPartPr>
              <p14:xfrm>
                <a:off x="8586747" y="6366320"/>
                <a:ext cx="134280" cy="10368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0CF95F6E-8164-E616-49FF-CDF7AEA45C46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8580627" y="6360200"/>
                  <a:ext cx="14652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5BD51934-C669-F4BC-6849-01C1BE2272C6}"/>
                    </a:ext>
                  </a:extLst>
                </p14:cNvPr>
                <p14:cNvContentPartPr/>
                <p14:nvPr/>
              </p14:nvContentPartPr>
              <p14:xfrm>
                <a:off x="8436987" y="6135560"/>
                <a:ext cx="97920" cy="25956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5BD51934-C669-F4BC-6849-01C1BE2272C6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8430867" y="6129440"/>
                  <a:ext cx="11016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FA96479C-DC5E-2C30-6893-A0D3841A15E2}"/>
                    </a:ext>
                  </a:extLst>
                </p14:cNvPr>
                <p14:cNvContentPartPr/>
                <p14:nvPr/>
              </p14:nvContentPartPr>
              <p14:xfrm>
                <a:off x="8506827" y="6175880"/>
                <a:ext cx="34920" cy="3528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FA96479C-DC5E-2C30-6893-A0D3841A15E2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8500707" y="6169760"/>
                  <a:ext cx="471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407346F8-E953-A651-82B0-2E53A93D7114}"/>
                    </a:ext>
                  </a:extLst>
                </p14:cNvPr>
                <p14:cNvContentPartPr/>
                <p14:nvPr/>
              </p14:nvContentPartPr>
              <p14:xfrm>
                <a:off x="8586027" y="6196040"/>
                <a:ext cx="12960" cy="2052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407346F8-E953-A651-82B0-2E53A93D7114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8579907" y="6189920"/>
                  <a:ext cx="252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B8129FB7-97C2-195C-99A5-F42865D94D15}"/>
                    </a:ext>
                  </a:extLst>
                </p14:cNvPr>
                <p14:cNvContentPartPr/>
                <p14:nvPr/>
              </p14:nvContentPartPr>
              <p14:xfrm>
                <a:off x="8017947" y="6287840"/>
                <a:ext cx="336960" cy="19548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B8129FB7-97C2-195C-99A5-F42865D94D15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8011827" y="6281720"/>
                  <a:ext cx="34920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2F54496A-09A2-8763-77B3-AE69C5D275B1}"/>
                    </a:ext>
                  </a:extLst>
                </p14:cNvPr>
                <p14:cNvContentPartPr/>
                <p14:nvPr/>
              </p14:nvContentPartPr>
              <p14:xfrm>
                <a:off x="8201907" y="6160400"/>
                <a:ext cx="21240" cy="2052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2F54496A-09A2-8763-77B3-AE69C5D275B1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8195787" y="6154280"/>
                  <a:ext cx="334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6409E2E4-2837-9A12-F315-B1D7D9FA748B}"/>
                    </a:ext>
                  </a:extLst>
                </p14:cNvPr>
                <p14:cNvContentPartPr/>
                <p14:nvPr/>
              </p14:nvContentPartPr>
              <p14:xfrm>
                <a:off x="8012547" y="6151040"/>
                <a:ext cx="42120" cy="20124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6409E2E4-2837-9A12-F315-B1D7D9FA748B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8006427" y="6144920"/>
                  <a:ext cx="5436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DAB37F44-7834-143A-1157-3A3B592BEB88}"/>
                    </a:ext>
                  </a:extLst>
                </p14:cNvPr>
                <p14:cNvContentPartPr/>
                <p14:nvPr/>
              </p14:nvContentPartPr>
              <p14:xfrm>
                <a:off x="7616547" y="6230960"/>
                <a:ext cx="331200" cy="34704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DAB37F44-7834-143A-1157-3A3B592BEB88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7610427" y="6224840"/>
                  <a:ext cx="34344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2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7EFB4798-1990-690D-6585-3FCE45D9C822}"/>
                    </a:ext>
                  </a:extLst>
                </p14:cNvPr>
                <p14:cNvContentPartPr/>
                <p14:nvPr/>
              </p14:nvContentPartPr>
              <p14:xfrm>
                <a:off x="8436267" y="6422480"/>
                <a:ext cx="103320" cy="36000"/>
              </p14:xfrm>
            </p:contentPart>
          </mc:Choice>
          <mc:Fallback xmlns=""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7EFB4798-1990-690D-6585-3FCE45D9C822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8430147" y="6416360"/>
                  <a:ext cx="115560" cy="48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04">
            <p14:nvContentPartPr>
              <p14:cNvPr id="389" name="Ink 388">
                <a:extLst>
                  <a:ext uri="{FF2B5EF4-FFF2-40B4-BE49-F238E27FC236}">
                    <a16:creationId xmlns:a16="http://schemas.microsoft.com/office/drawing/2014/main" id="{3F0BC3E8-5D0F-9CB7-4C16-BB37C3CEE821}"/>
                  </a:ext>
                </a:extLst>
              </p14:cNvPr>
              <p14:cNvContentPartPr/>
              <p14:nvPr/>
            </p14:nvContentPartPr>
            <p14:xfrm>
              <a:off x="6849027" y="5770520"/>
              <a:ext cx="390960" cy="35640"/>
            </p14:xfrm>
          </p:contentPart>
        </mc:Choice>
        <mc:Fallback xmlns="">
          <p:pic>
            <p:nvPicPr>
              <p:cNvPr id="389" name="Ink 388">
                <a:extLst>
                  <a:ext uri="{FF2B5EF4-FFF2-40B4-BE49-F238E27FC236}">
                    <a16:creationId xmlns:a16="http://schemas.microsoft.com/office/drawing/2014/main" id="{3F0BC3E8-5D0F-9CB7-4C16-BB37C3CEE821}"/>
                  </a:ext>
                </a:extLst>
              </p:cNvPr>
              <p:cNvPicPr/>
              <p:nvPr/>
            </p:nvPicPr>
            <p:blipFill>
              <a:blip r:embed="rId605"/>
              <a:stretch>
                <a:fillRect/>
              </a:stretch>
            </p:blipFill>
            <p:spPr>
              <a:xfrm>
                <a:off x="6842907" y="5764400"/>
                <a:ext cx="403200" cy="47880"/>
              </a:xfrm>
              <a:prstGeom prst="rect">
                <a:avLst/>
              </a:prstGeom>
            </p:spPr>
          </p:pic>
        </mc:Fallback>
      </mc:AlternateContent>
      <p:grpSp>
        <p:nvGrpSpPr>
          <p:cNvPr id="412" name="Group 411">
            <a:extLst>
              <a:ext uri="{FF2B5EF4-FFF2-40B4-BE49-F238E27FC236}">
                <a16:creationId xmlns:a16="http://schemas.microsoft.com/office/drawing/2014/main" id="{B9CEE53A-FE3E-5DA6-808C-10D4F2CFBD21}"/>
              </a:ext>
            </a:extLst>
          </p:cNvPr>
          <p:cNvGrpSpPr/>
          <p:nvPr/>
        </p:nvGrpSpPr>
        <p:grpSpPr>
          <a:xfrm>
            <a:off x="4134627" y="5944040"/>
            <a:ext cx="2443680" cy="606600"/>
            <a:chOff x="4134627" y="5944040"/>
            <a:chExt cx="2443680" cy="60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60F010EA-C9D6-ACF9-D1AD-6B9254D381E1}"/>
                    </a:ext>
                  </a:extLst>
                </p14:cNvPr>
                <p14:cNvContentPartPr/>
                <p14:nvPr/>
              </p14:nvContentPartPr>
              <p14:xfrm>
                <a:off x="6225147" y="6288560"/>
                <a:ext cx="353160" cy="119160"/>
              </p14:xfrm>
            </p:contentPart>
          </mc:Choice>
          <mc:Fallback xmlns=""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60F010EA-C9D6-ACF9-D1AD-6B9254D381E1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6219027" y="6282440"/>
                  <a:ext cx="36540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299F7EEA-BFD7-0282-2AAC-E49B6CB190F1}"/>
                    </a:ext>
                  </a:extLst>
                </p14:cNvPr>
                <p14:cNvContentPartPr/>
                <p14:nvPr/>
              </p14:nvContentPartPr>
              <p14:xfrm>
                <a:off x="6443307" y="6125120"/>
                <a:ext cx="60840" cy="42840"/>
              </p14:xfrm>
            </p:contentPart>
          </mc:Choice>
          <mc:Fallback xmlns=""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299F7EEA-BFD7-0282-2AAC-E49B6CB190F1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6437187" y="6119000"/>
                  <a:ext cx="7308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4C12C225-A492-C1CF-433C-914F12F30D15}"/>
                    </a:ext>
                  </a:extLst>
                </p14:cNvPr>
                <p14:cNvContentPartPr/>
                <p14:nvPr/>
              </p14:nvContentPartPr>
              <p14:xfrm>
                <a:off x="5964507" y="6333200"/>
                <a:ext cx="167760" cy="130680"/>
              </p14:xfrm>
            </p:contentPart>
          </mc:Choice>
          <mc:Fallback xmlns=""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4C12C225-A492-C1CF-433C-914F12F30D15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5958387" y="6327080"/>
                  <a:ext cx="18000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2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CF245997-A467-7E02-CF6F-287CD0707E79}"/>
                    </a:ext>
                  </a:extLst>
                </p14:cNvPr>
                <p14:cNvContentPartPr/>
                <p14:nvPr/>
              </p14:nvContentPartPr>
              <p14:xfrm>
                <a:off x="5993307" y="6502760"/>
                <a:ext cx="82080" cy="4788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CF245997-A467-7E02-CF6F-287CD0707E79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5987187" y="6496640"/>
                  <a:ext cx="943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4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631F9EF0-C885-A577-1CC6-2304F56BB2EC}"/>
                    </a:ext>
                  </a:extLst>
                </p14:cNvPr>
                <p14:cNvContentPartPr/>
                <p14:nvPr/>
              </p14:nvContentPartPr>
              <p14:xfrm>
                <a:off x="5200227" y="6252920"/>
                <a:ext cx="800280" cy="27540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631F9EF0-C885-A577-1CC6-2304F56BB2EC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5194107" y="6246800"/>
                  <a:ext cx="81252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0C9057F4-722B-1AF6-50D0-9481D5CBBA82}"/>
                    </a:ext>
                  </a:extLst>
                </p14:cNvPr>
                <p14:cNvContentPartPr/>
                <p14:nvPr/>
              </p14:nvContentPartPr>
              <p14:xfrm>
                <a:off x="5617467" y="6166520"/>
                <a:ext cx="26280" cy="2880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0C9057F4-722B-1AF6-50D0-9481D5CBBA82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5611347" y="6160400"/>
                  <a:ext cx="385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D1A54895-9BEF-A4E2-9E25-B6F80BEE523F}"/>
                    </a:ext>
                  </a:extLst>
                </p14:cNvPr>
                <p14:cNvContentPartPr/>
                <p14:nvPr/>
              </p14:nvContentPartPr>
              <p14:xfrm>
                <a:off x="5685867" y="6160400"/>
                <a:ext cx="14400" cy="27720"/>
              </p14:xfrm>
            </p:contentPart>
          </mc:Choice>
          <mc:Fallback xmlns=""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D1A54895-9BEF-A4E2-9E25-B6F80BEE523F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5679747" y="6154280"/>
                  <a:ext cx="266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0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906A05BD-EEB2-4E9F-BDAC-09327CB130F8}"/>
                    </a:ext>
                  </a:extLst>
                </p14:cNvPr>
                <p14:cNvContentPartPr/>
                <p14:nvPr/>
              </p14:nvContentPartPr>
              <p14:xfrm>
                <a:off x="5660307" y="6082640"/>
                <a:ext cx="10800" cy="1296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906A05BD-EEB2-4E9F-BDAC-09327CB130F8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5654187" y="6076520"/>
                  <a:ext cx="2304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5104C361-9028-BD49-0909-EE3271A2A12A}"/>
                    </a:ext>
                  </a:extLst>
                </p14:cNvPr>
                <p14:cNvContentPartPr/>
                <p14:nvPr/>
              </p14:nvContentPartPr>
              <p14:xfrm>
                <a:off x="5142987" y="6193880"/>
                <a:ext cx="222120" cy="21348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5104C361-9028-BD49-0909-EE3271A2A12A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5136867" y="6187760"/>
                  <a:ext cx="2343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4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E919C97F-D469-4986-1477-E0A1FF966B37}"/>
                    </a:ext>
                  </a:extLst>
                </p14:cNvPr>
                <p14:cNvContentPartPr/>
                <p14:nvPr/>
              </p14:nvContentPartPr>
              <p14:xfrm>
                <a:off x="5256027" y="6270920"/>
                <a:ext cx="19800" cy="2304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E919C97F-D469-4986-1477-E0A1FF966B37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5249907" y="6264800"/>
                  <a:ext cx="320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6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9B0E8025-1637-5808-75D0-8986436606D9}"/>
                    </a:ext>
                  </a:extLst>
                </p14:cNvPr>
                <p14:cNvContentPartPr/>
                <p14:nvPr/>
              </p14:nvContentPartPr>
              <p14:xfrm>
                <a:off x="4722507" y="6238520"/>
                <a:ext cx="274680" cy="218520"/>
              </p14:xfrm>
            </p:contentPart>
          </mc:Choice>
          <mc:Fallback xmlns=""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9B0E8025-1637-5808-75D0-8986436606D9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4716387" y="6232400"/>
                  <a:ext cx="28692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8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99320498-B18C-35B6-ABF5-D19495A4C588}"/>
                    </a:ext>
                  </a:extLst>
                </p14:cNvPr>
                <p14:cNvContentPartPr/>
                <p14:nvPr/>
              </p14:nvContentPartPr>
              <p14:xfrm>
                <a:off x="4969827" y="6107480"/>
                <a:ext cx="3240" cy="8280"/>
              </p14:xfrm>
            </p:contentPart>
          </mc:Choice>
          <mc:Fallback xmlns=""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99320498-B18C-35B6-ABF5-D19495A4C588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4963707" y="6101360"/>
                  <a:ext cx="1548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0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5F017C80-2C6E-D4C8-564E-2F40E80B1EB1}"/>
                    </a:ext>
                  </a:extLst>
                </p14:cNvPr>
                <p14:cNvContentPartPr/>
                <p14:nvPr/>
              </p14:nvContentPartPr>
              <p14:xfrm>
                <a:off x="4870827" y="6179840"/>
                <a:ext cx="17640" cy="14040"/>
              </p14:xfrm>
            </p:contentPart>
          </mc:Choice>
          <mc:Fallback xmlns=""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5F017C80-2C6E-D4C8-564E-2F40E80B1EB1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4864707" y="6173720"/>
                  <a:ext cx="298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2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E90E4ED3-4918-1115-236C-FBF43134AEED}"/>
                    </a:ext>
                  </a:extLst>
                </p14:cNvPr>
                <p14:cNvContentPartPr/>
                <p14:nvPr/>
              </p14:nvContentPartPr>
              <p14:xfrm>
                <a:off x="4640427" y="6243200"/>
                <a:ext cx="107640" cy="97200"/>
              </p14:xfrm>
            </p:contentPart>
          </mc:Choice>
          <mc:Fallback xmlns=""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E90E4ED3-4918-1115-236C-FBF43134AEED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4634307" y="6237080"/>
                  <a:ext cx="1198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4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ABC4DA85-6D55-7A6C-287C-F06A6BB7691D}"/>
                    </a:ext>
                  </a:extLst>
                </p14:cNvPr>
                <p14:cNvContentPartPr/>
                <p14:nvPr/>
              </p14:nvContentPartPr>
              <p14:xfrm>
                <a:off x="4134627" y="6165080"/>
                <a:ext cx="454680" cy="175320"/>
              </p14:xfrm>
            </p:contentPart>
          </mc:Choice>
          <mc:Fallback xmlns=""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ABC4DA85-6D55-7A6C-287C-F06A6BB7691D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4128507" y="6158960"/>
                  <a:ext cx="46692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6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01DECE2E-A3B3-4CCC-BAAF-CBAB52D2D940}"/>
                    </a:ext>
                  </a:extLst>
                </p14:cNvPr>
                <p14:cNvContentPartPr/>
                <p14:nvPr/>
              </p14:nvContentPartPr>
              <p14:xfrm>
                <a:off x="4456827" y="6399440"/>
                <a:ext cx="37080" cy="1116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01DECE2E-A3B3-4CCC-BAAF-CBAB52D2D940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4450707" y="6393320"/>
                  <a:ext cx="493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8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CE30ED06-62E4-3443-BADD-D550FB342E5D}"/>
                    </a:ext>
                  </a:extLst>
                </p14:cNvPr>
                <p14:cNvContentPartPr/>
                <p14:nvPr/>
              </p14:nvContentPartPr>
              <p14:xfrm>
                <a:off x="4544307" y="6397280"/>
                <a:ext cx="19440" cy="324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CE30ED06-62E4-3443-BADD-D550FB342E5D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4538187" y="6391160"/>
                  <a:ext cx="3168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0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4BAC9D3F-A51F-096E-C391-B23A57A81021}"/>
                    </a:ext>
                  </a:extLst>
                </p14:cNvPr>
                <p14:cNvContentPartPr/>
                <p14:nvPr/>
              </p14:nvContentPartPr>
              <p14:xfrm>
                <a:off x="4497147" y="5944040"/>
                <a:ext cx="293400" cy="20484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4BAC9D3F-A51F-096E-C391-B23A57A81021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4491027" y="5937920"/>
                  <a:ext cx="30564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2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D01DAA61-639C-4A12-2656-34C68EB484DB}"/>
                    </a:ext>
                  </a:extLst>
                </p14:cNvPr>
                <p14:cNvContentPartPr/>
                <p14:nvPr/>
              </p14:nvContentPartPr>
              <p14:xfrm>
                <a:off x="4228227" y="6463880"/>
                <a:ext cx="87120" cy="5076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D01DAA61-639C-4A12-2656-34C68EB484DB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4222107" y="6457760"/>
                  <a:ext cx="99360" cy="63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44">
            <p14:nvContentPartPr>
              <p14:cNvPr id="413" name="Ink 412">
                <a:extLst>
                  <a:ext uri="{FF2B5EF4-FFF2-40B4-BE49-F238E27FC236}">
                    <a16:creationId xmlns:a16="http://schemas.microsoft.com/office/drawing/2014/main" id="{21E38A5F-2B0E-4B4F-0B6A-ECD4DB25038A}"/>
                  </a:ext>
                </a:extLst>
              </p14:cNvPr>
              <p14:cNvContentPartPr/>
              <p14:nvPr/>
            </p14:nvContentPartPr>
            <p14:xfrm>
              <a:off x="3625227" y="6185240"/>
              <a:ext cx="412920" cy="227880"/>
            </p14:xfrm>
          </p:contentPart>
        </mc:Choice>
        <mc:Fallback xmlns="">
          <p:pic>
            <p:nvPicPr>
              <p:cNvPr id="413" name="Ink 412">
                <a:extLst>
                  <a:ext uri="{FF2B5EF4-FFF2-40B4-BE49-F238E27FC236}">
                    <a16:creationId xmlns:a16="http://schemas.microsoft.com/office/drawing/2014/main" id="{21E38A5F-2B0E-4B4F-0B6A-ECD4DB25038A}"/>
                  </a:ext>
                </a:extLst>
              </p:cNvPr>
              <p:cNvPicPr/>
              <p:nvPr/>
            </p:nvPicPr>
            <p:blipFill>
              <a:blip r:embed="rId645"/>
              <a:stretch>
                <a:fillRect/>
              </a:stretch>
            </p:blipFill>
            <p:spPr>
              <a:xfrm>
                <a:off x="3619107" y="6179120"/>
                <a:ext cx="425160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6">
            <p14:nvContentPartPr>
              <p14:cNvPr id="414" name="Ink 413">
                <a:extLst>
                  <a:ext uri="{FF2B5EF4-FFF2-40B4-BE49-F238E27FC236}">
                    <a16:creationId xmlns:a16="http://schemas.microsoft.com/office/drawing/2014/main" id="{8F52C718-26AD-441E-FB8A-BB1B939DD6C7}"/>
                  </a:ext>
                </a:extLst>
              </p14:cNvPr>
              <p14:cNvContentPartPr/>
              <p14:nvPr/>
            </p14:nvContentPartPr>
            <p14:xfrm>
              <a:off x="3059667" y="5718320"/>
              <a:ext cx="667080" cy="45360"/>
            </p14:xfrm>
          </p:contentPart>
        </mc:Choice>
        <mc:Fallback xmlns="">
          <p:pic>
            <p:nvPicPr>
              <p:cNvPr id="414" name="Ink 413">
                <a:extLst>
                  <a:ext uri="{FF2B5EF4-FFF2-40B4-BE49-F238E27FC236}">
                    <a16:creationId xmlns:a16="http://schemas.microsoft.com/office/drawing/2014/main" id="{8F52C718-26AD-441E-FB8A-BB1B939DD6C7}"/>
                  </a:ext>
                </a:extLst>
              </p:cNvPr>
              <p:cNvPicPr/>
              <p:nvPr/>
            </p:nvPicPr>
            <p:blipFill>
              <a:blip r:embed="rId647"/>
              <a:stretch>
                <a:fillRect/>
              </a:stretch>
            </p:blipFill>
            <p:spPr>
              <a:xfrm>
                <a:off x="3053547" y="5712200"/>
                <a:ext cx="679320" cy="57600"/>
              </a:xfrm>
              <a:prstGeom prst="rect">
                <a:avLst/>
              </a:prstGeom>
            </p:spPr>
          </p:pic>
        </mc:Fallback>
      </mc:AlternateContent>
      <p:grpSp>
        <p:nvGrpSpPr>
          <p:cNvPr id="420" name="Group 419">
            <a:extLst>
              <a:ext uri="{FF2B5EF4-FFF2-40B4-BE49-F238E27FC236}">
                <a16:creationId xmlns:a16="http://schemas.microsoft.com/office/drawing/2014/main" id="{49A9FC7C-BAF5-CF83-CEDD-9AFB93665009}"/>
              </a:ext>
            </a:extLst>
          </p:cNvPr>
          <p:cNvGrpSpPr/>
          <p:nvPr/>
        </p:nvGrpSpPr>
        <p:grpSpPr>
          <a:xfrm>
            <a:off x="3112227" y="6076880"/>
            <a:ext cx="733680" cy="324720"/>
            <a:chOff x="3112227" y="6076880"/>
            <a:chExt cx="733680" cy="32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8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A56C6F2F-B90E-6CCF-C4D8-1FB73D802629}"/>
                    </a:ext>
                  </a:extLst>
                </p14:cNvPr>
                <p14:cNvContentPartPr/>
                <p14:nvPr/>
              </p14:nvContentPartPr>
              <p14:xfrm>
                <a:off x="3828267" y="6076880"/>
                <a:ext cx="17640" cy="12960"/>
              </p14:xfrm>
            </p:contentPart>
          </mc:Choice>
          <mc:Fallback xmlns=""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A56C6F2F-B90E-6CCF-C4D8-1FB73D802629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3822147" y="6070760"/>
                  <a:ext cx="298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0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D650E1D5-B8EE-B9D5-BC69-394BFA880B0E}"/>
                    </a:ext>
                  </a:extLst>
                </p14:cNvPr>
                <p14:cNvContentPartPr/>
                <p14:nvPr/>
              </p14:nvContentPartPr>
              <p14:xfrm>
                <a:off x="3112227" y="6177680"/>
                <a:ext cx="562320" cy="223920"/>
              </p14:xfrm>
            </p:contentPart>
          </mc:Choice>
          <mc:Fallback xmlns=""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D650E1D5-B8EE-B9D5-BC69-394BFA880B0E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3106107" y="6171560"/>
                  <a:ext cx="57456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2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B552D417-AD3E-54D3-EF5B-EEFD5182985B}"/>
                    </a:ext>
                  </a:extLst>
                </p14:cNvPr>
                <p14:cNvContentPartPr/>
                <p14:nvPr/>
              </p14:nvContentPartPr>
              <p14:xfrm>
                <a:off x="3577347" y="6131960"/>
                <a:ext cx="28440" cy="2736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B552D417-AD3E-54D3-EF5B-EEFD5182985B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3571227" y="6125840"/>
                  <a:ext cx="40680" cy="3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54">
            <p14:nvContentPartPr>
              <p14:cNvPr id="421" name="Ink 420">
                <a:extLst>
                  <a:ext uri="{FF2B5EF4-FFF2-40B4-BE49-F238E27FC236}">
                    <a16:creationId xmlns:a16="http://schemas.microsoft.com/office/drawing/2014/main" id="{9149A0AA-8E07-F40D-18B9-9ECAFAE5A7CB}"/>
                  </a:ext>
                </a:extLst>
              </p14:cNvPr>
              <p14:cNvContentPartPr/>
              <p14:nvPr/>
            </p14:nvContentPartPr>
            <p14:xfrm>
              <a:off x="3536667" y="5973560"/>
              <a:ext cx="92160" cy="65520"/>
            </p14:xfrm>
          </p:contentPart>
        </mc:Choice>
        <mc:Fallback xmlns="">
          <p:pic>
            <p:nvPicPr>
              <p:cNvPr id="421" name="Ink 420">
                <a:extLst>
                  <a:ext uri="{FF2B5EF4-FFF2-40B4-BE49-F238E27FC236}">
                    <a16:creationId xmlns:a16="http://schemas.microsoft.com/office/drawing/2014/main" id="{9149A0AA-8E07-F40D-18B9-9ECAFAE5A7CB}"/>
                  </a:ext>
                </a:extLst>
              </p:cNvPr>
              <p:cNvPicPr/>
              <p:nvPr/>
            </p:nvPicPr>
            <p:blipFill>
              <a:blip r:embed="rId655"/>
              <a:stretch>
                <a:fillRect/>
              </a:stretch>
            </p:blipFill>
            <p:spPr>
              <a:xfrm>
                <a:off x="3530547" y="5967440"/>
                <a:ext cx="10440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6">
            <p14:nvContentPartPr>
              <p14:cNvPr id="422" name="Ink 421">
                <a:extLst>
                  <a:ext uri="{FF2B5EF4-FFF2-40B4-BE49-F238E27FC236}">
                    <a16:creationId xmlns:a16="http://schemas.microsoft.com/office/drawing/2014/main" id="{601A77F0-A9BF-579A-520B-0EBBA694A9A6}"/>
                  </a:ext>
                </a:extLst>
              </p14:cNvPr>
              <p14:cNvContentPartPr/>
              <p14:nvPr/>
            </p14:nvContentPartPr>
            <p14:xfrm>
              <a:off x="3062547" y="6329600"/>
              <a:ext cx="25200" cy="11520"/>
            </p14:xfrm>
          </p:contentPart>
        </mc:Choice>
        <mc:Fallback xmlns="">
          <p:pic>
            <p:nvPicPr>
              <p:cNvPr id="422" name="Ink 421">
                <a:extLst>
                  <a:ext uri="{FF2B5EF4-FFF2-40B4-BE49-F238E27FC236}">
                    <a16:creationId xmlns:a16="http://schemas.microsoft.com/office/drawing/2014/main" id="{601A77F0-A9BF-579A-520B-0EBBA694A9A6}"/>
                  </a:ext>
                </a:extLst>
              </p:cNvPr>
              <p:cNvPicPr/>
              <p:nvPr/>
            </p:nvPicPr>
            <p:blipFill>
              <a:blip r:embed="rId657"/>
              <a:stretch>
                <a:fillRect/>
              </a:stretch>
            </p:blipFill>
            <p:spPr>
              <a:xfrm>
                <a:off x="3056427" y="6323480"/>
                <a:ext cx="3744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8">
            <p14:nvContentPartPr>
              <p14:cNvPr id="425" name="Ink 424">
                <a:extLst>
                  <a:ext uri="{FF2B5EF4-FFF2-40B4-BE49-F238E27FC236}">
                    <a16:creationId xmlns:a16="http://schemas.microsoft.com/office/drawing/2014/main" id="{9739C8C5-1D59-FCC4-3C14-196BE9AB4BA3}"/>
                  </a:ext>
                </a:extLst>
              </p14:cNvPr>
              <p14:cNvContentPartPr/>
              <p14:nvPr/>
            </p14:nvContentPartPr>
            <p14:xfrm>
              <a:off x="8999307" y="303920"/>
              <a:ext cx="119880" cy="136080"/>
            </p14:xfrm>
          </p:contentPart>
        </mc:Choice>
        <mc:Fallback xmlns="">
          <p:pic>
            <p:nvPicPr>
              <p:cNvPr id="425" name="Ink 424">
                <a:extLst>
                  <a:ext uri="{FF2B5EF4-FFF2-40B4-BE49-F238E27FC236}">
                    <a16:creationId xmlns:a16="http://schemas.microsoft.com/office/drawing/2014/main" id="{9739C8C5-1D59-FCC4-3C14-196BE9AB4BA3}"/>
                  </a:ext>
                </a:extLst>
              </p:cNvPr>
              <p:cNvPicPr/>
              <p:nvPr/>
            </p:nvPicPr>
            <p:blipFill>
              <a:blip r:embed="rId659"/>
              <a:stretch>
                <a:fillRect/>
              </a:stretch>
            </p:blipFill>
            <p:spPr>
              <a:xfrm>
                <a:off x="8993187" y="297800"/>
                <a:ext cx="132120" cy="1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0">
            <p14:nvContentPartPr>
              <p14:cNvPr id="426" name="Ink 425">
                <a:extLst>
                  <a:ext uri="{FF2B5EF4-FFF2-40B4-BE49-F238E27FC236}">
                    <a16:creationId xmlns:a16="http://schemas.microsoft.com/office/drawing/2014/main" id="{454BC095-E3BD-42C5-DCA8-FBE2A95DB643}"/>
                  </a:ext>
                </a:extLst>
              </p14:cNvPr>
              <p14:cNvContentPartPr/>
              <p14:nvPr/>
            </p14:nvContentPartPr>
            <p14:xfrm>
              <a:off x="9095067" y="183680"/>
              <a:ext cx="79920" cy="47160"/>
            </p14:xfrm>
          </p:contentPart>
        </mc:Choice>
        <mc:Fallback xmlns="">
          <p:pic>
            <p:nvPicPr>
              <p:cNvPr id="426" name="Ink 425">
                <a:extLst>
                  <a:ext uri="{FF2B5EF4-FFF2-40B4-BE49-F238E27FC236}">
                    <a16:creationId xmlns:a16="http://schemas.microsoft.com/office/drawing/2014/main" id="{454BC095-E3BD-42C5-DCA8-FBE2A95DB643}"/>
                  </a:ext>
                </a:extLst>
              </p:cNvPr>
              <p:cNvPicPr/>
              <p:nvPr/>
            </p:nvPicPr>
            <p:blipFill>
              <a:blip r:embed="rId661"/>
              <a:stretch>
                <a:fillRect/>
              </a:stretch>
            </p:blipFill>
            <p:spPr>
              <a:xfrm>
                <a:off x="9088947" y="177560"/>
                <a:ext cx="92160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2">
            <p14:nvContentPartPr>
              <p14:cNvPr id="427" name="Ink 426">
                <a:extLst>
                  <a:ext uri="{FF2B5EF4-FFF2-40B4-BE49-F238E27FC236}">
                    <a16:creationId xmlns:a16="http://schemas.microsoft.com/office/drawing/2014/main" id="{81948386-516D-0254-4EC5-33A252B6C4D1}"/>
                  </a:ext>
                </a:extLst>
              </p14:cNvPr>
              <p14:cNvContentPartPr/>
              <p14:nvPr/>
            </p14:nvContentPartPr>
            <p14:xfrm>
              <a:off x="9243027" y="386720"/>
              <a:ext cx="379800" cy="114120"/>
            </p14:xfrm>
          </p:contentPart>
        </mc:Choice>
        <mc:Fallback xmlns="">
          <p:pic>
            <p:nvPicPr>
              <p:cNvPr id="427" name="Ink 426">
                <a:extLst>
                  <a:ext uri="{FF2B5EF4-FFF2-40B4-BE49-F238E27FC236}">
                    <a16:creationId xmlns:a16="http://schemas.microsoft.com/office/drawing/2014/main" id="{81948386-516D-0254-4EC5-33A252B6C4D1}"/>
                  </a:ext>
                </a:extLst>
              </p:cNvPr>
              <p:cNvPicPr/>
              <p:nvPr/>
            </p:nvPicPr>
            <p:blipFill>
              <a:blip r:embed="rId663"/>
              <a:stretch>
                <a:fillRect/>
              </a:stretch>
            </p:blipFill>
            <p:spPr>
              <a:xfrm>
                <a:off x="9236907" y="380600"/>
                <a:ext cx="392040" cy="126360"/>
              </a:xfrm>
              <a:prstGeom prst="rect">
                <a:avLst/>
              </a:prstGeom>
            </p:spPr>
          </p:pic>
        </mc:Fallback>
      </mc:AlternateContent>
      <p:grpSp>
        <p:nvGrpSpPr>
          <p:cNvPr id="431" name="Group 430">
            <a:extLst>
              <a:ext uri="{FF2B5EF4-FFF2-40B4-BE49-F238E27FC236}">
                <a16:creationId xmlns:a16="http://schemas.microsoft.com/office/drawing/2014/main" id="{01D7A001-6FE4-A90A-3043-18CA6BC8ECC2}"/>
              </a:ext>
            </a:extLst>
          </p:cNvPr>
          <p:cNvGrpSpPr/>
          <p:nvPr/>
        </p:nvGrpSpPr>
        <p:grpSpPr>
          <a:xfrm>
            <a:off x="9805347" y="287000"/>
            <a:ext cx="321120" cy="186480"/>
            <a:chOff x="9805347" y="287000"/>
            <a:chExt cx="321120" cy="18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4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9A2BA65A-CB12-62D7-9252-27050B3A579A}"/>
                    </a:ext>
                  </a:extLst>
                </p14:cNvPr>
                <p14:cNvContentPartPr/>
                <p14:nvPr/>
              </p14:nvContentPartPr>
              <p14:xfrm>
                <a:off x="9805347" y="361160"/>
                <a:ext cx="172800" cy="100080"/>
              </p14:xfrm>
            </p:contentPart>
          </mc:Choice>
          <mc:Fallback xmlns=""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9A2BA65A-CB12-62D7-9252-27050B3A579A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9799227" y="355040"/>
                  <a:ext cx="1850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6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30121190-2C75-B5AE-BA2B-7B83610A7963}"/>
                    </a:ext>
                  </a:extLst>
                </p14:cNvPr>
                <p14:cNvContentPartPr/>
                <p14:nvPr/>
              </p14:nvContentPartPr>
              <p14:xfrm>
                <a:off x="9906147" y="287000"/>
                <a:ext cx="50040" cy="51480"/>
              </p14:xfrm>
            </p:contentPart>
          </mc:Choice>
          <mc:Fallback xmlns=""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30121190-2C75-B5AE-BA2B-7B83610A7963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9900027" y="280880"/>
                  <a:ext cx="6228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8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A73B5919-C1FE-79C2-C678-4B01A9F28E4D}"/>
                    </a:ext>
                  </a:extLst>
                </p14:cNvPr>
                <p14:cNvContentPartPr/>
                <p14:nvPr/>
              </p14:nvContentPartPr>
              <p14:xfrm>
                <a:off x="9995787" y="340280"/>
                <a:ext cx="130680" cy="133200"/>
              </p14:xfrm>
            </p:contentPart>
          </mc:Choice>
          <mc:Fallback xmlns=""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A73B5919-C1FE-79C2-C678-4B01A9F28E4D}"/>
                    </a:ext>
                  </a:extLst>
                </p:cNvPr>
                <p:cNvPicPr/>
                <p:nvPr/>
              </p:nvPicPr>
              <p:blipFill>
                <a:blip r:embed="rId669"/>
                <a:stretch>
                  <a:fillRect/>
                </a:stretch>
              </p:blipFill>
              <p:spPr>
                <a:xfrm>
                  <a:off x="9989667" y="334160"/>
                  <a:ext cx="142920" cy="14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1" name="Group 440">
            <a:extLst>
              <a:ext uri="{FF2B5EF4-FFF2-40B4-BE49-F238E27FC236}">
                <a16:creationId xmlns:a16="http://schemas.microsoft.com/office/drawing/2014/main" id="{C8E50F69-1C75-7FB3-F00C-5FDB3C7E4FBB}"/>
              </a:ext>
            </a:extLst>
          </p:cNvPr>
          <p:cNvGrpSpPr/>
          <p:nvPr/>
        </p:nvGrpSpPr>
        <p:grpSpPr>
          <a:xfrm>
            <a:off x="9009027" y="586880"/>
            <a:ext cx="603360" cy="200520"/>
            <a:chOff x="9009027" y="586880"/>
            <a:chExt cx="603360" cy="20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0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49B206C2-0249-2888-6CF8-A7DD3E4DA35D}"/>
                    </a:ext>
                  </a:extLst>
                </p14:cNvPr>
                <p14:cNvContentPartPr/>
                <p14:nvPr/>
              </p14:nvContentPartPr>
              <p14:xfrm>
                <a:off x="9009027" y="669680"/>
                <a:ext cx="93240" cy="117720"/>
              </p14:xfrm>
            </p:contentPart>
          </mc:Choice>
          <mc:Fallback xmlns=""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49B206C2-0249-2888-6CF8-A7DD3E4DA35D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9002907" y="663560"/>
                  <a:ext cx="10548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2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5AA7E740-68AB-A74C-8A4D-4077DD65504A}"/>
                    </a:ext>
                  </a:extLst>
                </p14:cNvPr>
                <p14:cNvContentPartPr/>
                <p14:nvPr/>
              </p14:nvContentPartPr>
              <p14:xfrm>
                <a:off x="9101907" y="586880"/>
                <a:ext cx="33480" cy="46800"/>
              </p14:xfrm>
            </p:contentPart>
          </mc:Choice>
          <mc:Fallback xmlns=""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5AA7E740-68AB-A74C-8A4D-4077DD65504A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9095787" y="580760"/>
                  <a:ext cx="457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4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1A514963-C489-2F52-D12C-DF1AD69E9423}"/>
                    </a:ext>
                  </a:extLst>
                </p14:cNvPr>
                <p14:cNvContentPartPr/>
                <p14:nvPr/>
              </p14:nvContentPartPr>
              <p14:xfrm>
                <a:off x="9292347" y="667880"/>
                <a:ext cx="320040" cy="103320"/>
              </p14:xfrm>
            </p:contentPart>
          </mc:Choice>
          <mc:Fallback xmlns=""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1A514963-C489-2F52-D12C-DF1AD69E9423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9286227" y="661760"/>
                  <a:ext cx="332280" cy="11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0" name="Group 459">
            <a:extLst>
              <a:ext uri="{FF2B5EF4-FFF2-40B4-BE49-F238E27FC236}">
                <a16:creationId xmlns:a16="http://schemas.microsoft.com/office/drawing/2014/main" id="{FBF50A55-7105-BEA0-0FF9-BFBE2040A94F}"/>
              </a:ext>
            </a:extLst>
          </p:cNvPr>
          <p:cNvGrpSpPr/>
          <p:nvPr/>
        </p:nvGrpSpPr>
        <p:grpSpPr>
          <a:xfrm>
            <a:off x="10172907" y="29960"/>
            <a:ext cx="1826640" cy="425160"/>
            <a:chOff x="10172907" y="29960"/>
            <a:chExt cx="1826640" cy="42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6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3D2BCD18-D80A-1403-1AEC-A85D9FDFA6DC}"/>
                    </a:ext>
                  </a:extLst>
                </p14:cNvPr>
                <p14:cNvContentPartPr/>
                <p14:nvPr/>
              </p14:nvContentPartPr>
              <p14:xfrm>
                <a:off x="11835027" y="276200"/>
                <a:ext cx="164520" cy="166320"/>
              </p14:xfrm>
            </p:contentPart>
          </mc:Choice>
          <mc:Fallback xmlns=""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3D2BCD18-D80A-1403-1AEC-A85D9FDFA6DC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11828907" y="270080"/>
                  <a:ext cx="17676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8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2BFB3C90-CF0F-6D16-48A0-942161042A0A}"/>
                    </a:ext>
                  </a:extLst>
                </p14:cNvPr>
                <p14:cNvContentPartPr/>
                <p14:nvPr/>
              </p14:nvContentPartPr>
              <p14:xfrm>
                <a:off x="11912787" y="245600"/>
                <a:ext cx="23760" cy="25560"/>
              </p14:xfrm>
            </p:contentPart>
          </mc:Choice>
          <mc:Fallback xmlns=""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2BFB3C90-CF0F-6D16-48A0-942161042A0A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11906667" y="239480"/>
                  <a:ext cx="360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0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653575B0-13C3-C1E6-1875-6FB3A0683896}"/>
                    </a:ext>
                  </a:extLst>
                </p14:cNvPr>
                <p14:cNvContentPartPr/>
                <p14:nvPr/>
              </p14:nvContentPartPr>
              <p14:xfrm>
                <a:off x="11637387" y="267200"/>
                <a:ext cx="132120" cy="187200"/>
              </p14:xfrm>
            </p:contentPart>
          </mc:Choice>
          <mc:Fallback xmlns=""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653575B0-13C3-C1E6-1875-6FB3A0683896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11631267" y="261080"/>
                  <a:ext cx="14436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2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0108A467-7162-5280-FAAC-3E5406AE6F8C}"/>
                    </a:ext>
                  </a:extLst>
                </p14:cNvPr>
                <p14:cNvContentPartPr/>
                <p14:nvPr/>
              </p14:nvContentPartPr>
              <p14:xfrm>
                <a:off x="11496267" y="249920"/>
                <a:ext cx="43920" cy="205200"/>
              </p14:xfrm>
            </p:contentPart>
          </mc:Choice>
          <mc:Fallback xmlns=""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0108A467-7162-5280-FAAC-3E5406AE6F8C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11490147" y="243800"/>
                  <a:ext cx="5616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4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764D6D6A-E9C2-D829-ED7E-4AB8AADE075A}"/>
                    </a:ext>
                  </a:extLst>
                </p14:cNvPr>
                <p14:cNvContentPartPr/>
                <p14:nvPr/>
              </p14:nvContentPartPr>
              <p14:xfrm>
                <a:off x="10991187" y="359720"/>
                <a:ext cx="451440" cy="66960"/>
              </p14:xfrm>
            </p:contentPart>
          </mc:Choice>
          <mc:Fallback xmlns=""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764D6D6A-E9C2-D829-ED7E-4AB8AADE075A}"/>
                    </a:ext>
                  </a:extLst>
                </p:cNvPr>
                <p:cNvPicPr/>
                <p:nvPr/>
              </p:nvPicPr>
              <p:blipFill>
                <a:blip r:embed="rId685"/>
                <a:stretch>
                  <a:fillRect/>
                </a:stretch>
              </p:blipFill>
              <p:spPr>
                <a:xfrm>
                  <a:off x="10985067" y="353600"/>
                  <a:ext cx="46368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6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FE322269-D699-C4FE-7CC3-F847555F89AD}"/>
                    </a:ext>
                  </a:extLst>
                </p14:cNvPr>
                <p14:cNvContentPartPr/>
                <p14:nvPr/>
              </p14:nvContentPartPr>
              <p14:xfrm>
                <a:off x="11050227" y="271880"/>
                <a:ext cx="28080" cy="29160"/>
              </p14:xfrm>
            </p:contentPart>
          </mc:Choice>
          <mc:Fallback xmlns=""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FE322269-D699-C4FE-7CC3-F847555F89AD}"/>
                    </a:ext>
                  </a:extLst>
                </p:cNvPr>
                <p:cNvPicPr/>
                <p:nvPr/>
              </p:nvPicPr>
              <p:blipFill>
                <a:blip r:embed="rId687"/>
                <a:stretch>
                  <a:fillRect/>
                </a:stretch>
              </p:blipFill>
              <p:spPr>
                <a:xfrm>
                  <a:off x="11044107" y="265760"/>
                  <a:ext cx="403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8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90EB8D2B-0900-5833-2E82-C40DF4035555}"/>
                    </a:ext>
                  </a:extLst>
                </p14:cNvPr>
                <p14:cNvContentPartPr/>
                <p14:nvPr/>
              </p14:nvContentPartPr>
              <p14:xfrm>
                <a:off x="11129427" y="277280"/>
                <a:ext cx="9360" cy="24840"/>
              </p14:xfrm>
            </p:contentPart>
          </mc:Choice>
          <mc:Fallback xmlns=""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90EB8D2B-0900-5833-2E82-C40DF4035555}"/>
                    </a:ext>
                  </a:extLst>
                </p:cNvPr>
                <p:cNvPicPr/>
                <p:nvPr/>
              </p:nvPicPr>
              <p:blipFill>
                <a:blip r:embed="rId689"/>
                <a:stretch>
                  <a:fillRect/>
                </a:stretch>
              </p:blipFill>
              <p:spPr>
                <a:xfrm>
                  <a:off x="11123307" y="271160"/>
                  <a:ext cx="216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0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6415E135-9CF3-2DA1-D493-147C713FF0E0}"/>
                    </a:ext>
                  </a:extLst>
                </p14:cNvPr>
                <p14:cNvContentPartPr/>
                <p14:nvPr/>
              </p14:nvContentPartPr>
              <p14:xfrm>
                <a:off x="10719387" y="352520"/>
                <a:ext cx="171000" cy="11520"/>
              </p14:xfrm>
            </p:contentPart>
          </mc:Choice>
          <mc:Fallback xmlns=""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6415E135-9CF3-2DA1-D493-147C713FF0E0}"/>
                    </a:ext>
                  </a:extLst>
                </p:cNvPr>
                <p:cNvPicPr/>
                <p:nvPr/>
              </p:nvPicPr>
              <p:blipFill>
                <a:blip r:embed="rId691"/>
                <a:stretch>
                  <a:fillRect/>
                </a:stretch>
              </p:blipFill>
              <p:spPr>
                <a:xfrm>
                  <a:off x="10713267" y="346400"/>
                  <a:ext cx="1832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2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D8680261-76B9-8477-5016-34B688CB112D}"/>
                    </a:ext>
                  </a:extLst>
                </p14:cNvPr>
                <p14:cNvContentPartPr/>
                <p14:nvPr/>
              </p14:nvContentPartPr>
              <p14:xfrm>
                <a:off x="10681587" y="321560"/>
                <a:ext cx="81360" cy="91800"/>
              </p14:xfrm>
            </p:contentPart>
          </mc:Choice>
          <mc:Fallback xmlns=""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D8680261-76B9-8477-5016-34B688CB112D}"/>
                    </a:ext>
                  </a:extLst>
                </p:cNvPr>
                <p:cNvPicPr/>
                <p:nvPr/>
              </p:nvPicPr>
              <p:blipFill>
                <a:blip r:embed="rId693"/>
                <a:stretch>
                  <a:fillRect/>
                </a:stretch>
              </p:blipFill>
              <p:spPr>
                <a:xfrm>
                  <a:off x="10675467" y="315440"/>
                  <a:ext cx="936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4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25F23526-7D26-452E-CBD6-36B6FC90F0B4}"/>
                    </a:ext>
                  </a:extLst>
                </p14:cNvPr>
                <p14:cNvContentPartPr/>
                <p14:nvPr/>
              </p14:nvContentPartPr>
              <p14:xfrm>
                <a:off x="10548747" y="104840"/>
                <a:ext cx="205920" cy="160920"/>
              </p14:xfrm>
            </p:contentPart>
          </mc:Choice>
          <mc:Fallback xmlns=""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25F23526-7D26-452E-CBD6-36B6FC90F0B4}"/>
                    </a:ext>
                  </a:extLst>
                </p:cNvPr>
                <p:cNvPicPr/>
                <p:nvPr/>
              </p:nvPicPr>
              <p:blipFill>
                <a:blip r:embed="rId695"/>
                <a:stretch>
                  <a:fillRect/>
                </a:stretch>
              </p:blipFill>
              <p:spPr>
                <a:xfrm>
                  <a:off x="10542627" y="98720"/>
                  <a:ext cx="2181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6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2E3EA9E6-2D3F-C7CA-2010-3EFD7CA5818A}"/>
                    </a:ext>
                  </a:extLst>
                </p14:cNvPr>
                <p14:cNvContentPartPr/>
                <p14:nvPr/>
              </p14:nvContentPartPr>
              <p14:xfrm>
                <a:off x="10651707" y="107720"/>
                <a:ext cx="22680" cy="20880"/>
              </p14:xfrm>
            </p:contentPart>
          </mc:Choice>
          <mc:Fallback xmlns=""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2E3EA9E6-2D3F-C7CA-2010-3EFD7CA5818A}"/>
                    </a:ext>
                  </a:extLst>
                </p:cNvPr>
                <p:cNvPicPr/>
                <p:nvPr/>
              </p:nvPicPr>
              <p:blipFill>
                <a:blip r:embed="rId697"/>
                <a:stretch>
                  <a:fillRect/>
                </a:stretch>
              </p:blipFill>
              <p:spPr>
                <a:xfrm>
                  <a:off x="10645587" y="101600"/>
                  <a:ext cx="349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8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9BD6261D-FFF7-DA4B-18A6-57D144D49B23}"/>
                    </a:ext>
                  </a:extLst>
                </p14:cNvPr>
                <p14:cNvContentPartPr/>
                <p14:nvPr/>
              </p14:nvContentPartPr>
              <p14:xfrm>
                <a:off x="10172907" y="101960"/>
                <a:ext cx="353520" cy="195480"/>
              </p14:xfrm>
            </p:contentPart>
          </mc:Choice>
          <mc:Fallback xmlns=""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9BD6261D-FFF7-DA4B-18A6-57D144D49B23}"/>
                    </a:ext>
                  </a:extLst>
                </p:cNvPr>
                <p:cNvPicPr/>
                <p:nvPr/>
              </p:nvPicPr>
              <p:blipFill>
                <a:blip r:embed="rId699"/>
                <a:stretch>
                  <a:fillRect/>
                </a:stretch>
              </p:blipFill>
              <p:spPr>
                <a:xfrm>
                  <a:off x="10166787" y="95840"/>
                  <a:ext cx="36576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0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5696AD02-5FE3-4209-8D40-77A2175284AA}"/>
                    </a:ext>
                  </a:extLst>
                </p14:cNvPr>
                <p14:cNvContentPartPr/>
                <p14:nvPr/>
              </p14:nvContentPartPr>
              <p14:xfrm>
                <a:off x="10455507" y="29960"/>
                <a:ext cx="68760" cy="37800"/>
              </p14:xfrm>
            </p:contentPart>
          </mc:Choice>
          <mc:Fallback xmlns=""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5696AD02-5FE3-4209-8D40-77A2175284AA}"/>
                    </a:ext>
                  </a:extLst>
                </p:cNvPr>
                <p:cNvPicPr/>
                <p:nvPr/>
              </p:nvPicPr>
              <p:blipFill>
                <a:blip r:embed="rId701"/>
                <a:stretch>
                  <a:fillRect/>
                </a:stretch>
              </p:blipFill>
              <p:spPr>
                <a:xfrm>
                  <a:off x="10449387" y="23840"/>
                  <a:ext cx="81000" cy="5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9" name="Group 478">
            <a:extLst>
              <a:ext uri="{FF2B5EF4-FFF2-40B4-BE49-F238E27FC236}">
                <a16:creationId xmlns:a16="http://schemas.microsoft.com/office/drawing/2014/main" id="{1EA902CA-A375-35F9-E175-0CFBE41AC571}"/>
              </a:ext>
            </a:extLst>
          </p:cNvPr>
          <p:cNvGrpSpPr/>
          <p:nvPr/>
        </p:nvGrpSpPr>
        <p:grpSpPr>
          <a:xfrm>
            <a:off x="9821547" y="572840"/>
            <a:ext cx="2115000" cy="482040"/>
            <a:chOff x="9821547" y="572840"/>
            <a:chExt cx="2115000" cy="48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2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85AC2B07-B62D-2037-F686-1FD8A2AE1C3A}"/>
                    </a:ext>
                  </a:extLst>
                </p14:cNvPr>
                <p14:cNvContentPartPr/>
                <p14:nvPr/>
              </p14:nvContentPartPr>
              <p14:xfrm>
                <a:off x="9821547" y="682640"/>
                <a:ext cx="145440" cy="105480"/>
              </p14:xfrm>
            </p:contentPart>
          </mc:Choice>
          <mc:Fallback xmlns=""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85AC2B07-B62D-2037-F686-1FD8A2AE1C3A}"/>
                    </a:ext>
                  </a:extLst>
                </p:cNvPr>
                <p:cNvPicPr/>
                <p:nvPr/>
              </p:nvPicPr>
              <p:blipFill>
                <a:blip r:embed="rId703"/>
                <a:stretch>
                  <a:fillRect/>
                </a:stretch>
              </p:blipFill>
              <p:spPr>
                <a:xfrm>
                  <a:off x="9815427" y="676520"/>
                  <a:ext cx="1576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4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C367A4B9-3628-DF3C-31A4-2DB84A51945B}"/>
                    </a:ext>
                  </a:extLst>
                </p14:cNvPr>
                <p14:cNvContentPartPr/>
                <p14:nvPr/>
              </p14:nvContentPartPr>
              <p14:xfrm>
                <a:off x="9902907" y="572840"/>
                <a:ext cx="88560" cy="75960"/>
              </p14:xfrm>
            </p:contentPart>
          </mc:Choice>
          <mc:Fallback xmlns=""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C367A4B9-3628-DF3C-31A4-2DB84A51945B}"/>
                    </a:ext>
                  </a:extLst>
                </p:cNvPr>
                <p:cNvPicPr/>
                <p:nvPr/>
              </p:nvPicPr>
              <p:blipFill>
                <a:blip r:embed="rId705"/>
                <a:stretch>
                  <a:fillRect/>
                </a:stretch>
              </p:blipFill>
              <p:spPr>
                <a:xfrm>
                  <a:off x="9896787" y="566720"/>
                  <a:ext cx="1008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6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C846E148-CE45-F2C9-85DA-AE34D7B57965}"/>
                    </a:ext>
                  </a:extLst>
                </p14:cNvPr>
                <p14:cNvContentPartPr/>
                <p14:nvPr/>
              </p14:nvContentPartPr>
              <p14:xfrm>
                <a:off x="10009827" y="630440"/>
                <a:ext cx="127800" cy="149760"/>
              </p14:xfrm>
            </p:contentPart>
          </mc:Choice>
          <mc:Fallback xmlns=""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C846E148-CE45-F2C9-85DA-AE34D7B57965}"/>
                    </a:ext>
                  </a:extLst>
                </p:cNvPr>
                <p:cNvPicPr/>
                <p:nvPr/>
              </p:nvPicPr>
              <p:blipFill>
                <a:blip r:embed="rId707"/>
                <a:stretch>
                  <a:fillRect/>
                </a:stretch>
              </p:blipFill>
              <p:spPr>
                <a:xfrm>
                  <a:off x="10003707" y="624320"/>
                  <a:ext cx="1400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8">
              <p14:nvContentPartPr>
                <p14:cNvPr id="461" name="Ink 460">
                  <a:extLst>
                    <a:ext uri="{FF2B5EF4-FFF2-40B4-BE49-F238E27FC236}">
                      <a16:creationId xmlns:a16="http://schemas.microsoft.com/office/drawing/2014/main" id="{F01244FA-56EC-4A75-0902-A6A60671A884}"/>
                    </a:ext>
                  </a:extLst>
                </p14:cNvPr>
                <p14:cNvContentPartPr/>
                <p14:nvPr/>
              </p14:nvContentPartPr>
              <p14:xfrm>
                <a:off x="11841507" y="686240"/>
                <a:ext cx="95040" cy="226440"/>
              </p14:xfrm>
            </p:contentPart>
          </mc:Choice>
          <mc:Fallback xmlns="">
            <p:pic>
              <p:nvPicPr>
                <p:cNvPr id="461" name="Ink 460">
                  <a:extLst>
                    <a:ext uri="{FF2B5EF4-FFF2-40B4-BE49-F238E27FC236}">
                      <a16:creationId xmlns:a16="http://schemas.microsoft.com/office/drawing/2014/main" id="{F01244FA-56EC-4A75-0902-A6A60671A884}"/>
                    </a:ext>
                  </a:extLst>
                </p:cNvPr>
                <p:cNvPicPr/>
                <p:nvPr/>
              </p:nvPicPr>
              <p:blipFill>
                <a:blip r:embed="rId709"/>
                <a:stretch>
                  <a:fillRect/>
                </a:stretch>
              </p:blipFill>
              <p:spPr>
                <a:xfrm>
                  <a:off x="11835387" y="680120"/>
                  <a:ext cx="10728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0">
              <p14:nvContentPartPr>
                <p14:cNvPr id="462" name="Ink 461">
                  <a:extLst>
                    <a:ext uri="{FF2B5EF4-FFF2-40B4-BE49-F238E27FC236}">
                      <a16:creationId xmlns:a16="http://schemas.microsoft.com/office/drawing/2014/main" id="{FA1ED3F6-71A2-F608-7209-66E3135E198B}"/>
                    </a:ext>
                  </a:extLst>
                </p14:cNvPr>
                <p14:cNvContentPartPr/>
                <p14:nvPr/>
              </p14:nvContentPartPr>
              <p14:xfrm>
                <a:off x="11865987" y="1008440"/>
                <a:ext cx="31680" cy="23400"/>
              </p14:xfrm>
            </p:contentPart>
          </mc:Choice>
          <mc:Fallback xmlns="">
            <p:pic>
              <p:nvPicPr>
                <p:cNvPr id="462" name="Ink 461">
                  <a:extLst>
                    <a:ext uri="{FF2B5EF4-FFF2-40B4-BE49-F238E27FC236}">
                      <a16:creationId xmlns:a16="http://schemas.microsoft.com/office/drawing/2014/main" id="{FA1ED3F6-71A2-F608-7209-66E3135E198B}"/>
                    </a:ext>
                  </a:extLst>
                </p:cNvPr>
                <p:cNvPicPr/>
                <p:nvPr/>
              </p:nvPicPr>
              <p:blipFill>
                <a:blip r:embed="rId711"/>
                <a:stretch>
                  <a:fillRect/>
                </a:stretch>
              </p:blipFill>
              <p:spPr>
                <a:xfrm>
                  <a:off x="11859867" y="1002320"/>
                  <a:ext cx="439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2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579E144B-0A2F-054A-75CB-B77A4D8B85DB}"/>
                    </a:ext>
                  </a:extLst>
                </p14:cNvPr>
                <p14:cNvContentPartPr/>
                <p14:nvPr/>
              </p14:nvContentPartPr>
              <p14:xfrm>
                <a:off x="11669427" y="733400"/>
                <a:ext cx="82440" cy="216720"/>
              </p14:xfrm>
            </p:contentPart>
          </mc:Choice>
          <mc:Fallback xmlns=""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579E144B-0A2F-054A-75CB-B77A4D8B85DB}"/>
                    </a:ext>
                  </a:extLst>
                </p:cNvPr>
                <p:cNvPicPr/>
                <p:nvPr/>
              </p:nvPicPr>
              <p:blipFill>
                <a:blip r:embed="rId713"/>
                <a:stretch>
                  <a:fillRect/>
                </a:stretch>
              </p:blipFill>
              <p:spPr>
                <a:xfrm>
                  <a:off x="11663307" y="727280"/>
                  <a:ext cx="9468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4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08F456AF-7C02-CDDF-9EC2-077787F92DB1}"/>
                    </a:ext>
                  </a:extLst>
                </p14:cNvPr>
                <p14:cNvContentPartPr/>
                <p14:nvPr/>
              </p14:nvContentPartPr>
              <p14:xfrm>
                <a:off x="11670147" y="1034360"/>
                <a:ext cx="21600" cy="20520"/>
              </p14:xfrm>
            </p:contentPart>
          </mc:Choice>
          <mc:Fallback xmlns=""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08F456AF-7C02-CDDF-9EC2-077787F92DB1}"/>
                    </a:ext>
                  </a:extLst>
                </p:cNvPr>
                <p:cNvPicPr/>
                <p:nvPr/>
              </p:nvPicPr>
              <p:blipFill>
                <a:blip r:embed="rId715"/>
                <a:stretch>
                  <a:fillRect/>
                </a:stretch>
              </p:blipFill>
              <p:spPr>
                <a:xfrm>
                  <a:off x="11664027" y="1028240"/>
                  <a:ext cx="338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6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6CA15D58-CCB5-064B-0DF4-0DC2F7CE6BCE}"/>
                    </a:ext>
                  </a:extLst>
                </p14:cNvPr>
                <p14:cNvContentPartPr/>
                <p14:nvPr/>
              </p14:nvContentPartPr>
              <p14:xfrm>
                <a:off x="11495547" y="746720"/>
                <a:ext cx="27000" cy="206280"/>
              </p14:xfrm>
            </p:contentPart>
          </mc:Choice>
          <mc:Fallback xmlns=""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6CA15D58-CCB5-064B-0DF4-0DC2F7CE6BCE}"/>
                    </a:ext>
                  </a:extLst>
                </p:cNvPr>
                <p:cNvPicPr/>
                <p:nvPr/>
              </p:nvPicPr>
              <p:blipFill>
                <a:blip r:embed="rId717"/>
                <a:stretch>
                  <a:fillRect/>
                </a:stretch>
              </p:blipFill>
              <p:spPr>
                <a:xfrm>
                  <a:off x="11489427" y="740600"/>
                  <a:ext cx="3924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8">
              <p14:nvContentPartPr>
                <p14:cNvPr id="466" name="Ink 465">
                  <a:extLst>
                    <a:ext uri="{FF2B5EF4-FFF2-40B4-BE49-F238E27FC236}">
                      <a16:creationId xmlns:a16="http://schemas.microsoft.com/office/drawing/2014/main" id="{99CBAD72-5752-2371-F401-409B2CF2F7DE}"/>
                    </a:ext>
                  </a:extLst>
                </p14:cNvPr>
                <p14:cNvContentPartPr/>
                <p14:nvPr/>
              </p14:nvContentPartPr>
              <p14:xfrm>
                <a:off x="10945467" y="852560"/>
                <a:ext cx="474480" cy="71280"/>
              </p14:xfrm>
            </p:contentPart>
          </mc:Choice>
          <mc:Fallback xmlns="">
            <p:pic>
              <p:nvPicPr>
                <p:cNvPr id="466" name="Ink 465">
                  <a:extLst>
                    <a:ext uri="{FF2B5EF4-FFF2-40B4-BE49-F238E27FC236}">
                      <a16:creationId xmlns:a16="http://schemas.microsoft.com/office/drawing/2014/main" id="{99CBAD72-5752-2371-F401-409B2CF2F7DE}"/>
                    </a:ext>
                  </a:extLst>
                </p:cNvPr>
                <p:cNvPicPr/>
                <p:nvPr/>
              </p:nvPicPr>
              <p:blipFill>
                <a:blip r:embed="rId719"/>
                <a:stretch>
                  <a:fillRect/>
                </a:stretch>
              </p:blipFill>
              <p:spPr>
                <a:xfrm>
                  <a:off x="10939347" y="846440"/>
                  <a:ext cx="48672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0">
              <p14:nvContentPartPr>
                <p14:cNvPr id="467" name="Ink 466">
                  <a:extLst>
                    <a:ext uri="{FF2B5EF4-FFF2-40B4-BE49-F238E27FC236}">
                      <a16:creationId xmlns:a16="http://schemas.microsoft.com/office/drawing/2014/main" id="{FC856A3B-DE2E-EA80-4240-62FE4B817927}"/>
                    </a:ext>
                  </a:extLst>
                </p14:cNvPr>
                <p14:cNvContentPartPr/>
                <p14:nvPr/>
              </p14:nvContentPartPr>
              <p14:xfrm>
                <a:off x="11022867" y="791360"/>
                <a:ext cx="26640" cy="12960"/>
              </p14:xfrm>
            </p:contentPart>
          </mc:Choice>
          <mc:Fallback xmlns="">
            <p:pic>
              <p:nvPicPr>
                <p:cNvPr id="467" name="Ink 466">
                  <a:extLst>
                    <a:ext uri="{FF2B5EF4-FFF2-40B4-BE49-F238E27FC236}">
                      <a16:creationId xmlns:a16="http://schemas.microsoft.com/office/drawing/2014/main" id="{FC856A3B-DE2E-EA80-4240-62FE4B817927}"/>
                    </a:ext>
                  </a:extLst>
                </p:cNvPr>
                <p:cNvPicPr/>
                <p:nvPr/>
              </p:nvPicPr>
              <p:blipFill>
                <a:blip r:embed="rId721"/>
                <a:stretch>
                  <a:fillRect/>
                </a:stretch>
              </p:blipFill>
              <p:spPr>
                <a:xfrm>
                  <a:off x="11016747" y="785240"/>
                  <a:ext cx="388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2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CFB48D91-B44F-79F7-8A99-6CA915D9E6BA}"/>
                    </a:ext>
                  </a:extLst>
                </p14:cNvPr>
                <p14:cNvContentPartPr/>
                <p14:nvPr/>
              </p14:nvContentPartPr>
              <p14:xfrm>
                <a:off x="11089107" y="774800"/>
                <a:ext cx="29520" cy="23760"/>
              </p14:xfrm>
            </p:contentPart>
          </mc:Choice>
          <mc:Fallback xmlns=""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CFB48D91-B44F-79F7-8A99-6CA915D9E6BA}"/>
                    </a:ext>
                  </a:extLst>
                </p:cNvPr>
                <p:cNvPicPr/>
                <p:nvPr/>
              </p:nvPicPr>
              <p:blipFill>
                <a:blip r:embed="rId723"/>
                <a:stretch>
                  <a:fillRect/>
                </a:stretch>
              </p:blipFill>
              <p:spPr>
                <a:xfrm>
                  <a:off x="11082987" y="768680"/>
                  <a:ext cx="417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4">
              <p14:nvContentPartPr>
                <p14:cNvPr id="470" name="Ink 469">
                  <a:extLst>
                    <a:ext uri="{FF2B5EF4-FFF2-40B4-BE49-F238E27FC236}">
                      <a16:creationId xmlns:a16="http://schemas.microsoft.com/office/drawing/2014/main" id="{6859B774-BC6C-8245-868E-A473EE8F817F}"/>
                    </a:ext>
                  </a:extLst>
                </p14:cNvPr>
                <p14:cNvContentPartPr/>
                <p14:nvPr/>
              </p14:nvContentPartPr>
              <p14:xfrm>
                <a:off x="10761867" y="906200"/>
                <a:ext cx="128160" cy="19800"/>
              </p14:xfrm>
            </p:contentPart>
          </mc:Choice>
          <mc:Fallback xmlns="">
            <p:pic>
              <p:nvPicPr>
                <p:cNvPr id="470" name="Ink 469">
                  <a:extLst>
                    <a:ext uri="{FF2B5EF4-FFF2-40B4-BE49-F238E27FC236}">
                      <a16:creationId xmlns:a16="http://schemas.microsoft.com/office/drawing/2014/main" id="{6859B774-BC6C-8245-868E-A473EE8F817F}"/>
                    </a:ext>
                  </a:extLst>
                </p:cNvPr>
                <p:cNvPicPr/>
                <p:nvPr/>
              </p:nvPicPr>
              <p:blipFill>
                <a:blip r:embed="rId725"/>
                <a:stretch>
                  <a:fillRect/>
                </a:stretch>
              </p:blipFill>
              <p:spPr>
                <a:xfrm>
                  <a:off x="10755747" y="900080"/>
                  <a:ext cx="1404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6">
              <p14:nvContentPartPr>
                <p14:cNvPr id="471" name="Ink 470">
                  <a:extLst>
                    <a:ext uri="{FF2B5EF4-FFF2-40B4-BE49-F238E27FC236}">
                      <a16:creationId xmlns:a16="http://schemas.microsoft.com/office/drawing/2014/main" id="{A4CB1DE1-1064-EC2A-A59C-6D430F463829}"/>
                    </a:ext>
                  </a:extLst>
                </p14:cNvPr>
                <p14:cNvContentPartPr/>
                <p14:nvPr/>
              </p14:nvContentPartPr>
              <p14:xfrm>
                <a:off x="10681227" y="880280"/>
                <a:ext cx="91800" cy="76320"/>
              </p14:xfrm>
            </p:contentPart>
          </mc:Choice>
          <mc:Fallback xmlns="">
            <p:pic>
              <p:nvPicPr>
                <p:cNvPr id="471" name="Ink 470">
                  <a:extLst>
                    <a:ext uri="{FF2B5EF4-FFF2-40B4-BE49-F238E27FC236}">
                      <a16:creationId xmlns:a16="http://schemas.microsoft.com/office/drawing/2014/main" id="{A4CB1DE1-1064-EC2A-A59C-6D430F463829}"/>
                    </a:ext>
                  </a:extLst>
                </p:cNvPr>
                <p:cNvPicPr/>
                <p:nvPr/>
              </p:nvPicPr>
              <p:blipFill>
                <a:blip r:embed="rId727"/>
                <a:stretch>
                  <a:fillRect/>
                </a:stretch>
              </p:blipFill>
              <p:spPr>
                <a:xfrm>
                  <a:off x="10675107" y="874160"/>
                  <a:ext cx="10404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8">
              <p14:nvContentPartPr>
                <p14:cNvPr id="472" name="Ink 471">
                  <a:extLst>
                    <a:ext uri="{FF2B5EF4-FFF2-40B4-BE49-F238E27FC236}">
                      <a16:creationId xmlns:a16="http://schemas.microsoft.com/office/drawing/2014/main" id="{B1B191F2-7494-7616-E0F6-C02C250A2787}"/>
                    </a:ext>
                  </a:extLst>
                </p14:cNvPr>
                <p14:cNvContentPartPr/>
                <p14:nvPr/>
              </p14:nvContentPartPr>
              <p14:xfrm>
                <a:off x="10547307" y="737000"/>
                <a:ext cx="69120" cy="176760"/>
              </p14:xfrm>
            </p:contentPart>
          </mc:Choice>
          <mc:Fallback xmlns="">
            <p:pic>
              <p:nvPicPr>
                <p:cNvPr id="472" name="Ink 471">
                  <a:extLst>
                    <a:ext uri="{FF2B5EF4-FFF2-40B4-BE49-F238E27FC236}">
                      <a16:creationId xmlns:a16="http://schemas.microsoft.com/office/drawing/2014/main" id="{B1B191F2-7494-7616-E0F6-C02C250A2787}"/>
                    </a:ext>
                  </a:extLst>
                </p:cNvPr>
                <p:cNvPicPr/>
                <p:nvPr/>
              </p:nvPicPr>
              <p:blipFill>
                <a:blip r:embed="rId729"/>
                <a:stretch>
                  <a:fillRect/>
                </a:stretch>
              </p:blipFill>
              <p:spPr>
                <a:xfrm>
                  <a:off x="10541187" y="730880"/>
                  <a:ext cx="8136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0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880F2F1A-8B46-22C8-7165-11AFFAAE5449}"/>
                    </a:ext>
                  </a:extLst>
                </p14:cNvPr>
                <p14:cNvContentPartPr/>
                <p14:nvPr/>
              </p14:nvContentPartPr>
              <p14:xfrm>
                <a:off x="10589427" y="969200"/>
                <a:ext cx="16560" cy="15120"/>
              </p14:xfrm>
            </p:contentPart>
          </mc:Choice>
          <mc:Fallback xmlns=""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880F2F1A-8B46-22C8-7165-11AFFAAE5449}"/>
                    </a:ext>
                  </a:extLst>
                </p:cNvPr>
                <p:cNvPicPr/>
                <p:nvPr/>
              </p:nvPicPr>
              <p:blipFill>
                <a:blip r:embed="rId731"/>
                <a:stretch>
                  <a:fillRect/>
                </a:stretch>
              </p:blipFill>
              <p:spPr>
                <a:xfrm>
                  <a:off x="10583307" y="963080"/>
                  <a:ext cx="288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2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53E56A8A-DBF6-3BE8-20F3-E179461EA610}"/>
                    </a:ext>
                  </a:extLst>
                </p14:cNvPr>
                <p14:cNvContentPartPr/>
                <p14:nvPr/>
              </p14:nvContentPartPr>
              <p14:xfrm>
                <a:off x="10444707" y="714320"/>
                <a:ext cx="55440" cy="187200"/>
              </p14:xfrm>
            </p:contentPart>
          </mc:Choice>
          <mc:Fallback xmlns=""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53E56A8A-DBF6-3BE8-20F3-E179461EA610}"/>
                    </a:ext>
                  </a:extLst>
                </p:cNvPr>
                <p:cNvPicPr/>
                <p:nvPr/>
              </p:nvPicPr>
              <p:blipFill>
                <a:blip r:embed="rId733"/>
                <a:stretch>
                  <a:fillRect/>
                </a:stretch>
              </p:blipFill>
              <p:spPr>
                <a:xfrm>
                  <a:off x="10438587" y="708200"/>
                  <a:ext cx="6768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4">
              <p14:nvContentPartPr>
                <p14:cNvPr id="476" name="Ink 475">
                  <a:extLst>
                    <a:ext uri="{FF2B5EF4-FFF2-40B4-BE49-F238E27FC236}">
                      <a16:creationId xmlns:a16="http://schemas.microsoft.com/office/drawing/2014/main" id="{16DD8C3C-78C9-4E18-D6AC-F0E9C693CE36}"/>
                    </a:ext>
                  </a:extLst>
                </p14:cNvPr>
                <p14:cNvContentPartPr/>
                <p14:nvPr/>
              </p14:nvContentPartPr>
              <p14:xfrm>
                <a:off x="10460907" y="965960"/>
                <a:ext cx="13320" cy="14400"/>
              </p14:xfrm>
            </p:contentPart>
          </mc:Choice>
          <mc:Fallback xmlns="">
            <p:pic>
              <p:nvPicPr>
                <p:cNvPr id="476" name="Ink 475">
                  <a:extLst>
                    <a:ext uri="{FF2B5EF4-FFF2-40B4-BE49-F238E27FC236}">
                      <a16:creationId xmlns:a16="http://schemas.microsoft.com/office/drawing/2014/main" id="{16DD8C3C-78C9-4E18-D6AC-F0E9C693CE36}"/>
                    </a:ext>
                  </a:extLst>
                </p:cNvPr>
                <p:cNvPicPr/>
                <p:nvPr/>
              </p:nvPicPr>
              <p:blipFill>
                <a:blip r:embed="rId735"/>
                <a:stretch>
                  <a:fillRect/>
                </a:stretch>
              </p:blipFill>
              <p:spPr>
                <a:xfrm>
                  <a:off x="10454787" y="959840"/>
                  <a:ext cx="2556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6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752A1CC9-F382-084E-A64D-CA1D07C726CE}"/>
                    </a:ext>
                  </a:extLst>
                </p14:cNvPr>
                <p14:cNvContentPartPr/>
                <p14:nvPr/>
              </p14:nvContentPartPr>
              <p14:xfrm>
                <a:off x="10108827" y="834200"/>
                <a:ext cx="273240" cy="146880"/>
              </p14:xfrm>
            </p:contentPart>
          </mc:Choice>
          <mc:Fallback xmlns=""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752A1CC9-F382-084E-A64D-CA1D07C726CE}"/>
                    </a:ext>
                  </a:extLst>
                </p:cNvPr>
                <p:cNvPicPr/>
                <p:nvPr/>
              </p:nvPicPr>
              <p:blipFill>
                <a:blip r:embed="rId737"/>
                <a:stretch>
                  <a:fillRect/>
                </a:stretch>
              </p:blipFill>
              <p:spPr>
                <a:xfrm>
                  <a:off x="10102707" y="828080"/>
                  <a:ext cx="285480" cy="15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1" name="Group 480">
            <a:extLst>
              <a:ext uri="{FF2B5EF4-FFF2-40B4-BE49-F238E27FC236}">
                <a16:creationId xmlns:a16="http://schemas.microsoft.com/office/drawing/2014/main" id="{3867383C-129A-0F92-8222-E5CBF88D5CA7}"/>
              </a:ext>
            </a:extLst>
          </p:cNvPr>
          <p:cNvGrpSpPr/>
          <p:nvPr/>
        </p:nvGrpSpPr>
        <p:grpSpPr>
          <a:xfrm>
            <a:off x="8255187" y="170360"/>
            <a:ext cx="560160" cy="805320"/>
            <a:chOff x="8255187" y="170360"/>
            <a:chExt cx="560160" cy="80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38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C8FA899B-6028-ABAA-4948-101681ACA3BA}"/>
                    </a:ext>
                  </a:extLst>
                </p14:cNvPr>
                <p14:cNvContentPartPr/>
                <p14:nvPr/>
              </p14:nvContentPartPr>
              <p14:xfrm>
                <a:off x="8620947" y="341000"/>
                <a:ext cx="131040" cy="128520"/>
              </p14:xfrm>
            </p:contentPart>
          </mc:Choice>
          <mc:Fallback xmlns=""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C8FA899B-6028-ABAA-4948-101681ACA3BA}"/>
                    </a:ext>
                  </a:extLst>
                </p:cNvPr>
                <p:cNvPicPr/>
                <p:nvPr/>
              </p:nvPicPr>
              <p:blipFill>
                <a:blip r:embed="rId739"/>
                <a:stretch>
                  <a:fillRect/>
                </a:stretch>
              </p:blipFill>
              <p:spPr>
                <a:xfrm>
                  <a:off x="8614827" y="334880"/>
                  <a:ext cx="14328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0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1BEAD22E-B67F-3634-480C-C6ED08260FFE}"/>
                    </a:ext>
                  </a:extLst>
                </p14:cNvPr>
                <p14:cNvContentPartPr/>
                <p14:nvPr/>
              </p14:nvContentPartPr>
              <p14:xfrm>
                <a:off x="8724267" y="181520"/>
                <a:ext cx="91080" cy="55080"/>
              </p14:xfrm>
            </p:contentPart>
          </mc:Choice>
          <mc:Fallback xmlns=""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1BEAD22E-B67F-3634-480C-C6ED08260FFE}"/>
                    </a:ext>
                  </a:extLst>
                </p:cNvPr>
                <p:cNvPicPr/>
                <p:nvPr/>
              </p:nvPicPr>
              <p:blipFill>
                <a:blip r:embed="rId741"/>
                <a:stretch>
                  <a:fillRect/>
                </a:stretch>
              </p:blipFill>
              <p:spPr>
                <a:xfrm>
                  <a:off x="8718147" y="175400"/>
                  <a:ext cx="10332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2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B1B03678-EA5F-A052-CE9A-765670C871BB}"/>
                    </a:ext>
                  </a:extLst>
                </p14:cNvPr>
                <p14:cNvContentPartPr/>
                <p14:nvPr/>
              </p14:nvContentPartPr>
              <p14:xfrm>
                <a:off x="8638227" y="719720"/>
                <a:ext cx="136440" cy="96480"/>
              </p14:xfrm>
            </p:contentPart>
          </mc:Choice>
          <mc:Fallback xmlns=""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B1B03678-EA5F-A052-CE9A-765670C871BB}"/>
                    </a:ext>
                  </a:extLst>
                </p:cNvPr>
                <p:cNvPicPr/>
                <p:nvPr/>
              </p:nvPicPr>
              <p:blipFill>
                <a:blip r:embed="rId743"/>
                <a:stretch>
                  <a:fillRect/>
                </a:stretch>
              </p:blipFill>
              <p:spPr>
                <a:xfrm>
                  <a:off x="8632107" y="713600"/>
                  <a:ext cx="1486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4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48E372C0-B7E3-F809-4679-E91DFA02A9D0}"/>
                    </a:ext>
                  </a:extLst>
                </p14:cNvPr>
                <p14:cNvContentPartPr/>
                <p14:nvPr/>
              </p14:nvContentPartPr>
              <p14:xfrm>
                <a:off x="8679267" y="587960"/>
                <a:ext cx="127440" cy="69120"/>
              </p14:xfrm>
            </p:contentPart>
          </mc:Choice>
          <mc:Fallback xmlns=""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48E372C0-B7E3-F809-4679-E91DFA02A9D0}"/>
                    </a:ext>
                  </a:extLst>
                </p:cNvPr>
                <p:cNvPicPr/>
                <p:nvPr/>
              </p:nvPicPr>
              <p:blipFill>
                <a:blip r:embed="rId745"/>
                <a:stretch>
                  <a:fillRect/>
                </a:stretch>
              </p:blipFill>
              <p:spPr>
                <a:xfrm>
                  <a:off x="8673147" y="581840"/>
                  <a:ext cx="1396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6">
              <p14:nvContentPartPr>
                <p14:cNvPr id="480" name="Ink 479">
                  <a:extLst>
                    <a:ext uri="{FF2B5EF4-FFF2-40B4-BE49-F238E27FC236}">
                      <a16:creationId xmlns:a16="http://schemas.microsoft.com/office/drawing/2014/main" id="{E2C4BBCA-7ACB-629C-B53E-7334FAED0E44}"/>
                    </a:ext>
                  </a:extLst>
                </p14:cNvPr>
                <p14:cNvContentPartPr/>
                <p14:nvPr/>
              </p14:nvContentPartPr>
              <p14:xfrm>
                <a:off x="8255187" y="170360"/>
                <a:ext cx="335880" cy="805320"/>
              </p14:xfrm>
            </p:contentPart>
          </mc:Choice>
          <mc:Fallback xmlns="">
            <p:pic>
              <p:nvPicPr>
                <p:cNvPr id="480" name="Ink 479">
                  <a:extLst>
                    <a:ext uri="{FF2B5EF4-FFF2-40B4-BE49-F238E27FC236}">
                      <a16:creationId xmlns:a16="http://schemas.microsoft.com/office/drawing/2014/main" id="{E2C4BBCA-7ACB-629C-B53E-7334FAED0E44}"/>
                    </a:ext>
                  </a:extLst>
                </p:cNvPr>
                <p:cNvPicPr/>
                <p:nvPr/>
              </p:nvPicPr>
              <p:blipFill>
                <a:blip r:embed="rId747"/>
                <a:stretch>
                  <a:fillRect/>
                </a:stretch>
              </p:blipFill>
              <p:spPr>
                <a:xfrm>
                  <a:off x="8249067" y="164240"/>
                  <a:ext cx="348120" cy="81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7" name="Group 486">
            <a:extLst>
              <a:ext uri="{FF2B5EF4-FFF2-40B4-BE49-F238E27FC236}">
                <a16:creationId xmlns:a16="http://schemas.microsoft.com/office/drawing/2014/main" id="{5431DD47-4B74-84E8-1574-22BB74A571A2}"/>
              </a:ext>
            </a:extLst>
          </p:cNvPr>
          <p:cNvGrpSpPr/>
          <p:nvPr/>
        </p:nvGrpSpPr>
        <p:grpSpPr>
          <a:xfrm>
            <a:off x="10271907" y="1253600"/>
            <a:ext cx="1301760" cy="264240"/>
            <a:chOff x="10271907" y="1253600"/>
            <a:chExt cx="1301760" cy="26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8">
              <p14:nvContentPartPr>
                <p14:cNvPr id="482" name="Ink 481">
                  <a:extLst>
                    <a:ext uri="{FF2B5EF4-FFF2-40B4-BE49-F238E27FC236}">
                      <a16:creationId xmlns:a16="http://schemas.microsoft.com/office/drawing/2014/main" id="{C2AEB5DB-767E-CCCE-E2AF-0C2856B7103D}"/>
                    </a:ext>
                  </a:extLst>
                </p14:cNvPr>
                <p14:cNvContentPartPr/>
                <p14:nvPr/>
              </p14:nvContentPartPr>
              <p14:xfrm>
                <a:off x="10962747" y="1279160"/>
                <a:ext cx="610920" cy="238680"/>
              </p14:xfrm>
            </p:contentPart>
          </mc:Choice>
          <mc:Fallback xmlns="">
            <p:pic>
              <p:nvPicPr>
                <p:cNvPr id="482" name="Ink 481">
                  <a:extLst>
                    <a:ext uri="{FF2B5EF4-FFF2-40B4-BE49-F238E27FC236}">
                      <a16:creationId xmlns:a16="http://schemas.microsoft.com/office/drawing/2014/main" id="{C2AEB5DB-767E-CCCE-E2AF-0C2856B7103D}"/>
                    </a:ext>
                  </a:extLst>
                </p:cNvPr>
                <p:cNvPicPr/>
                <p:nvPr/>
              </p:nvPicPr>
              <p:blipFill>
                <a:blip r:embed="rId749"/>
                <a:stretch>
                  <a:fillRect/>
                </a:stretch>
              </p:blipFill>
              <p:spPr>
                <a:xfrm>
                  <a:off x="10956627" y="1273040"/>
                  <a:ext cx="62316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0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2905D733-EF94-2EBC-19CD-EAAD25AD8F87}"/>
                    </a:ext>
                  </a:extLst>
                </p14:cNvPr>
                <p14:cNvContentPartPr/>
                <p14:nvPr/>
              </p14:nvContentPartPr>
              <p14:xfrm>
                <a:off x="10949787" y="1253600"/>
                <a:ext cx="38160" cy="178920"/>
              </p14:xfrm>
            </p:contentPart>
          </mc:Choice>
          <mc:Fallback xmlns=""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2905D733-EF94-2EBC-19CD-EAAD25AD8F87}"/>
                    </a:ext>
                  </a:extLst>
                </p:cNvPr>
                <p:cNvPicPr/>
                <p:nvPr/>
              </p:nvPicPr>
              <p:blipFill>
                <a:blip r:embed="rId751"/>
                <a:stretch>
                  <a:fillRect/>
                </a:stretch>
              </p:blipFill>
              <p:spPr>
                <a:xfrm>
                  <a:off x="10943667" y="1247480"/>
                  <a:ext cx="5040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2">
              <p14:nvContentPartPr>
                <p14:cNvPr id="484" name="Ink 483">
                  <a:extLst>
                    <a:ext uri="{FF2B5EF4-FFF2-40B4-BE49-F238E27FC236}">
                      <a16:creationId xmlns:a16="http://schemas.microsoft.com/office/drawing/2014/main" id="{FE5FD13E-88E9-1363-5704-FEE63B95EF94}"/>
                    </a:ext>
                  </a:extLst>
                </p14:cNvPr>
                <p14:cNvContentPartPr/>
                <p14:nvPr/>
              </p14:nvContentPartPr>
              <p14:xfrm>
                <a:off x="10271907" y="1355120"/>
                <a:ext cx="614520" cy="84240"/>
              </p14:xfrm>
            </p:contentPart>
          </mc:Choice>
          <mc:Fallback xmlns="">
            <p:pic>
              <p:nvPicPr>
                <p:cNvPr id="484" name="Ink 483">
                  <a:extLst>
                    <a:ext uri="{FF2B5EF4-FFF2-40B4-BE49-F238E27FC236}">
                      <a16:creationId xmlns:a16="http://schemas.microsoft.com/office/drawing/2014/main" id="{FE5FD13E-88E9-1363-5704-FEE63B95EF94}"/>
                    </a:ext>
                  </a:extLst>
                </p:cNvPr>
                <p:cNvPicPr/>
                <p:nvPr/>
              </p:nvPicPr>
              <p:blipFill>
                <a:blip r:embed="rId753"/>
                <a:stretch>
                  <a:fillRect/>
                </a:stretch>
              </p:blipFill>
              <p:spPr>
                <a:xfrm>
                  <a:off x="10265787" y="1349000"/>
                  <a:ext cx="6267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4">
              <p14:nvContentPartPr>
                <p14:cNvPr id="485" name="Ink 484">
                  <a:extLst>
                    <a:ext uri="{FF2B5EF4-FFF2-40B4-BE49-F238E27FC236}">
                      <a16:creationId xmlns:a16="http://schemas.microsoft.com/office/drawing/2014/main" id="{14306A6E-0F83-F009-D294-007C9C918042}"/>
                    </a:ext>
                  </a:extLst>
                </p14:cNvPr>
                <p14:cNvContentPartPr/>
                <p14:nvPr/>
              </p14:nvContentPartPr>
              <p14:xfrm>
                <a:off x="10362627" y="1324160"/>
                <a:ext cx="29160" cy="12960"/>
              </p14:xfrm>
            </p:contentPart>
          </mc:Choice>
          <mc:Fallback xmlns="">
            <p:pic>
              <p:nvPicPr>
                <p:cNvPr id="485" name="Ink 484">
                  <a:extLst>
                    <a:ext uri="{FF2B5EF4-FFF2-40B4-BE49-F238E27FC236}">
                      <a16:creationId xmlns:a16="http://schemas.microsoft.com/office/drawing/2014/main" id="{14306A6E-0F83-F009-D294-007C9C918042}"/>
                    </a:ext>
                  </a:extLst>
                </p:cNvPr>
                <p:cNvPicPr/>
                <p:nvPr/>
              </p:nvPicPr>
              <p:blipFill>
                <a:blip r:embed="rId755"/>
                <a:stretch>
                  <a:fillRect/>
                </a:stretch>
              </p:blipFill>
              <p:spPr>
                <a:xfrm>
                  <a:off x="10356507" y="1318040"/>
                  <a:ext cx="414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6">
              <p14:nvContentPartPr>
                <p14:cNvPr id="486" name="Ink 485">
                  <a:extLst>
                    <a:ext uri="{FF2B5EF4-FFF2-40B4-BE49-F238E27FC236}">
                      <a16:creationId xmlns:a16="http://schemas.microsoft.com/office/drawing/2014/main" id="{C91D40C9-056F-B9D2-8EA8-C3EA5814D3BB}"/>
                    </a:ext>
                  </a:extLst>
                </p14:cNvPr>
                <p14:cNvContentPartPr/>
                <p14:nvPr/>
              </p14:nvContentPartPr>
              <p14:xfrm>
                <a:off x="10450107" y="1316600"/>
                <a:ext cx="19440" cy="5400"/>
              </p14:xfrm>
            </p:contentPart>
          </mc:Choice>
          <mc:Fallback xmlns="">
            <p:pic>
              <p:nvPicPr>
                <p:cNvPr id="486" name="Ink 485">
                  <a:extLst>
                    <a:ext uri="{FF2B5EF4-FFF2-40B4-BE49-F238E27FC236}">
                      <a16:creationId xmlns:a16="http://schemas.microsoft.com/office/drawing/2014/main" id="{C91D40C9-056F-B9D2-8EA8-C3EA5814D3BB}"/>
                    </a:ext>
                  </a:extLst>
                </p:cNvPr>
                <p:cNvPicPr/>
                <p:nvPr/>
              </p:nvPicPr>
              <p:blipFill>
                <a:blip r:embed="rId757"/>
                <a:stretch>
                  <a:fillRect/>
                </a:stretch>
              </p:blipFill>
              <p:spPr>
                <a:xfrm>
                  <a:off x="10443987" y="1310480"/>
                  <a:ext cx="31680" cy="1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1" name="Group 490">
            <a:extLst>
              <a:ext uri="{FF2B5EF4-FFF2-40B4-BE49-F238E27FC236}">
                <a16:creationId xmlns:a16="http://schemas.microsoft.com/office/drawing/2014/main" id="{5D329501-7CCD-2168-FD2F-EB16F00B609F}"/>
              </a:ext>
            </a:extLst>
          </p:cNvPr>
          <p:cNvGrpSpPr/>
          <p:nvPr/>
        </p:nvGrpSpPr>
        <p:grpSpPr>
          <a:xfrm>
            <a:off x="9493587" y="1215080"/>
            <a:ext cx="635040" cy="386280"/>
            <a:chOff x="9493587" y="1215080"/>
            <a:chExt cx="635040" cy="38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8">
              <p14:nvContentPartPr>
                <p14:cNvPr id="488" name="Ink 487">
                  <a:extLst>
                    <a:ext uri="{FF2B5EF4-FFF2-40B4-BE49-F238E27FC236}">
                      <a16:creationId xmlns:a16="http://schemas.microsoft.com/office/drawing/2014/main" id="{9A583277-5BC9-83A7-9D57-591EBCF1B1D8}"/>
                    </a:ext>
                  </a:extLst>
                </p14:cNvPr>
                <p14:cNvContentPartPr/>
                <p14:nvPr/>
              </p14:nvContentPartPr>
              <p14:xfrm>
                <a:off x="9493587" y="1325240"/>
                <a:ext cx="635040" cy="192600"/>
              </p14:xfrm>
            </p:contentPart>
          </mc:Choice>
          <mc:Fallback xmlns="">
            <p:pic>
              <p:nvPicPr>
                <p:cNvPr id="488" name="Ink 487">
                  <a:extLst>
                    <a:ext uri="{FF2B5EF4-FFF2-40B4-BE49-F238E27FC236}">
                      <a16:creationId xmlns:a16="http://schemas.microsoft.com/office/drawing/2014/main" id="{9A583277-5BC9-83A7-9D57-591EBCF1B1D8}"/>
                    </a:ext>
                  </a:extLst>
                </p:cNvPr>
                <p:cNvPicPr/>
                <p:nvPr/>
              </p:nvPicPr>
              <p:blipFill>
                <a:blip r:embed="rId759"/>
                <a:stretch>
                  <a:fillRect/>
                </a:stretch>
              </p:blipFill>
              <p:spPr>
                <a:xfrm>
                  <a:off x="9487467" y="1319120"/>
                  <a:ext cx="64728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0">
              <p14:nvContentPartPr>
                <p14:cNvPr id="489" name="Ink 488">
                  <a:extLst>
                    <a:ext uri="{FF2B5EF4-FFF2-40B4-BE49-F238E27FC236}">
                      <a16:creationId xmlns:a16="http://schemas.microsoft.com/office/drawing/2014/main" id="{DAF00055-E339-D621-173A-CCE5791FD58D}"/>
                    </a:ext>
                  </a:extLst>
                </p14:cNvPr>
                <p14:cNvContentPartPr/>
                <p14:nvPr/>
              </p14:nvContentPartPr>
              <p14:xfrm>
                <a:off x="9911187" y="1215080"/>
                <a:ext cx="101520" cy="55440"/>
              </p14:xfrm>
            </p:contentPart>
          </mc:Choice>
          <mc:Fallback xmlns="">
            <p:pic>
              <p:nvPicPr>
                <p:cNvPr id="489" name="Ink 488">
                  <a:extLst>
                    <a:ext uri="{FF2B5EF4-FFF2-40B4-BE49-F238E27FC236}">
                      <a16:creationId xmlns:a16="http://schemas.microsoft.com/office/drawing/2014/main" id="{DAF00055-E339-D621-173A-CCE5791FD58D}"/>
                    </a:ext>
                  </a:extLst>
                </p:cNvPr>
                <p:cNvPicPr/>
                <p:nvPr/>
              </p:nvPicPr>
              <p:blipFill>
                <a:blip r:embed="rId761"/>
                <a:stretch>
                  <a:fillRect/>
                </a:stretch>
              </p:blipFill>
              <p:spPr>
                <a:xfrm>
                  <a:off x="9905067" y="1208960"/>
                  <a:ext cx="1137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2">
              <p14:nvContentPartPr>
                <p14:cNvPr id="490" name="Ink 489">
                  <a:extLst>
                    <a:ext uri="{FF2B5EF4-FFF2-40B4-BE49-F238E27FC236}">
                      <a16:creationId xmlns:a16="http://schemas.microsoft.com/office/drawing/2014/main" id="{33B6EAA5-838A-6861-6FDA-F1EF76F8F97B}"/>
                    </a:ext>
                  </a:extLst>
                </p14:cNvPr>
                <p14:cNvContentPartPr/>
                <p14:nvPr/>
              </p14:nvContentPartPr>
              <p14:xfrm>
                <a:off x="9659547" y="1566080"/>
                <a:ext cx="86760" cy="35280"/>
              </p14:xfrm>
            </p:contentPart>
          </mc:Choice>
          <mc:Fallback xmlns="">
            <p:pic>
              <p:nvPicPr>
                <p:cNvPr id="490" name="Ink 489">
                  <a:extLst>
                    <a:ext uri="{FF2B5EF4-FFF2-40B4-BE49-F238E27FC236}">
                      <a16:creationId xmlns:a16="http://schemas.microsoft.com/office/drawing/2014/main" id="{33B6EAA5-838A-6861-6FDA-F1EF76F8F97B}"/>
                    </a:ext>
                  </a:extLst>
                </p:cNvPr>
                <p:cNvPicPr/>
                <p:nvPr/>
              </p:nvPicPr>
              <p:blipFill>
                <a:blip r:embed="rId763"/>
                <a:stretch>
                  <a:fillRect/>
                </a:stretch>
              </p:blipFill>
              <p:spPr>
                <a:xfrm>
                  <a:off x="9653427" y="1559960"/>
                  <a:ext cx="99000" cy="47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64">
            <p14:nvContentPartPr>
              <p14:cNvPr id="492" name="Ink 491">
                <a:extLst>
                  <a:ext uri="{FF2B5EF4-FFF2-40B4-BE49-F238E27FC236}">
                    <a16:creationId xmlns:a16="http://schemas.microsoft.com/office/drawing/2014/main" id="{2F85C5A0-D5D3-57ED-973E-21BFFEDFE1A3}"/>
                  </a:ext>
                </a:extLst>
              </p14:cNvPr>
              <p14:cNvContentPartPr/>
              <p14:nvPr/>
            </p14:nvContentPartPr>
            <p14:xfrm>
              <a:off x="9483507" y="1371320"/>
              <a:ext cx="72360" cy="71280"/>
            </p14:xfrm>
          </p:contentPart>
        </mc:Choice>
        <mc:Fallback xmlns="">
          <p:pic>
            <p:nvPicPr>
              <p:cNvPr id="492" name="Ink 491">
                <a:extLst>
                  <a:ext uri="{FF2B5EF4-FFF2-40B4-BE49-F238E27FC236}">
                    <a16:creationId xmlns:a16="http://schemas.microsoft.com/office/drawing/2014/main" id="{2F85C5A0-D5D3-57ED-973E-21BFFEDFE1A3}"/>
                  </a:ext>
                </a:extLst>
              </p:cNvPr>
              <p:cNvPicPr/>
              <p:nvPr/>
            </p:nvPicPr>
            <p:blipFill>
              <a:blip r:embed="rId765"/>
              <a:stretch>
                <a:fillRect/>
              </a:stretch>
            </p:blipFill>
            <p:spPr>
              <a:xfrm>
                <a:off x="9477387" y="1365200"/>
                <a:ext cx="84600" cy="83520"/>
              </a:xfrm>
              <a:prstGeom prst="rect">
                <a:avLst/>
              </a:prstGeom>
            </p:spPr>
          </p:pic>
        </mc:Fallback>
      </mc:AlternateContent>
      <p:grpSp>
        <p:nvGrpSpPr>
          <p:cNvPr id="499" name="Group 498">
            <a:extLst>
              <a:ext uri="{FF2B5EF4-FFF2-40B4-BE49-F238E27FC236}">
                <a16:creationId xmlns:a16="http://schemas.microsoft.com/office/drawing/2014/main" id="{14C3E2DB-EEB7-A988-B989-2012BB1CE145}"/>
              </a:ext>
            </a:extLst>
          </p:cNvPr>
          <p:cNvGrpSpPr/>
          <p:nvPr/>
        </p:nvGrpSpPr>
        <p:grpSpPr>
          <a:xfrm>
            <a:off x="4665627" y="189440"/>
            <a:ext cx="927360" cy="235440"/>
            <a:chOff x="4665627" y="189440"/>
            <a:chExt cx="927360" cy="23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6">
              <p14:nvContentPartPr>
                <p14:cNvPr id="493" name="Ink 492">
                  <a:extLst>
                    <a:ext uri="{FF2B5EF4-FFF2-40B4-BE49-F238E27FC236}">
                      <a16:creationId xmlns:a16="http://schemas.microsoft.com/office/drawing/2014/main" id="{21504666-6AE2-4DE0-0852-7768E06F92ED}"/>
                    </a:ext>
                  </a:extLst>
                </p14:cNvPr>
                <p14:cNvContentPartPr/>
                <p14:nvPr/>
              </p14:nvContentPartPr>
              <p14:xfrm>
                <a:off x="4665627" y="287720"/>
                <a:ext cx="174240" cy="133560"/>
              </p14:xfrm>
            </p:contentPart>
          </mc:Choice>
          <mc:Fallback xmlns="">
            <p:pic>
              <p:nvPicPr>
                <p:cNvPr id="493" name="Ink 492">
                  <a:extLst>
                    <a:ext uri="{FF2B5EF4-FFF2-40B4-BE49-F238E27FC236}">
                      <a16:creationId xmlns:a16="http://schemas.microsoft.com/office/drawing/2014/main" id="{21504666-6AE2-4DE0-0852-7768E06F92ED}"/>
                    </a:ext>
                  </a:extLst>
                </p:cNvPr>
                <p:cNvPicPr/>
                <p:nvPr/>
              </p:nvPicPr>
              <p:blipFill>
                <a:blip r:embed="rId767"/>
                <a:stretch>
                  <a:fillRect/>
                </a:stretch>
              </p:blipFill>
              <p:spPr>
                <a:xfrm>
                  <a:off x="4659507" y="281600"/>
                  <a:ext cx="18648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8">
              <p14:nvContentPartPr>
                <p14:cNvPr id="494" name="Ink 493">
                  <a:extLst>
                    <a:ext uri="{FF2B5EF4-FFF2-40B4-BE49-F238E27FC236}">
                      <a16:creationId xmlns:a16="http://schemas.microsoft.com/office/drawing/2014/main" id="{9D33F95A-5902-EE57-2241-10A66C61F54D}"/>
                    </a:ext>
                  </a:extLst>
                </p14:cNvPr>
                <p14:cNvContentPartPr/>
                <p14:nvPr/>
              </p14:nvContentPartPr>
              <p14:xfrm>
                <a:off x="4820427" y="225800"/>
                <a:ext cx="39240" cy="53640"/>
              </p14:xfrm>
            </p:contentPart>
          </mc:Choice>
          <mc:Fallback xmlns="">
            <p:pic>
              <p:nvPicPr>
                <p:cNvPr id="494" name="Ink 493">
                  <a:extLst>
                    <a:ext uri="{FF2B5EF4-FFF2-40B4-BE49-F238E27FC236}">
                      <a16:creationId xmlns:a16="http://schemas.microsoft.com/office/drawing/2014/main" id="{9D33F95A-5902-EE57-2241-10A66C61F54D}"/>
                    </a:ext>
                  </a:extLst>
                </p:cNvPr>
                <p:cNvPicPr/>
                <p:nvPr/>
              </p:nvPicPr>
              <p:blipFill>
                <a:blip r:embed="rId769"/>
                <a:stretch>
                  <a:fillRect/>
                </a:stretch>
              </p:blipFill>
              <p:spPr>
                <a:xfrm>
                  <a:off x="4814307" y="219680"/>
                  <a:ext cx="5148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0">
              <p14:nvContentPartPr>
                <p14:cNvPr id="495" name="Ink 494">
                  <a:extLst>
                    <a:ext uri="{FF2B5EF4-FFF2-40B4-BE49-F238E27FC236}">
                      <a16:creationId xmlns:a16="http://schemas.microsoft.com/office/drawing/2014/main" id="{9183569E-CEC1-D04D-C835-581E62761E03}"/>
                    </a:ext>
                  </a:extLst>
                </p14:cNvPr>
                <p14:cNvContentPartPr/>
                <p14:nvPr/>
              </p14:nvContentPartPr>
              <p14:xfrm>
                <a:off x="4888107" y="272960"/>
                <a:ext cx="78840" cy="143640"/>
              </p14:xfrm>
            </p:contentPart>
          </mc:Choice>
          <mc:Fallback xmlns="">
            <p:pic>
              <p:nvPicPr>
                <p:cNvPr id="495" name="Ink 494">
                  <a:extLst>
                    <a:ext uri="{FF2B5EF4-FFF2-40B4-BE49-F238E27FC236}">
                      <a16:creationId xmlns:a16="http://schemas.microsoft.com/office/drawing/2014/main" id="{9183569E-CEC1-D04D-C835-581E62761E03}"/>
                    </a:ext>
                  </a:extLst>
                </p:cNvPr>
                <p:cNvPicPr/>
                <p:nvPr/>
              </p:nvPicPr>
              <p:blipFill>
                <a:blip r:embed="rId771"/>
                <a:stretch>
                  <a:fillRect/>
                </a:stretch>
              </p:blipFill>
              <p:spPr>
                <a:xfrm>
                  <a:off x="4881987" y="266840"/>
                  <a:ext cx="9108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2">
              <p14:nvContentPartPr>
                <p14:cNvPr id="496" name="Ink 495">
                  <a:extLst>
                    <a:ext uri="{FF2B5EF4-FFF2-40B4-BE49-F238E27FC236}">
                      <a16:creationId xmlns:a16="http://schemas.microsoft.com/office/drawing/2014/main" id="{A28553AC-BA4F-9C61-154F-720B5BF82411}"/>
                    </a:ext>
                  </a:extLst>
                </p14:cNvPr>
                <p14:cNvContentPartPr/>
                <p14:nvPr/>
              </p14:nvContentPartPr>
              <p14:xfrm>
                <a:off x="5059827" y="189440"/>
                <a:ext cx="66240" cy="206640"/>
              </p14:xfrm>
            </p:contentPart>
          </mc:Choice>
          <mc:Fallback xmlns="">
            <p:pic>
              <p:nvPicPr>
                <p:cNvPr id="496" name="Ink 495">
                  <a:extLst>
                    <a:ext uri="{FF2B5EF4-FFF2-40B4-BE49-F238E27FC236}">
                      <a16:creationId xmlns:a16="http://schemas.microsoft.com/office/drawing/2014/main" id="{A28553AC-BA4F-9C61-154F-720B5BF82411}"/>
                    </a:ext>
                  </a:extLst>
                </p:cNvPr>
                <p:cNvPicPr/>
                <p:nvPr/>
              </p:nvPicPr>
              <p:blipFill>
                <a:blip r:embed="rId773"/>
                <a:stretch>
                  <a:fillRect/>
                </a:stretch>
              </p:blipFill>
              <p:spPr>
                <a:xfrm>
                  <a:off x="5053707" y="183320"/>
                  <a:ext cx="7848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4">
              <p14:nvContentPartPr>
                <p14:cNvPr id="497" name="Ink 496">
                  <a:extLst>
                    <a:ext uri="{FF2B5EF4-FFF2-40B4-BE49-F238E27FC236}">
                      <a16:creationId xmlns:a16="http://schemas.microsoft.com/office/drawing/2014/main" id="{E78538A9-98C2-D9DF-914E-2DDF721BD14B}"/>
                    </a:ext>
                  </a:extLst>
                </p14:cNvPr>
                <p14:cNvContentPartPr/>
                <p14:nvPr/>
              </p14:nvContentPartPr>
              <p14:xfrm>
                <a:off x="5025987" y="261080"/>
                <a:ext cx="111600" cy="4320"/>
              </p14:xfrm>
            </p:contentPart>
          </mc:Choice>
          <mc:Fallback xmlns="">
            <p:pic>
              <p:nvPicPr>
                <p:cNvPr id="497" name="Ink 496">
                  <a:extLst>
                    <a:ext uri="{FF2B5EF4-FFF2-40B4-BE49-F238E27FC236}">
                      <a16:creationId xmlns:a16="http://schemas.microsoft.com/office/drawing/2014/main" id="{E78538A9-98C2-D9DF-914E-2DDF721BD14B}"/>
                    </a:ext>
                  </a:extLst>
                </p:cNvPr>
                <p:cNvPicPr/>
                <p:nvPr/>
              </p:nvPicPr>
              <p:blipFill>
                <a:blip r:embed="rId775"/>
                <a:stretch>
                  <a:fillRect/>
                </a:stretch>
              </p:blipFill>
              <p:spPr>
                <a:xfrm>
                  <a:off x="5019867" y="254960"/>
                  <a:ext cx="12384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6">
              <p14:nvContentPartPr>
                <p14:cNvPr id="498" name="Ink 497">
                  <a:extLst>
                    <a:ext uri="{FF2B5EF4-FFF2-40B4-BE49-F238E27FC236}">
                      <a16:creationId xmlns:a16="http://schemas.microsoft.com/office/drawing/2014/main" id="{F77F6C05-C81B-6E94-A176-42E255569B2E}"/>
                    </a:ext>
                  </a:extLst>
                </p14:cNvPr>
                <p14:cNvContentPartPr/>
                <p14:nvPr/>
              </p14:nvContentPartPr>
              <p14:xfrm>
                <a:off x="5204907" y="309320"/>
                <a:ext cx="388080" cy="115560"/>
              </p14:xfrm>
            </p:contentPart>
          </mc:Choice>
          <mc:Fallback xmlns="">
            <p:pic>
              <p:nvPicPr>
                <p:cNvPr id="498" name="Ink 497">
                  <a:extLst>
                    <a:ext uri="{FF2B5EF4-FFF2-40B4-BE49-F238E27FC236}">
                      <a16:creationId xmlns:a16="http://schemas.microsoft.com/office/drawing/2014/main" id="{F77F6C05-C81B-6E94-A176-42E255569B2E}"/>
                    </a:ext>
                  </a:extLst>
                </p:cNvPr>
                <p:cNvPicPr/>
                <p:nvPr/>
              </p:nvPicPr>
              <p:blipFill>
                <a:blip r:embed="rId777"/>
                <a:stretch>
                  <a:fillRect/>
                </a:stretch>
              </p:blipFill>
              <p:spPr>
                <a:xfrm>
                  <a:off x="5198787" y="303200"/>
                  <a:ext cx="400320" cy="12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2" name="Group 501">
            <a:extLst>
              <a:ext uri="{FF2B5EF4-FFF2-40B4-BE49-F238E27FC236}">
                <a16:creationId xmlns:a16="http://schemas.microsoft.com/office/drawing/2014/main" id="{8D814FB8-B9D9-7A4A-E87F-C9FEB5B6CCB7}"/>
              </a:ext>
            </a:extLst>
          </p:cNvPr>
          <p:cNvGrpSpPr/>
          <p:nvPr/>
        </p:nvGrpSpPr>
        <p:grpSpPr>
          <a:xfrm>
            <a:off x="5760747" y="132200"/>
            <a:ext cx="164160" cy="259200"/>
            <a:chOff x="5760747" y="132200"/>
            <a:chExt cx="164160" cy="25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8">
              <p14:nvContentPartPr>
                <p14:cNvPr id="500" name="Ink 499">
                  <a:extLst>
                    <a:ext uri="{FF2B5EF4-FFF2-40B4-BE49-F238E27FC236}">
                      <a16:creationId xmlns:a16="http://schemas.microsoft.com/office/drawing/2014/main" id="{00DD8759-525E-E92A-F08B-F78DD668C8DC}"/>
                    </a:ext>
                  </a:extLst>
                </p14:cNvPr>
                <p14:cNvContentPartPr/>
                <p14:nvPr/>
              </p14:nvContentPartPr>
              <p14:xfrm>
                <a:off x="5760747" y="262520"/>
                <a:ext cx="164160" cy="128880"/>
              </p14:xfrm>
            </p:contentPart>
          </mc:Choice>
          <mc:Fallback xmlns="">
            <p:pic>
              <p:nvPicPr>
                <p:cNvPr id="500" name="Ink 499">
                  <a:extLst>
                    <a:ext uri="{FF2B5EF4-FFF2-40B4-BE49-F238E27FC236}">
                      <a16:creationId xmlns:a16="http://schemas.microsoft.com/office/drawing/2014/main" id="{00DD8759-525E-E92A-F08B-F78DD668C8DC}"/>
                    </a:ext>
                  </a:extLst>
                </p:cNvPr>
                <p:cNvPicPr/>
                <p:nvPr/>
              </p:nvPicPr>
              <p:blipFill>
                <a:blip r:embed="rId779"/>
                <a:stretch>
                  <a:fillRect/>
                </a:stretch>
              </p:blipFill>
              <p:spPr>
                <a:xfrm>
                  <a:off x="5754627" y="256400"/>
                  <a:ext cx="17640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0">
              <p14:nvContentPartPr>
                <p14:cNvPr id="501" name="Ink 500">
                  <a:extLst>
                    <a:ext uri="{FF2B5EF4-FFF2-40B4-BE49-F238E27FC236}">
                      <a16:creationId xmlns:a16="http://schemas.microsoft.com/office/drawing/2014/main" id="{C867D5D4-E455-A32A-4729-0F214F55E540}"/>
                    </a:ext>
                  </a:extLst>
                </p14:cNvPr>
                <p14:cNvContentPartPr/>
                <p14:nvPr/>
              </p14:nvContentPartPr>
              <p14:xfrm>
                <a:off x="5832747" y="132200"/>
                <a:ext cx="73440" cy="65880"/>
              </p14:xfrm>
            </p:contentPart>
          </mc:Choice>
          <mc:Fallback xmlns="">
            <p:pic>
              <p:nvPicPr>
                <p:cNvPr id="501" name="Ink 500">
                  <a:extLst>
                    <a:ext uri="{FF2B5EF4-FFF2-40B4-BE49-F238E27FC236}">
                      <a16:creationId xmlns:a16="http://schemas.microsoft.com/office/drawing/2014/main" id="{C867D5D4-E455-A32A-4729-0F214F55E540}"/>
                    </a:ext>
                  </a:extLst>
                </p:cNvPr>
                <p:cNvPicPr/>
                <p:nvPr/>
              </p:nvPicPr>
              <p:blipFill>
                <a:blip r:embed="rId781"/>
                <a:stretch>
                  <a:fillRect/>
                </a:stretch>
              </p:blipFill>
              <p:spPr>
                <a:xfrm>
                  <a:off x="5826627" y="126080"/>
                  <a:ext cx="85680" cy="7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6" name="Group 515">
            <a:extLst>
              <a:ext uri="{FF2B5EF4-FFF2-40B4-BE49-F238E27FC236}">
                <a16:creationId xmlns:a16="http://schemas.microsoft.com/office/drawing/2014/main" id="{D79005A0-1A34-ABE8-7262-39518B57AF57}"/>
              </a:ext>
            </a:extLst>
          </p:cNvPr>
          <p:cNvGrpSpPr/>
          <p:nvPr/>
        </p:nvGrpSpPr>
        <p:grpSpPr>
          <a:xfrm>
            <a:off x="1239507" y="6110000"/>
            <a:ext cx="1633320" cy="349920"/>
            <a:chOff x="1239507" y="6110000"/>
            <a:chExt cx="1633320" cy="34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2">
              <p14:nvContentPartPr>
                <p14:cNvPr id="503" name="Ink 502">
                  <a:extLst>
                    <a:ext uri="{FF2B5EF4-FFF2-40B4-BE49-F238E27FC236}">
                      <a16:creationId xmlns:a16="http://schemas.microsoft.com/office/drawing/2014/main" id="{F4610D01-6D36-A0EA-BAE0-6AF75355F195}"/>
                    </a:ext>
                  </a:extLst>
                </p14:cNvPr>
                <p14:cNvContentPartPr/>
                <p14:nvPr/>
              </p14:nvContentPartPr>
              <p14:xfrm>
                <a:off x="2846547" y="6160400"/>
                <a:ext cx="26280" cy="198720"/>
              </p14:xfrm>
            </p:contentPart>
          </mc:Choice>
          <mc:Fallback xmlns="">
            <p:pic>
              <p:nvPicPr>
                <p:cNvPr id="503" name="Ink 502">
                  <a:extLst>
                    <a:ext uri="{FF2B5EF4-FFF2-40B4-BE49-F238E27FC236}">
                      <a16:creationId xmlns:a16="http://schemas.microsoft.com/office/drawing/2014/main" id="{F4610D01-6D36-A0EA-BAE0-6AF75355F195}"/>
                    </a:ext>
                  </a:extLst>
                </p:cNvPr>
                <p:cNvPicPr/>
                <p:nvPr/>
              </p:nvPicPr>
              <p:blipFill>
                <a:blip r:embed="rId783"/>
                <a:stretch>
                  <a:fillRect/>
                </a:stretch>
              </p:blipFill>
              <p:spPr>
                <a:xfrm>
                  <a:off x="2840427" y="6154280"/>
                  <a:ext cx="3852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4">
              <p14:nvContentPartPr>
                <p14:cNvPr id="504" name="Ink 503">
                  <a:extLst>
                    <a:ext uri="{FF2B5EF4-FFF2-40B4-BE49-F238E27FC236}">
                      <a16:creationId xmlns:a16="http://schemas.microsoft.com/office/drawing/2014/main" id="{F190059E-19D1-83F0-31FB-F518A8EA45A5}"/>
                    </a:ext>
                  </a:extLst>
                </p14:cNvPr>
                <p14:cNvContentPartPr/>
                <p14:nvPr/>
              </p14:nvContentPartPr>
              <p14:xfrm>
                <a:off x="2611827" y="6304400"/>
                <a:ext cx="159480" cy="124560"/>
              </p14:xfrm>
            </p:contentPart>
          </mc:Choice>
          <mc:Fallback xmlns="">
            <p:pic>
              <p:nvPicPr>
                <p:cNvPr id="504" name="Ink 503">
                  <a:extLst>
                    <a:ext uri="{FF2B5EF4-FFF2-40B4-BE49-F238E27FC236}">
                      <a16:creationId xmlns:a16="http://schemas.microsoft.com/office/drawing/2014/main" id="{F190059E-19D1-83F0-31FB-F518A8EA45A5}"/>
                    </a:ext>
                  </a:extLst>
                </p:cNvPr>
                <p:cNvPicPr/>
                <p:nvPr/>
              </p:nvPicPr>
              <p:blipFill>
                <a:blip r:embed="rId785"/>
                <a:stretch>
                  <a:fillRect/>
                </a:stretch>
              </p:blipFill>
              <p:spPr>
                <a:xfrm>
                  <a:off x="2605707" y="6298280"/>
                  <a:ext cx="17172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6">
              <p14:nvContentPartPr>
                <p14:cNvPr id="505" name="Ink 504">
                  <a:extLst>
                    <a:ext uri="{FF2B5EF4-FFF2-40B4-BE49-F238E27FC236}">
                      <a16:creationId xmlns:a16="http://schemas.microsoft.com/office/drawing/2014/main" id="{962DDE02-214F-0A30-CB74-127671122039}"/>
                    </a:ext>
                  </a:extLst>
                </p14:cNvPr>
                <p14:cNvContentPartPr/>
                <p14:nvPr/>
              </p14:nvContentPartPr>
              <p14:xfrm>
                <a:off x="2543427" y="6160400"/>
                <a:ext cx="90000" cy="189000"/>
              </p14:xfrm>
            </p:contentPart>
          </mc:Choice>
          <mc:Fallback xmlns="">
            <p:pic>
              <p:nvPicPr>
                <p:cNvPr id="505" name="Ink 504">
                  <a:extLst>
                    <a:ext uri="{FF2B5EF4-FFF2-40B4-BE49-F238E27FC236}">
                      <a16:creationId xmlns:a16="http://schemas.microsoft.com/office/drawing/2014/main" id="{962DDE02-214F-0A30-CB74-127671122039}"/>
                    </a:ext>
                  </a:extLst>
                </p:cNvPr>
                <p:cNvPicPr/>
                <p:nvPr/>
              </p:nvPicPr>
              <p:blipFill>
                <a:blip r:embed="rId787"/>
                <a:stretch>
                  <a:fillRect/>
                </a:stretch>
              </p:blipFill>
              <p:spPr>
                <a:xfrm>
                  <a:off x="2537307" y="6154280"/>
                  <a:ext cx="10224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8">
              <p14:nvContentPartPr>
                <p14:cNvPr id="506" name="Ink 505">
                  <a:extLst>
                    <a:ext uri="{FF2B5EF4-FFF2-40B4-BE49-F238E27FC236}">
                      <a16:creationId xmlns:a16="http://schemas.microsoft.com/office/drawing/2014/main" id="{21D4B631-6372-F329-BC57-EC5F3DEA6BFA}"/>
                    </a:ext>
                  </a:extLst>
                </p14:cNvPr>
                <p14:cNvContentPartPr/>
                <p14:nvPr/>
              </p14:nvContentPartPr>
              <p14:xfrm>
                <a:off x="2598867" y="6110000"/>
                <a:ext cx="14040" cy="16200"/>
              </p14:xfrm>
            </p:contentPart>
          </mc:Choice>
          <mc:Fallback xmlns="">
            <p:pic>
              <p:nvPicPr>
                <p:cNvPr id="506" name="Ink 505">
                  <a:extLst>
                    <a:ext uri="{FF2B5EF4-FFF2-40B4-BE49-F238E27FC236}">
                      <a16:creationId xmlns:a16="http://schemas.microsoft.com/office/drawing/2014/main" id="{21D4B631-6372-F329-BC57-EC5F3DEA6BFA}"/>
                    </a:ext>
                  </a:extLst>
                </p:cNvPr>
                <p:cNvPicPr/>
                <p:nvPr/>
              </p:nvPicPr>
              <p:blipFill>
                <a:blip r:embed="rId789"/>
                <a:stretch>
                  <a:fillRect/>
                </a:stretch>
              </p:blipFill>
              <p:spPr>
                <a:xfrm>
                  <a:off x="2592747" y="6103880"/>
                  <a:ext cx="262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0">
              <p14:nvContentPartPr>
                <p14:cNvPr id="508" name="Ink 507">
                  <a:extLst>
                    <a:ext uri="{FF2B5EF4-FFF2-40B4-BE49-F238E27FC236}">
                      <a16:creationId xmlns:a16="http://schemas.microsoft.com/office/drawing/2014/main" id="{1ABE32B4-5A1B-56EC-230A-683B101DCE2C}"/>
                    </a:ext>
                  </a:extLst>
                </p14:cNvPr>
                <p14:cNvContentPartPr/>
                <p14:nvPr/>
              </p14:nvContentPartPr>
              <p14:xfrm>
                <a:off x="2005587" y="6192800"/>
                <a:ext cx="425880" cy="267120"/>
              </p14:xfrm>
            </p:contentPart>
          </mc:Choice>
          <mc:Fallback xmlns="">
            <p:pic>
              <p:nvPicPr>
                <p:cNvPr id="508" name="Ink 507">
                  <a:extLst>
                    <a:ext uri="{FF2B5EF4-FFF2-40B4-BE49-F238E27FC236}">
                      <a16:creationId xmlns:a16="http://schemas.microsoft.com/office/drawing/2014/main" id="{1ABE32B4-5A1B-56EC-230A-683B101DCE2C}"/>
                    </a:ext>
                  </a:extLst>
                </p:cNvPr>
                <p:cNvPicPr/>
                <p:nvPr/>
              </p:nvPicPr>
              <p:blipFill>
                <a:blip r:embed="rId791"/>
                <a:stretch>
                  <a:fillRect/>
                </a:stretch>
              </p:blipFill>
              <p:spPr>
                <a:xfrm>
                  <a:off x="1999467" y="6186680"/>
                  <a:ext cx="43812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2">
              <p14:nvContentPartPr>
                <p14:cNvPr id="509" name="Ink 508">
                  <a:extLst>
                    <a:ext uri="{FF2B5EF4-FFF2-40B4-BE49-F238E27FC236}">
                      <a16:creationId xmlns:a16="http://schemas.microsoft.com/office/drawing/2014/main" id="{CE80F3AD-5C89-FDBA-906B-6332181A0B25}"/>
                    </a:ext>
                  </a:extLst>
                </p14:cNvPr>
                <p14:cNvContentPartPr/>
                <p14:nvPr/>
              </p14:nvContentPartPr>
              <p14:xfrm>
                <a:off x="1874907" y="6302600"/>
                <a:ext cx="150120" cy="134280"/>
              </p14:xfrm>
            </p:contentPart>
          </mc:Choice>
          <mc:Fallback xmlns="">
            <p:pic>
              <p:nvPicPr>
                <p:cNvPr id="509" name="Ink 508">
                  <a:extLst>
                    <a:ext uri="{FF2B5EF4-FFF2-40B4-BE49-F238E27FC236}">
                      <a16:creationId xmlns:a16="http://schemas.microsoft.com/office/drawing/2014/main" id="{CE80F3AD-5C89-FDBA-906B-6332181A0B25}"/>
                    </a:ext>
                  </a:extLst>
                </p:cNvPr>
                <p:cNvPicPr/>
                <p:nvPr/>
              </p:nvPicPr>
              <p:blipFill>
                <a:blip r:embed="rId793"/>
                <a:stretch>
                  <a:fillRect/>
                </a:stretch>
              </p:blipFill>
              <p:spPr>
                <a:xfrm>
                  <a:off x="1868787" y="6296480"/>
                  <a:ext cx="1623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4">
              <p14:nvContentPartPr>
                <p14:cNvPr id="510" name="Ink 509">
                  <a:extLst>
                    <a:ext uri="{FF2B5EF4-FFF2-40B4-BE49-F238E27FC236}">
                      <a16:creationId xmlns:a16="http://schemas.microsoft.com/office/drawing/2014/main" id="{F22E2273-777E-8153-381D-D2CCA3E8470D}"/>
                    </a:ext>
                  </a:extLst>
                </p14:cNvPr>
                <p14:cNvContentPartPr/>
                <p14:nvPr/>
              </p14:nvContentPartPr>
              <p14:xfrm>
                <a:off x="1715787" y="6264080"/>
                <a:ext cx="153360" cy="157680"/>
              </p14:xfrm>
            </p:contentPart>
          </mc:Choice>
          <mc:Fallback xmlns="">
            <p:pic>
              <p:nvPicPr>
                <p:cNvPr id="510" name="Ink 509">
                  <a:extLst>
                    <a:ext uri="{FF2B5EF4-FFF2-40B4-BE49-F238E27FC236}">
                      <a16:creationId xmlns:a16="http://schemas.microsoft.com/office/drawing/2014/main" id="{F22E2273-777E-8153-381D-D2CCA3E8470D}"/>
                    </a:ext>
                  </a:extLst>
                </p:cNvPr>
                <p:cNvPicPr/>
                <p:nvPr/>
              </p:nvPicPr>
              <p:blipFill>
                <a:blip r:embed="rId795"/>
                <a:stretch>
                  <a:fillRect/>
                </a:stretch>
              </p:blipFill>
              <p:spPr>
                <a:xfrm>
                  <a:off x="1709667" y="6257960"/>
                  <a:ext cx="1656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6">
              <p14:nvContentPartPr>
                <p14:cNvPr id="511" name="Ink 510">
                  <a:extLst>
                    <a:ext uri="{FF2B5EF4-FFF2-40B4-BE49-F238E27FC236}">
                      <a16:creationId xmlns:a16="http://schemas.microsoft.com/office/drawing/2014/main" id="{12A0380B-87EF-8891-5C39-757297E5C07A}"/>
                    </a:ext>
                  </a:extLst>
                </p14:cNvPr>
                <p14:cNvContentPartPr/>
                <p14:nvPr/>
              </p14:nvContentPartPr>
              <p14:xfrm>
                <a:off x="1553427" y="6315920"/>
                <a:ext cx="178200" cy="119520"/>
              </p14:xfrm>
            </p:contentPart>
          </mc:Choice>
          <mc:Fallback xmlns="">
            <p:pic>
              <p:nvPicPr>
                <p:cNvPr id="511" name="Ink 510">
                  <a:extLst>
                    <a:ext uri="{FF2B5EF4-FFF2-40B4-BE49-F238E27FC236}">
                      <a16:creationId xmlns:a16="http://schemas.microsoft.com/office/drawing/2014/main" id="{12A0380B-87EF-8891-5C39-757297E5C07A}"/>
                    </a:ext>
                  </a:extLst>
                </p:cNvPr>
                <p:cNvPicPr/>
                <p:nvPr/>
              </p:nvPicPr>
              <p:blipFill>
                <a:blip r:embed="rId797"/>
                <a:stretch>
                  <a:fillRect/>
                </a:stretch>
              </p:blipFill>
              <p:spPr>
                <a:xfrm>
                  <a:off x="1547307" y="6309800"/>
                  <a:ext cx="1904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8">
              <p14:nvContentPartPr>
                <p14:cNvPr id="513" name="Ink 512">
                  <a:extLst>
                    <a:ext uri="{FF2B5EF4-FFF2-40B4-BE49-F238E27FC236}">
                      <a16:creationId xmlns:a16="http://schemas.microsoft.com/office/drawing/2014/main" id="{180D2701-7B05-25D6-0595-9FD37AB90738}"/>
                    </a:ext>
                  </a:extLst>
                </p14:cNvPr>
                <p14:cNvContentPartPr/>
                <p14:nvPr/>
              </p14:nvContentPartPr>
              <p14:xfrm>
                <a:off x="1641627" y="6187040"/>
                <a:ext cx="19440" cy="11520"/>
              </p14:xfrm>
            </p:contentPart>
          </mc:Choice>
          <mc:Fallback xmlns="">
            <p:pic>
              <p:nvPicPr>
                <p:cNvPr id="513" name="Ink 512">
                  <a:extLst>
                    <a:ext uri="{FF2B5EF4-FFF2-40B4-BE49-F238E27FC236}">
                      <a16:creationId xmlns:a16="http://schemas.microsoft.com/office/drawing/2014/main" id="{180D2701-7B05-25D6-0595-9FD37AB90738}"/>
                    </a:ext>
                  </a:extLst>
                </p:cNvPr>
                <p:cNvPicPr/>
                <p:nvPr/>
              </p:nvPicPr>
              <p:blipFill>
                <a:blip r:embed="rId799"/>
                <a:stretch>
                  <a:fillRect/>
                </a:stretch>
              </p:blipFill>
              <p:spPr>
                <a:xfrm>
                  <a:off x="1635507" y="6180920"/>
                  <a:ext cx="316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0">
              <p14:nvContentPartPr>
                <p14:cNvPr id="515" name="Ink 514">
                  <a:extLst>
                    <a:ext uri="{FF2B5EF4-FFF2-40B4-BE49-F238E27FC236}">
                      <a16:creationId xmlns:a16="http://schemas.microsoft.com/office/drawing/2014/main" id="{6C2CA1EF-3B75-DBAD-A586-40695AA0FD62}"/>
                    </a:ext>
                  </a:extLst>
                </p14:cNvPr>
                <p14:cNvContentPartPr/>
                <p14:nvPr/>
              </p14:nvContentPartPr>
              <p14:xfrm>
                <a:off x="1239507" y="6186680"/>
                <a:ext cx="286560" cy="144720"/>
              </p14:xfrm>
            </p:contentPart>
          </mc:Choice>
          <mc:Fallback xmlns="">
            <p:pic>
              <p:nvPicPr>
                <p:cNvPr id="515" name="Ink 514">
                  <a:extLst>
                    <a:ext uri="{FF2B5EF4-FFF2-40B4-BE49-F238E27FC236}">
                      <a16:creationId xmlns:a16="http://schemas.microsoft.com/office/drawing/2014/main" id="{6C2CA1EF-3B75-DBAD-A586-40695AA0FD62}"/>
                    </a:ext>
                  </a:extLst>
                </p:cNvPr>
                <p:cNvPicPr/>
                <p:nvPr/>
              </p:nvPicPr>
              <p:blipFill>
                <a:blip r:embed="rId801"/>
                <a:stretch>
                  <a:fillRect/>
                </a:stretch>
              </p:blipFill>
              <p:spPr>
                <a:xfrm>
                  <a:off x="1233387" y="6180560"/>
                  <a:ext cx="298800" cy="15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0" name="Group 519">
            <a:extLst>
              <a:ext uri="{FF2B5EF4-FFF2-40B4-BE49-F238E27FC236}">
                <a16:creationId xmlns:a16="http://schemas.microsoft.com/office/drawing/2014/main" id="{75866AAF-09BF-1B77-1976-A62A29837566}"/>
              </a:ext>
            </a:extLst>
          </p:cNvPr>
          <p:cNvGrpSpPr/>
          <p:nvPr/>
        </p:nvGrpSpPr>
        <p:grpSpPr>
          <a:xfrm>
            <a:off x="753507" y="6129080"/>
            <a:ext cx="431280" cy="267120"/>
            <a:chOff x="753507" y="6129080"/>
            <a:chExt cx="431280" cy="26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2">
              <p14:nvContentPartPr>
                <p14:cNvPr id="517" name="Ink 516">
                  <a:extLst>
                    <a:ext uri="{FF2B5EF4-FFF2-40B4-BE49-F238E27FC236}">
                      <a16:creationId xmlns:a16="http://schemas.microsoft.com/office/drawing/2014/main" id="{7DE6739A-8C00-EF92-8893-9CC04911AA23}"/>
                    </a:ext>
                  </a:extLst>
                </p14:cNvPr>
                <p14:cNvContentPartPr/>
                <p14:nvPr/>
              </p14:nvContentPartPr>
              <p14:xfrm>
                <a:off x="1014147" y="6253280"/>
                <a:ext cx="170640" cy="142920"/>
              </p14:xfrm>
            </p:contentPart>
          </mc:Choice>
          <mc:Fallback xmlns="">
            <p:pic>
              <p:nvPicPr>
                <p:cNvPr id="517" name="Ink 516">
                  <a:extLst>
                    <a:ext uri="{FF2B5EF4-FFF2-40B4-BE49-F238E27FC236}">
                      <a16:creationId xmlns:a16="http://schemas.microsoft.com/office/drawing/2014/main" id="{7DE6739A-8C00-EF92-8893-9CC04911AA23}"/>
                    </a:ext>
                  </a:extLst>
                </p:cNvPr>
                <p:cNvPicPr/>
                <p:nvPr/>
              </p:nvPicPr>
              <p:blipFill>
                <a:blip r:embed="rId803"/>
                <a:stretch>
                  <a:fillRect/>
                </a:stretch>
              </p:blipFill>
              <p:spPr>
                <a:xfrm>
                  <a:off x="1008027" y="6247160"/>
                  <a:ext cx="18288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4">
              <p14:nvContentPartPr>
                <p14:cNvPr id="518" name="Ink 517">
                  <a:extLst>
                    <a:ext uri="{FF2B5EF4-FFF2-40B4-BE49-F238E27FC236}">
                      <a16:creationId xmlns:a16="http://schemas.microsoft.com/office/drawing/2014/main" id="{B27C182C-995E-EC38-D369-F9F23E7A4264}"/>
                    </a:ext>
                  </a:extLst>
                </p14:cNvPr>
                <p14:cNvContentPartPr/>
                <p14:nvPr/>
              </p14:nvContentPartPr>
              <p14:xfrm>
                <a:off x="753507" y="6129080"/>
                <a:ext cx="317160" cy="144720"/>
              </p14:xfrm>
            </p:contentPart>
          </mc:Choice>
          <mc:Fallback xmlns="">
            <p:pic>
              <p:nvPicPr>
                <p:cNvPr id="518" name="Ink 517">
                  <a:extLst>
                    <a:ext uri="{FF2B5EF4-FFF2-40B4-BE49-F238E27FC236}">
                      <a16:creationId xmlns:a16="http://schemas.microsoft.com/office/drawing/2014/main" id="{B27C182C-995E-EC38-D369-F9F23E7A4264}"/>
                    </a:ext>
                  </a:extLst>
                </p:cNvPr>
                <p:cNvPicPr/>
                <p:nvPr/>
              </p:nvPicPr>
              <p:blipFill>
                <a:blip r:embed="rId805"/>
                <a:stretch>
                  <a:fillRect/>
                </a:stretch>
              </p:blipFill>
              <p:spPr>
                <a:xfrm>
                  <a:off x="747387" y="6122960"/>
                  <a:ext cx="329400" cy="156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06">
            <p14:nvContentPartPr>
              <p14:cNvPr id="519" name="Ink 518">
                <a:extLst>
                  <a:ext uri="{FF2B5EF4-FFF2-40B4-BE49-F238E27FC236}">
                    <a16:creationId xmlns:a16="http://schemas.microsoft.com/office/drawing/2014/main" id="{5788141A-3435-764F-1F2B-8870BDC6F4F6}"/>
                  </a:ext>
                </a:extLst>
              </p14:cNvPr>
              <p14:cNvContentPartPr/>
              <p14:nvPr/>
            </p14:nvContentPartPr>
            <p14:xfrm>
              <a:off x="837747" y="5740640"/>
              <a:ext cx="209880" cy="42120"/>
            </p14:xfrm>
          </p:contentPart>
        </mc:Choice>
        <mc:Fallback xmlns="">
          <p:pic>
            <p:nvPicPr>
              <p:cNvPr id="519" name="Ink 518">
                <a:extLst>
                  <a:ext uri="{FF2B5EF4-FFF2-40B4-BE49-F238E27FC236}">
                    <a16:creationId xmlns:a16="http://schemas.microsoft.com/office/drawing/2014/main" id="{5788141A-3435-764F-1F2B-8870BDC6F4F6}"/>
                  </a:ext>
                </a:extLst>
              </p:cNvPr>
              <p:cNvPicPr/>
              <p:nvPr/>
            </p:nvPicPr>
            <p:blipFill>
              <a:blip r:embed="rId807"/>
              <a:stretch>
                <a:fillRect/>
              </a:stretch>
            </p:blipFill>
            <p:spPr>
              <a:xfrm>
                <a:off x="831627" y="5734520"/>
                <a:ext cx="22212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8">
            <p14:nvContentPartPr>
              <p14:cNvPr id="521" name="Ink 520">
                <a:extLst>
                  <a:ext uri="{FF2B5EF4-FFF2-40B4-BE49-F238E27FC236}">
                    <a16:creationId xmlns:a16="http://schemas.microsoft.com/office/drawing/2014/main" id="{88C37FC2-2BE9-7523-5F39-07E34D502D53}"/>
                  </a:ext>
                </a:extLst>
              </p14:cNvPr>
              <p14:cNvContentPartPr/>
              <p14:nvPr/>
            </p14:nvContentPartPr>
            <p14:xfrm>
              <a:off x="2166147" y="5688440"/>
              <a:ext cx="277560" cy="52920"/>
            </p14:xfrm>
          </p:contentPart>
        </mc:Choice>
        <mc:Fallback xmlns="">
          <p:pic>
            <p:nvPicPr>
              <p:cNvPr id="521" name="Ink 520">
                <a:extLst>
                  <a:ext uri="{FF2B5EF4-FFF2-40B4-BE49-F238E27FC236}">
                    <a16:creationId xmlns:a16="http://schemas.microsoft.com/office/drawing/2014/main" id="{88C37FC2-2BE9-7523-5F39-07E34D502D53}"/>
                  </a:ext>
                </a:extLst>
              </p:cNvPr>
              <p:cNvPicPr/>
              <p:nvPr/>
            </p:nvPicPr>
            <p:blipFill>
              <a:blip r:embed="rId809"/>
              <a:stretch>
                <a:fillRect/>
              </a:stretch>
            </p:blipFill>
            <p:spPr>
              <a:xfrm>
                <a:off x="2160027" y="5682320"/>
                <a:ext cx="28980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0">
            <p14:nvContentPartPr>
              <p14:cNvPr id="523" name="Ink 522">
                <a:extLst>
                  <a:ext uri="{FF2B5EF4-FFF2-40B4-BE49-F238E27FC236}">
                    <a16:creationId xmlns:a16="http://schemas.microsoft.com/office/drawing/2014/main" id="{CB7EA4DC-D655-0280-4718-C03D08D0B191}"/>
                  </a:ext>
                </a:extLst>
              </p14:cNvPr>
              <p14:cNvContentPartPr/>
              <p14:nvPr/>
            </p14:nvContentPartPr>
            <p14:xfrm>
              <a:off x="9389187" y="6040880"/>
              <a:ext cx="904680" cy="72000"/>
            </p14:xfrm>
          </p:contentPart>
        </mc:Choice>
        <mc:Fallback xmlns="">
          <p:pic>
            <p:nvPicPr>
              <p:cNvPr id="523" name="Ink 522">
                <a:extLst>
                  <a:ext uri="{FF2B5EF4-FFF2-40B4-BE49-F238E27FC236}">
                    <a16:creationId xmlns:a16="http://schemas.microsoft.com/office/drawing/2014/main" id="{CB7EA4DC-D655-0280-4718-C03D08D0B191}"/>
                  </a:ext>
                </a:extLst>
              </p:cNvPr>
              <p:cNvPicPr/>
              <p:nvPr/>
            </p:nvPicPr>
            <p:blipFill>
              <a:blip r:embed="rId811"/>
              <a:stretch>
                <a:fillRect/>
              </a:stretch>
            </p:blipFill>
            <p:spPr>
              <a:xfrm>
                <a:off x="9382707" y="6034760"/>
                <a:ext cx="916920" cy="84240"/>
              </a:xfrm>
              <a:prstGeom prst="rect">
                <a:avLst/>
              </a:prstGeom>
            </p:spPr>
          </p:pic>
        </mc:Fallback>
      </mc:AlternateContent>
      <p:grpSp>
        <p:nvGrpSpPr>
          <p:cNvPr id="530" name="Group 529">
            <a:extLst>
              <a:ext uri="{FF2B5EF4-FFF2-40B4-BE49-F238E27FC236}">
                <a16:creationId xmlns:a16="http://schemas.microsoft.com/office/drawing/2014/main" id="{D897EBC4-A3FE-A829-CBEA-04A7D272AA0E}"/>
              </a:ext>
            </a:extLst>
          </p:cNvPr>
          <p:cNvGrpSpPr/>
          <p:nvPr/>
        </p:nvGrpSpPr>
        <p:grpSpPr>
          <a:xfrm>
            <a:off x="40707" y="6093800"/>
            <a:ext cx="580680" cy="407880"/>
            <a:chOff x="40707" y="6093800"/>
            <a:chExt cx="580680" cy="40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12">
              <p14:nvContentPartPr>
                <p14:cNvPr id="524" name="Ink 523">
                  <a:extLst>
                    <a:ext uri="{FF2B5EF4-FFF2-40B4-BE49-F238E27FC236}">
                      <a16:creationId xmlns:a16="http://schemas.microsoft.com/office/drawing/2014/main" id="{CDFBB515-9F15-45CD-F3C7-77DBCFD200E4}"/>
                    </a:ext>
                  </a:extLst>
                </p14:cNvPr>
                <p14:cNvContentPartPr/>
                <p14:nvPr/>
              </p14:nvContentPartPr>
              <p14:xfrm>
                <a:off x="185427" y="6167240"/>
                <a:ext cx="435960" cy="334440"/>
              </p14:xfrm>
            </p:contentPart>
          </mc:Choice>
          <mc:Fallback xmlns="">
            <p:pic>
              <p:nvPicPr>
                <p:cNvPr id="524" name="Ink 523">
                  <a:extLst>
                    <a:ext uri="{FF2B5EF4-FFF2-40B4-BE49-F238E27FC236}">
                      <a16:creationId xmlns:a16="http://schemas.microsoft.com/office/drawing/2014/main" id="{CDFBB515-9F15-45CD-F3C7-77DBCFD200E4}"/>
                    </a:ext>
                  </a:extLst>
                </p:cNvPr>
                <p:cNvPicPr/>
                <p:nvPr/>
              </p:nvPicPr>
              <p:blipFill>
                <a:blip r:embed="rId813"/>
                <a:stretch>
                  <a:fillRect/>
                </a:stretch>
              </p:blipFill>
              <p:spPr>
                <a:xfrm>
                  <a:off x="179307" y="6161120"/>
                  <a:ext cx="44820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4">
              <p14:nvContentPartPr>
                <p14:cNvPr id="525" name="Ink 524">
                  <a:extLst>
                    <a:ext uri="{FF2B5EF4-FFF2-40B4-BE49-F238E27FC236}">
                      <a16:creationId xmlns:a16="http://schemas.microsoft.com/office/drawing/2014/main" id="{A85ADDC8-F44D-022C-6358-4427F296D3A3}"/>
                    </a:ext>
                  </a:extLst>
                </p14:cNvPr>
                <p14:cNvContentPartPr/>
                <p14:nvPr/>
              </p14:nvContentPartPr>
              <p14:xfrm>
                <a:off x="318627" y="6423920"/>
                <a:ext cx="32040" cy="22320"/>
              </p14:xfrm>
            </p:contentPart>
          </mc:Choice>
          <mc:Fallback xmlns="">
            <p:pic>
              <p:nvPicPr>
                <p:cNvPr id="525" name="Ink 524">
                  <a:extLst>
                    <a:ext uri="{FF2B5EF4-FFF2-40B4-BE49-F238E27FC236}">
                      <a16:creationId xmlns:a16="http://schemas.microsoft.com/office/drawing/2014/main" id="{A85ADDC8-F44D-022C-6358-4427F296D3A3}"/>
                    </a:ext>
                  </a:extLst>
                </p:cNvPr>
                <p:cNvPicPr/>
                <p:nvPr/>
              </p:nvPicPr>
              <p:blipFill>
                <a:blip r:embed="rId815"/>
                <a:stretch>
                  <a:fillRect/>
                </a:stretch>
              </p:blipFill>
              <p:spPr>
                <a:xfrm>
                  <a:off x="312507" y="6417800"/>
                  <a:ext cx="442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6">
              <p14:nvContentPartPr>
                <p14:cNvPr id="526" name="Ink 525">
                  <a:extLst>
                    <a:ext uri="{FF2B5EF4-FFF2-40B4-BE49-F238E27FC236}">
                      <a16:creationId xmlns:a16="http://schemas.microsoft.com/office/drawing/2014/main" id="{848AD088-FB92-34D5-7021-5D16FCF7EAAA}"/>
                    </a:ext>
                  </a:extLst>
                </p14:cNvPr>
                <p14:cNvContentPartPr/>
                <p14:nvPr/>
              </p14:nvContentPartPr>
              <p14:xfrm>
                <a:off x="381267" y="6424640"/>
                <a:ext cx="30240" cy="27000"/>
              </p14:xfrm>
            </p:contentPart>
          </mc:Choice>
          <mc:Fallback xmlns="">
            <p:pic>
              <p:nvPicPr>
                <p:cNvPr id="526" name="Ink 525">
                  <a:extLst>
                    <a:ext uri="{FF2B5EF4-FFF2-40B4-BE49-F238E27FC236}">
                      <a16:creationId xmlns:a16="http://schemas.microsoft.com/office/drawing/2014/main" id="{848AD088-FB92-34D5-7021-5D16FCF7EAAA}"/>
                    </a:ext>
                  </a:extLst>
                </p:cNvPr>
                <p:cNvPicPr/>
                <p:nvPr/>
              </p:nvPicPr>
              <p:blipFill>
                <a:blip r:embed="rId817"/>
                <a:stretch>
                  <a:fillRect/>
                </a:stretch>
              </p:blipFill>
              <p:spPr>
                <a:xfrm>
                  <a:off x="375147" y="6418520"/>
                  <a:ext cx="424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8">
              <p14:nvContentPartPr>
                <p14:cNvPr id="527" name="Ink 526">
                  <a:extLst>
                    <a:ext uri="{FF2B5EF4-FFF2-40B4-BE49-F238E27FC236}">
                      <a16:creationId xmlns:a16="http://schemas.microsoft.com/office/drawing/2014/main" id="{D696A229-E927-9933-191E-F6C92640E855}"/>
                    </a:ext>
                  </a:extLst>
                </p14:cNvPr>
                <p14:cNvContentPartPr/>
                <p14:nvPr/>
              </p14:nvContentPartPr>
              <p14:xfrm>
                <a:off x="305667" y="6093800"/>
                <a:ext cx="57960" cy="67680"/>
              </p14:xfrm>
            </p:contentPart>
          </mc:Choice>
          <mc:Fallback xmlns="">
            <p:pic>
              <p:nvPicPr>
                <p:cNvPr id="527" name="Ink 526">
                  <a:extLst>
                    <a:ext uri="{FF2B5EF4-FFF2-40B4-BE49-F238E27FC236}">
                      <a16:creationId xmlns:a16="http://schemas.microsoft.com/office/drawing/2014/main" id="{D696A229-E927-9933-191E-F6C92640E855}"/>
                    </a:ext>
                  </a:extLst>
                </p:cNvPr>
                <p:cNvPicPr/>
                <p:nvPr/>
              </p:nvPicPr>
              <p:blipFill>
                <a:blip r:embed="rId819"/>
                <a:stretch>
                  <a:fillRect/>
                </a:stretch>
              </p:blipFill>
              <p:spPr>
                <a:xfrm>
                  <a:off x="299547" y="6087680"/>
                  <a:ext cx="702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0">
              <p14:nvContentPartPr>
                <p14:cNvPr id="528" name="Ink 527">
                  <a:extLst>
                    <a:ext uri="{FF2B5EF4-FFF2-40B4-BE49-F238E27FC236}">
                      <a16:creationId xmlns:a16="http://schemas.microsoft.com/office/drawing/2014/main" id="{98740FF2-B666-914D-3C74-51ACACB999E1}"/>
                    </a:ext>
                  </a:extLst>
                </p14:cNvPr>
                <p14:cNvContentPartPr/>
                <p14:nvPr/>
              </p14:nvContentPartPr>
              <p14:xfrm>
                <a:off x="40707" y="6181640"/>
                <a:ext cx="185760" cy="190800"/>
              </p14:xfrm>
            </p:contentPart>
          </mc:Choice>
          <mc:Fallback xmlns="">
            <p:pic>
              <p:nvPicPr>
                <p:cNvPr id="528" name="Ink 527">
                  <a:extLst>
                    <a:ext uri="{FF2B5EF4-FFF2-40B4-BE49-F238E27FC236}">
                      <a16:creationId xmlns:a16="http://schemas.microsoft.com/office/drawing/2014/main" id="{98740FF2-B666-914D-3C74-51ACACB999E1}"/>
                    </a:ext>
                  </a:extLst>
                </p:cNvPr>
                <p:cNvPicPr/>
                <p:nvPr/>
              </p:nvPicPr>
              <p:blipFill>
                <a:blip r:embed="rId821"/>
                <a:stretch>
                  <a:fillRect/>
                </a:stretch>
              </p:blipFill>
              <p:spPr>
                <a:xfrm>
                  <a:off x="34587" y="6175520"/>
                  <a:ext cx="19800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2">
              <p14:nvContentPartPr>
                <p14:cNvPr id="529" name="Ink 528">
                  <a:extLst>
                    <a:ext uri="{FF2B5EF4-FFF2-40B4-BE49-F238E27FC236}">
                      <a16:creationId xmlns:a16="http://schemas.microsoft.com/office/drawing/2014/main" id="{0B80C665-6051-2B1C-B995-E61C6D3F8C36}"/>
                    </a:ext>
                  </a:extLst>
                </p14:cNvPr>
                <p14:cNvContentPartPr/>
                <p14:nvPr/>
              </p14:nvContentPartPr>
              <p14:xfrm>
                <a:off x="131067" y="6279560"/>
                <a:ext cx="17280" cy="20520"/>
              </p14:xfrm>
            </p:contentPart>
          </mc:Choice>
          <mc:Fallback xmlns="">
            <p:pic>
              <p:nvPicPr>
                <p:cNvPr id="529" name="Ink 528">
                  <a:extLst>
                    <a:ext uri="{FF2B5EF4-FFF2-40B4-BE49-F238E27FC236}">
                      <a16:creationId xmlns:a16="http://schemas.microsoft.com/office/drawing/2014/main" id="{0B80C665-6051-2B1C-B995-E61C6D3F8C36}"/>
                    </a:ext>
                  </a:extLst>
                </p:cNvPr>
                <p:cNvPicPr/>
                <p:nvPr/>
              </p:nvPicPr>
              <p:blipFill>
                <a:blip r:embed="rId823"/>
                <a:stretch>
                  <a:fillRect/>
                </a:stretch>
              </p:blipFill>
              <p:spPr>
                <a:xfrm>
                  <a:off x="124947" y="6273440"/>
                  <a:ext cx="29520" cy="3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2" name="Group 541">
            <a:extLst>
              <a:ext uri="{FF2B5EF4-FFF2-40B4-BE49-F238E27FC236}">
                <a16:creationId xmlns:a16="http://schemas.microsoft.com/office/drawing/2014/main" id="{327F3F50-55E1-5A7E-9407-918BAE5C40BC}"/>
              </a:ext>
            </a:extLst>
          </p:cNvPr>
          <p:cNvGrpSpPr/>
          <p:nvPr/>
        </p:nvGrpSpPr>
        <p:grpSpPr>
          <a:xfrm>
            <a:off x="-71613" y="6531200"/>
            <a:ext cx="1665360" cy="339480"/>
            <a:chOff x="-71613" y="6531200"/>
            <a:chExt cx="1665360" cy="33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4">
              <p14:nvContentPartPr>
                <p14:cNvPr id="531" name="Ink 530">
                  <a:extLst>
                    <a:ext uri="{FF2B5EF4-FFF2-40B4-BE49-F238E27FC236}">
                      <a16:creationId xmlns:a16="http://schemas.microsoft.com/office/drawing/2014/main" id="{9C60E062-204B-937B-1947-7648B5AF5F3A}"/>
                    </a:ext>
                  </a:extLst>
                </p14:cNvPr>
                <p14:cNvContentPartPr/>
                <p14:nvPr/>
              </p14:nvContentPartPr>
              <p14:xfrm>
                <a:off x="1514187" y="6581240"/>
                <a:ext cx="79560" cy="263880"/>
              </p14:xfrm>
            </p:contentPart>
          </mc:Choice>
          <mc:Fallback xmlns="">
            <p:pic>
              <p:nvPicPr>
                <p:cNvPr id="531" name="Ink 530">
                  <a:extLst>
                    <a:ext uri="{FF2B5EF4-FFF2-40B4-BE49-F238E27FC236}">
                      <a16:creationId xmlns:a16="http://schemas.microsoft.com/office/drawing/2014/main" id="{9C60E062-204B-937B-1947-7648B5AF5F3A}"/>
                    </a:ext>
                  </a:extLst>
                </p:cNvPr>
                <p:cNvPicPr/>
                <p:nvPr/>
              </p:nvPicPr>
              <p:blipFill>
                <a:blip r:embed="rId825"/>
                <a:stretch>
                  <a:fillRect/>
                </a:stretch>
              </p:blipFill>
              <p:spPr>
                <a:xfrm>
                  <a:off x="1508067" y="6575120"/>
                  <a:ext cx="9180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6">
              <p14:nvContentPartPr>
                <p14:cNvPr id="532" name="Ink 531">
                  <a:extLst>
                    <a:ext uri="{FF2B5EF4-FFF2-40B4-BE49-F238E27FC236}">
                      <a16:creationId xmlns:a16="http://schemas.microsoft.com/office/drawing/2014/main" id="{5A928A59-4B73-9D1F-ABEC-B5CA322B1FCF}"/>
                    </a:ext>
                  </a:extLst>
                </p14:cNvPr>
                <p14:cNvContentPartPr/>
                <p14:nvPr/>
              </p14:nvContentPartPr>
              <p14:xfrm>
                <a:off x="1076427" y="6605000"/>
                <a:ext cx="380520" cy="220680"/>
              </p14:xfrm>
            </p:contentPart>
          </mc:Choice>
          <mc:Fallback xmlns="">
            <p:pic>
              <p:nvPicPr>
                <p:cNvPr id="532" name="Ink 531">
                  <a:extLst>
                    <a:ext uri="{FF2B5EF4-FFF2-40B4-BE49-F238E27FC236}">
                      <a16:creationId xmlns:a16="http://schemas.microsoft.com/office/drawing/2014/main" id="{5A928A59-4B73-9D1F-ABEC-B5CA322B1FCF}"/>
                    </a:ext>
                  </a:extLst>
                </p:cNvPr>
                <p:cNvPicPr/>
                <p:nvPr/>
              </p:nvPicPr>
              <p:blipFill>
                <a:blip r:embed="rId827"/>
                <a:stretch>
                  <a:fillRect/>
                </a:stretch>
              </p:blipFill>
              <p:spPr>
                <a:xfrm>
                  <a:off x="1070307" y="6598880"/>
                  <a:ext cx="39276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8">
              <p14:nvContentPartPr>
                <p14:cNvPr id="533" name="Ink 532">
                  <a:extLst>
                    <a:ext uri="{FF2B5EF4-FFF2-40B4-BE49-F238E27FC236}">
                      <a16:creationId xmlns:a16="http://schemas.microsoft.com/office/drawing/2014/main" id="{D26A3BE8-F921-F057-F2EB-6EBF7155A4DA}"/>
                    </a:ext>
                  </a:extLst>
                </p14:cNvPr>
                <p14:cNvContentPartPr/>
                <p14:nvPr/>
              </p14:nvContentPartPr>
              <p14:xfrm>
                <a:off x="1202067" y="6773480"/>
                <a:ext cx="38160" cy="6480"/>
              </p14:xfrm>
            </p:contentPart>
          </mc:Choice>
          <mc:Fallback xmlns="">
            <p:pic>
              <p:nvPicPr>
                <p:cNvPr id="533" name="Ink 532">
                  <a:extLst>
                    <a:ext uri="{FF2B5EF4-FFF2-40B4-BE49-F238E27FC236}">
                      <a16:creationId xmlns:a16="http://schemas.microsoft.com/office/drawing/2014/main" id="{D26A3BE8-F921-F057-F2EB-6EBF7155A4DA}"/>
                    </a:ext>
                  </a:extLst>
                </p:cNvPr>
                <p:cNvPicPr/>
                <p:nvPr/>
              </p:nvPicPr>
              <p:blipFill>
                <a:blip r:embed="rId829"/>
                <a:stretch>
                  <a:fillRect/>
                </a:stretch>
              </p:blipFill>
              <p:spPr>
                <a:xfrm>
                  <a:off x="1195947" y="6767360"/>
                  <a:ext cx="5040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0">
              <p14:nvContentPartPr>
                <p14:cNvPr id="534" name="Ink 533">
                  <a:extLst>
                    <a:ext uri="{FF2B5EF4-FFF2-40B4-BE49-F238E27FC236}">
                      <a16:creationId xmlns:a16="http://schemas.microsoft.com/office/drawing/2014/main" id="{FBA2FAFC-2F44-08D6-0FE1-AF47DA81D12D}"/>
                    </a:ext>
                  </a:extLst>
                </p14:cNvPr>
                <p14:cNvContentPartPr/>
                <p14:nvPr/>
              </p14:nvContentPartPr>
              <p14:xfrm>
                <a:off x="1282707" y="6753680"/>
                <a:ext cx="10800" cy="14760"/>
              </p14:xfrm>
            </p:contentPart>
          </mc:Choice>
          <mc:Fallback xmlns="">
            <p:pic>
              <p:nvPicPr>
                <p:cNvPr id="534" name="Ink 533">
                  <a:extLst>
                    <a:ext uri="{FF2B5EF4-FFF2-40B4-BE49-F238E27FC236}">
                      <a16:creationId xmlns:a16="http://schemas.microsoft.com/office/drawing/2014/main" id="{FBA2FAFC-2F44-08D6-0FE1-AF47DA81D12D}"/>
                    </a:ext>
                  </a:extLst>
                </p:cNvPr>
                <p:cNvPicPr/>
                <p:nvPr/>
              </p:nvPicPr>
              <p:blipFill>
                <a:blip r:embed="rId831"/>
                <a:stretch>
                  <a:fillRect/>
                </a:stretch>
              </p:blipFill>
              <p:spPr>
                <a:xfrm>
                  <a:off x="1276587" y="6747560"/>
                  <a:ext cx="2304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2">
              <p14:nvContentPartPr>
                <p14:cNvPr id="535" name="Ink 534">
                  <a:extLst>
                    <a:ext uri="{FF2B5EF4-FFF2-40B4-BE49-F238E27FC236}">
                      <a16:creationId xmlns:a16="http://schemas.microsoft.com/office/drawing/2014/main" id="{F9C4F156-6F13-3C80-65F8-6F98ADDA1156}"/>
                    </a:ext>
                  </a:extLst>
                </p14:cNvPr>
                <p14:cNvContentPartPr/>
                <p14:nvPr/>
              </p14:nvContentPartPr>
              <p14:xfrm>
                <a:off x="1162467" y="6531200"/>
                <a:ext cx="61200" cy="50760"/>
              </p14:xfrm>
            </p:contentPart>
          </mc:Choice>
          <mc:Fallback xmlns="">
            <p:pic>
              <p:nvPicPr>
                <p:cNvPr id="535" name="Ink 534">
                  <a:extLst>
                    <a:ext uri="{FF2B5EF4-FFF2-40B4-BE49-F238E27FC236}">
                      <a16:creationId xmlns:a16="http://schemas.microsoft.com/office/drawing/2014/main" id="{F9C4F156-6F13-3C80-65F8-6F98ADDA1156}"/>
                    </a:ext>
                  </a:extLst>
                </p:cNvPr>
                <p:cNvPicPr/>
                <p:nvPr/>
              </p:nvPicPr>
              <p:blipFill>
                <a:blip r:embed="rId833"/>
                <a:stretch>
                  <a:fillRect/>
                </a:stretch>
              </p:blipFill>
              <p:spPr>
                <a:xfrm>
                  <a:off x="1156347" y="6525080"/>
                  <a:ext cx="734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4">
              <p14:nvContentPartPr>
                <p14:cNvPr id="536" name="Ink 535">
                  <a:extLst>
                    <a:ext uri="{FF2B5EF4-FFF2-40B4-BE49-F238E27FC236}">
                      <a16:creationId xmlns:a16="http://schemas.microsoft.com/office/drawing/2014/main" id="{0A78FE71-BA11-A4B8-3F57-703ECCC31C3A}"/>
                    </a:ext>
                  </a:extLst>
                </p14:cNvPr>
                <p14:cNvContentPartPr/>
                <p14:nvPr/>
              </p14:nvContentPartPr>
              <p14:xfrm>
                <a:off x="921267" y="6608960"/>
                <a:ext cx="164160" cy="169200"/>
              </p14:xfrm>
            </p:contentPart>
          </mc:Choice>
          <mc:Fallback xmlns="">
            <p:pic>
              <p:nvPicPr>
                <p:cNvPr id="536" name="Ink 535">
                  <a:extLst>
                    <a:ext uri="{FF2B5EF4-FFF2-40B4-BE49-F238E27FC236}">
                      <a16:creationId xmlns:a16="http://schemas.microsoft.com/office/drawing/2014/main" id="{0A78FE71-BA11-A4B8-3F57-703ECCC31C3A}"/>
                    </a:ext>
                  </a:extLst>
                </p:cNvPr>
                <p:cNvPicPr/>
                <p:nvPr/>
              </p:nvPicPr>
              <p:blipFill>
                <a:blip r:embed="rId835"/>
                <a:stretch>
                  <a:fillRect/>
                </a:stretch>
              </p:blipFill>
              <p:spPr>
                <a:xfrm>
                  <a:off x="915147" y="6602840"/>
                  <a:ext cx="17640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6">
              <p14:nvContentPartPr>
                <p14:cNvPr id="537" name="Ink 536">
                  <a:extLst>
                    <a:ext uri="{FF2B5EF4-FFF2-40B4-BE49-F238E27FC236}">
                      <a16:creationId xmlns:a16="http://schemas.microsoft.com/office/drawing/2014/main" id="{152133E3-68EC-352B-7893-9E44B6D32684}"/>
                    </a:ext>
                  </a:extLst>
                </p14:cNvPr>
                <p14:cNvContentPartPr/>
                <p14:nvPr/>
              </p14:nvContentPartPr>
              <p14:xfrm>
                <a:off x="976707" y="6684560"/>
                <a:ext cx="21960" cy="27360"/>
              </p14:xfrm>
            </p:contentPart>
          </mc:Choice>
          <mc:Fallback xmlns="">
            <p:pic>
              <p:nvPicPr>
                <p:cNvPr id="537" name="Ink 536">
                  <a:extLst>
                    <a:ext uri="{FF2B5EF4-FFF2-40B4-BE49-F238E27FC236}">
                      <a16:creationId xmlns:a16="http://schemas.microsoft.com/office/drawing/2014/main" id="{152133E3-68EC-352B-7893-9E44B6D32684}"/>
                    </a:ext>
                  </a:extLst>
                </p:cNvPr>
                <p:cNvPicPr/>
                <p:nvPr/>
              </p:nvPicPr>
              <p:blipFill>
                <a:blip r:embed="rId837"/>
                <a:stretch>
                  <a:fillRect/>
                </a:stretch>
              </p:blipFill>
              <p:spPr>
                <a:xfrm>
                  <a:off x="970587" y="6678440"/>
                  <a:ext cx="342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8">
              <p14:nvContentPartPr>
                <p14:cNvPr id="538" name="Ink 537">
                  <a:extLst>
                    <a:ext uri="{FF2B5EF4-FFF2-40B4-BE49-F238E27FC236}">
                      <a16:creationId xmlns:a16="http://schemas.microsoft.com/office/drawing/2014/main" id="{BEA17487-0E25-CCF7-2E1F-85744DD18986}"/>
                    </a:ext>
                  </a:extLst>
                </p14:cNvPr>
                <p14:cNvContentPartPr/>
                <p14:nvPr/>
              </p14:nvContentPartPr>
              <p14:xfrm>
                <a:off x="504027" y="6649280"/>
                <a:ext cx="322920" cy="128160"/>
              </p14:xfrm>
            </p:contentPart>
          </mc:Choice>
          <mc:Fallback xmlns="">
            <p:pic>
              <p:nvPicPr>
                <p:cNvPr id="538" name="Ink 537">
                  <a:extLst>
                    <a:ext uri="{FF2B5EF4-FFF2-40B4-BE49-F238E27FC236}">
                      <a16:creationId xmlns:a16="http://schemas.microsoft.com/office/drawing/2014/main" id="{BEA17487-0E25-CCF7-2E1F-85744DD18986}"/>
                    </a:ext>
                  </a:extLst>
                </p:cNvPr>
                <p:cNvPicPr/>
                <p:nvPr/>
              </p:nvPicPr>
              <p:blipFill>
                <a:blip r:embed="rId839"/>
                <a:stretch>
                  <a:fillRect/>
                </a:stretch>
              </p:blipFill>
              <p:spPr>
                <a:xfrm>
                  <a:off x="497907" y="6643160"/>
                  <a:ext cx="33516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0">
              <p14:nvContentPartPr>
                <p14:cNvPr id="539" name="Ink 538">
                  <a:extLst>
                    <a:ext uri="{FF2B5EF4-FFF2-40B4-BE49-F238E27FC236}">
                      <a16:creationId xmlns:a16="http://schemas.microsoft.com/office/drawing/2014/main" id="{FFE579B1-8D63-7FE7-2B0B-5AC4903162C2}"/>
                    </a:ext>
                  </a:extLst>
                </p14:cNvPr>
                <p14:cNvContentPartPr/>
                <p14:nvPr/>
              </p14:nvContentPartPr>
              <p14:xfrm>
                <a:off x="346347" y="6710840"/>
                <a:ext cx="151560" cy="126360"/>
              </p14:xfrm>
            </p:contentPart>
          </mc:Choice>
          <mc:Fallback xmlns="">
            <p:pic>
              <p:nvPicPr>
                <p:cNvPr id="539" name="Ink 538">
                  <a:extLst>
                    <a:ext uri="{FF2B5EF4-FFF2-40B4-BE49-F238E27FC236}">
                      <a16:creationId xmlns:a16="http://schemas.microsoft.com/office/drawing/2014/main" id="{FFE579B1-8D63-7FE7-2B0B-5AC4903162C2}"/>
                    </a:ext>
                  </a:extLst>
                </p:cNvPr>
                <p:cNvPicPr/>
                <p:nvPr/>
              </p:nvPicPr>
              <p:blipFill>
                <a:blip r:embed="rId841"/>
                <a:stretch>
                  <a:fillRect/>
                </a:stretch>
              </p:blipFill>
              <p:spPr>
                <a:xfrm>
                  <a:off x="340227" y="6704720"/>
                  <a:ext cx="1638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2">
              <p14:nvContentPartPr>
                <p14:cNvPr id="540" name="Ink 539">
                  <a:extLst>
                    <a:ext uri="{FF2B5EF4-FFF2-40B4-BE49-F238E27FC236}">
                      <a16:creationId xmlns:a16="http://schemas.microsoft.com/office/drawing/2014/main" id="{4D6D0147-593D-BB3C-C242-1E66CED39926}"/>
                    </a:ext>
                  </a:extLst>
                </p14:cNvPr>
                <p14:cNvContentPartPr/>
                <p14:nvPr/>
              </p14:nvContentPartPr>
              <p14:xfrm>
                <a:off x="89667" y="6614000"/>
                <a:ext cx="301320" cy="128160"/>
              </p14:xfrm>
            </p:contentPart>
          </mc:Choice>
          <mc:Fallback xmlns="">
            <p:pic>
              <p:nvPicPr>
                <p:cNvPr id="540" name="Ink 539">
                  <a:extLst>
                    <a:ext uri="{FF2B5EF4-FFF2-40B4-BE49-F238E27FC236}">
                      <a16:creationId xmlns:a16="http://schemas.microsoft.com/office/drawing/2014/main" id="{4D6D0147-593D-BB3C-C242-1E66CED39926}"/>
                    </a:ext>
                  </a:extLst>
                </p:cNvPr>
                <p:cNvPicPr/>
                <p:nvPr/>
              </p:nvPicPr>
              <p:blipFill>
                <a:blip r:embed="rId843"/>
                <a:stretch>
                  <a:fillRect/>
                </a:stretch>
              </p:blipFill>
              <p:spPr>
                <a:xfrm>
                  <a:off x="83547" y="6607880"/>
                  <a:ext cx="31356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4">
              <p14:nvContentPartPr>
                <p14:cNvPr id="541" name="Ink 540">
                  <a:extLst>
                    <a:ext uri="{FF2B5EF4-FFF2-40B4-BE49-F238E27FC236}">
                      <a16:creationId xmlns:a16="http://schemas.microsoft.com/office/drawing/2014/main" id="{7E169617-8294-9B56-5341-B048FDD46AEF}"/>
                    </a:ext>
                  </a:extLst>
                </p14:cNvPr>
                <p14:cNvContentPartPr/>
                <p14:nvPr/>
              </p14:nvContentPartPr>
              <p14:xfrm>
                <a:off x="-71613" y="6601040"/>
                <a:ext cx="212040" cy="269640"/>
              </p14:xfrm>
            </p:contentPart>
          </mc:Choice>
          <mc:Fallback xmlns="">
            <p:pic>
              <p:nvPicPr>
                <p:cNvPr id="541" name="Ink 540">
                  <a:extLst>
                    <a:ext uri="{FF2B5EF4-FFF2-40B4-BE49-F238E27FC236}">
                      <a16:creationId xmlns:a16="http://schemas.microsoft.com/office/drawing/2014/main" id="{7E169617-8294-9B56-5341-B048FDD46AEF}"/>
                    </a:ext>
                  </a:extLst>
                </p:cNvPr>
                <p:cNvPicPr/>
                <p:nvPr/>
              </p:nvPicPr>
              <p:blipFill>
                <a:blip r:embed="rId845"/>
                <a:stretch>
                  <a:fillRect/>
                </a:stretch>
              </p:blipFill>
              <p:spPr>
                <a:xfrm>
                  <a:off x="-77733" y="6594920"/>
                  <a:ext cx="224280" cy="281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46">
            <p14:nvContentPartPr>
              <p14:cNvPr id="543" name="Ink 542">
                <a:extLst>
                  <a:ext uri="{FF2B5EF4-FFF2-40B4-BE49-F238E27FC236}">
                    <a16:creationId xmlns:a16="http://schemas.microsoft.com/office/drawing/2014/main" id="{D81EE81F-07A1-AC22-98D6-BBEA232AC098}"/>
                  </a:ext>
                </a:extLst>
              </p14:cNvPr>
              <p14:cNvContentPartPr/>
              <p14:nvPr/>
            </p14:nvContentPartPr>
            <p14:xfrm>
              <a:off x="5884227" y="6024160"/>
              <a:ext cx="90720" cy="56160"/>
            </p14:xfrm>
          </p:contentPart>
        </mc:Choice>
        <mc:Fallback xmlns="">
          <p:pic>
            <p:nvPicPr>
              <p:cNvPr id="543" name="Ink 542">
                <a:extLst>
                  <a:ext uri="{FF2B5EF4-FFF2-40B4-BE49-F238E27FC236}">
                    <a16:creationId xmlns:a16="http://schemas.microsoft.com/office/drawing/2014/main" id="{D81EE81F-07A1-AC22-98D6-BBEA232AC098}"/>
                  </a:ext>
                </a:extLst>
              </p:cNvPr>
              <p:cNvPicPr/>
              <p:nvPr/>
            </p:nvPicPr>
            <p:blipFill>
              <a:blip r:embed="rId847"/>
              <a:stretch>
                <a:fillRect/>
              </a:stretch>
            </p:blipFill>
            <p:spPr>
              <a:xfrm>
                <a:off x="5878107" y="6018040"/>
                <a:ext cx="102960" cy="68400"/>
              </a:xfrm>
              <a:prstGeom prst="rect">
                <a:avLst/>
              </a:prstGeom>
            </p:spPr>
          </p:pic>
        </mc:Fallback>
      </mc:AlternateContent>
      <p:grpSp>
        <p:nvGrpSpPr>
          <p:cNvPr id="546" name="Group 545">
            <a:extLst>
              <a:ext uri="{FF2B5EF4-FFF2-40B4-BE49-F238E27FC236}">
                <a16:creationId xmlns:a16="http://schemas.microsoft.com/office/drawing/2014/main" id="{F730E89F-1C02-100D-3384-33CF9C92970A}"/>
              </a:ext>
            </a:extLst>
          </p:cNvPr>
          <p:cNvGrpSpPr/>
          <p:nvPr/>
        </p:nvGrpSpPr>
        <p:grpSpPr>
          <a:xfrm>
            <a:off x="10615347" y="6262480"/>
            <a:ext cx="482760" cy="172800"/>
            <a:chOff x="10615347" y="6262480"/>
            <a:chExt cx="482760" cy="17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8">
              <p14:nvContentPartPr>
                <p14:cNvPr id="544" name="Ink 543">
                  <a:extLst>
                    <a:ext uri="{FF2B5EF4-FFF2-40B4-BE49-F238E27FC236}">
                      <a16:creationId xmlns:a16="http://schemas.microsoft.com/office/drawing/2014/main" id="{D1140638-DE02-44A4-F972-D17EE7BE3E64}"/>
                    </a:ext>
                  </a:extLst>
                </p14:cNvPr>
                <p14:cNvContentPartPr/>
                <p14:nvPr/>
              </p14:nvContentPartPr>
              <p14:xfrm>
                <a:off x="10665027" y="6331600"/>
                <a:ext cx="433080" cy="28080"/>
              </p14:xfrm>
            </p:contentPart>
          </mc:Choice>
          <mc:Fallback xmlns="">
            <p:pic>
              <p:nvPicPr>
                <p:cNvPr id="544" name="Ink 543">
                  <a:extLst>
                    <a:ext uri="{FF2B5EF4-FFF2-40B4-BE49-F238E27FC236}">
                      <a16:creationId xmlns:a16="http://schemas.microsoft.com/office/drawing/2014/main" id="{D1140638-DE02-44A4-F972-D17EE7BE3E64}"/>
                    </a:ext>
                  </a:extLst>
                </p:cNvPr>
                <p:cNvPicPr/>
                <p:nvPr/>
              </p:nvPicPr>
              <p:blipFill>
                <a:blip r:embed="rId849"/>
                <a:stretch>
                  <a:fillRect/>
                </a:stretch>
              </p:blipFill>
              <p:spPr>
                <a:xfrm>
                  <a:off x="10658907" y="6325480"/>
                  <a:ext cx="4453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0">
              <p14:nvContentPartPr>
                <p14:cNvPr id="545" name="Ink 544">
                  <a:extLst>
                    <a:ext uri="{FF2B5EF4-FFF2-40B4-BE49-F238E27FC236}">
                      <a16:creationId xmlns:a16="http://schemas.microsoft.com/office/drawing/2014/main" id="{02BDAA58-B54C-628B-C3E4-244E8B75E867}"/>
                    </a:ext>
                  </a:extLst>
                </p14:cNvPr>
                <p14:cNvContentPartPr/>
                <p14:nvPr/>
              </p14:nvContentPartPr>
              <p14:xfrm>
                <a:off x="10615347" y="6262480"/>
                <a:ext cx="104760" cy="172800"/>
              </p14:xfrm>
            </p:contentPart>
          </mc:Choice>
          <mc:Fallback xmlns="">
            <p:pic>
              <p:nvPicPr>
                <p:cNvPr id="545" name="Ink 544">
                  <a:extLst>
                    <a:ext uri="{FF2B5EF4-FFF2-40B4-BE49-F238E27FC236}">
                      <a16:creationId xmlns:a16="http://schemas.microsoft.com/office/drawing/2014/main" id="{02BDAA58-B54C-628B-C3E4-244E8B75E867}"/>
                    </a:ext>
                  </a:extLst>
                </p:cNvPr>
                <p:cNvPicPr/>
                <p:nvPr/>
              </p:nvPicPr>
              <p:blipFill>
                <a:blip r:embed="rId851"/>
                <a:stretch>
                  <a:fillRect/>
                </a:stretch>
              </p:blipFill>
              <p:spPr>
                <a:xfrm>
                  <a:off x="10609227" y="6256360"/>
                  <a:ext cx="117000" cy="185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52">
            <p14:nvContentPartPr>
              <p14:cNvPr id="547" name="Ink 546">
                <a:extLst>
                  <a:ext uri="{FF2B5EF4-FFF2-40B4-BE49-F238E27FC236}">
                    <a16:creationId xmlns:a16="http://schemas.microsoft.com/office/drawing/2014/main" id="{DE991557-80A7-1695-FA74-A0B2B7D6EE7A}"/>
                  </a:ext>
                </a:extLst>
              </p14:cNvPr>
              <p14:cNvContentPartPr/>
              <p14:nvPr/>
            </p14:nvContentPartPr>
            <p14:xfrm>
              <a:off x="11114307" y="6239080"/>
              <a:ext cx="29160" cy="157680"/>
            </p14:xfrm>
          </p:contentPart>
        </mc:Choice>
        <mc:Fallback xmlns="">
          <p:pic>
            <p:nvPicPr>
              <p:cNvPr id="547" name="Ink 546">
                <a:extLst>
                  <a:ext uri="{FF2B5EF4-FFF2-40B4-BE49-F238E27FC236}">
                    <a16:creationId xmlns:a16="http://schemas.microsoft.com/office/drawing/2014/main" id="{DE991557-80A7-1695-FA74-A0B2B7D6EE7A}"/>
                  </a:ext>
                </a:extLst>
              </p:cNvPr>
              <p:cNvPicPr/>
              <p:nvPr/>
            </p:nvPicPr>
            <p:blipFill>
              <a:blip r:embed="rId853"/>
              <a:stretch>
                <a:fillRect/>
              </a:stretch>
            </p:blipFill>
            <p:spPr>
              <a:xfrm>
                <a:off x="11108187" y="6232960"/>
                <a:ext cx="41400" cy="169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07990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B7104-FF19-4683-8664-0B1C97E97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464D4-0BBE-059A-F592-EFC0E1318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>
                <a:cs typeface="B Nazanin" panose="00000400000000000000" pitchFamily="2" charset="-78"/>
              </a:rPr>
              <a:t>مرور افعال و ضمائر ملکی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21729-2BE2-065E-FB23-8EAC687A05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A" sz="2400" dirty="0">
                <a:cs typeface="B Nazanin" panose="00000400000000000000" pitchFamily="2" charset="-78"/>
              </a:rPr>
              <a:t>You and Mina are good </a:t>
            </a:r>
            <a:r>
              <a:rPr lang="fr-CA" sz="2400" dirty="0" err="1">
                <a:cs typeface="B Nazanin" panose="00000400000000000000" pitchFamily="2" charset="-78"/>
              </a:rPr>
              <a:t>friends</a:t>
            </a:r>
            <a:r>
              <a:rPr lang="fr-CA" sz="2400" dirty="0">
                <a:cs typeface="B Nazanin" panose="00000400000000000000" pitchFamily="2" charset="-78"/>
              </a:rPr>
              <a:t>. You </a:t>
            </a:r>
            <a:r>
              <a:rPr lang="fr-CA" sz="2400" dirty="0" err="1">
                <a:cs typeface="B Nazanin" panose="00000400000000000000" pitchFamily="2" charset="-78"/>
              </a:rPr>
              <a:t>built</a:t>
            </a:r>
            <a:r>
              <a:rPr lang="fr-CA" sz="2400" dirty="0">
                <a:cs typeface="B Nazanin" panose="00000400000000000000" pitchFamily="2" charset="-78"/>
              </a:rPr>
              <a:t> a </a:t>
            </a:r>
            <a:r>
              <a:rPr lang="fr-CA" sz="2400" dirty="0" err="1">
                <a:cs typeface="B Nazanin" panose="00000400000000000000" pitchFamily="2" charset="-78"/>
              </a:rPr>
              <a:t>snowman</a:t>
            </a:r>
            <a:r>
              <a:rPr lang="fr-CA" sz="2400" dirty="0">
                <a:cs typeface="B Nazanin" panose="00000400000000000000" pitchFamily="2" charset="-78"/>
              </a:rPr>
              <a:t> </a:t>
            </a:r>
            <a:r>
              <a:rPr lang="fr-CA" sz="2400" dirty="0" err="1">
                <a:cs typeface="B Nazanin" panose="00000400000000000000" pitchFamily="2" charset="-78"/>
              </a:rPr>
              <a:t>yesterday</a:t>
            </a:r>
            <a:r>
              <a:rPr lang="fr-CA" sz="2400" dirty="0">
                <a:cs typeface="B Nazanin" panose="00000400000000000000" pitchFamily="2" charset="-78"/>
              </a:rPr>
              <a:t>. </a:t>
            </a:r>
            <a:r>
              <a:rPr lang="fr-CA" sz="2400" dirty="0" err="1">
                <a:cs typeface="B Nazanin" panose="00000400000000000000" pitchFamily="2" charset="-78"/>
              </a:rPr>
              <a:t>His</a:t>
            </a:r>
            <a:r>
              <a:rPr lang="fr-CA" sz="2400" dirty="0">
                <a:cs typeface="B Nazanin" panose="00000400000000000000" pitchFamily="2" charset="-78"/>
              </a:rPr>
              <a:t> </a:t>
            </a:r>
            <a:r>
              <a:rPr lang="fr-CA" sz="2400" dirty="0" err="1">
                <a:cs typeface="B Nazanin" panose="00000400000000000000" pitchFamily="2" charset="-78"/>
              </a:rPr>
              <a:t>hat</a:t>
            </a:r>
            <a:r>
              <a:rPr lang="fr-CA" sz="2400" dirty="0">
                <a:cs typeface="B Nazanin" panose="00000400000000000000" pitchFamily="2" charset="-78"/>
              </a:rPr>
              <a:t>  </a:t>
            </a:r>
            <a:r>
              <a:rPr lang="fr-CA" sz="2400" dirty="0" err="1">
                <a:cs typeface="B Nazanin" panose="00000400000000000000" pitchFamily="2" charset="-78"/>
              </a:rPr>
              <a:t>was</a:t>
            </a:r>
            <a:r>
              <a:rPr lang="fr-CA" sz="2400" dirty="0">
                <a:cs typeface="B Nazanin" panose="00000400000000000000" pitchFamily="2" charset="-78"/>
              </a:rPr>
              <a:t> </a:t>
            </a:r>
            <a:r>
              <a:rPr lang="fr-CA" sz="2400" dirty="0" err="1">
                <a:cs typeface="B Nazanin" panose="00000400000000000000" pitchFamily="2" charset="-78"/>
              </a:rPr>
              <a:t>red</a:t>
            </a:r>
            <a:r>
              <a:rPr lang="fr-CA" sz="2400" dirty="0">
                <a:cs typeface="B Nazanin" panose="00000400000000000000" pitchFamily="2" charset="-78"/>
              </a:rPr>
              <a:t>. </a:t>
            </a:r>
          </a:p>
          <a:p>
            <a:endParaRPr lang="fr-CA" sz="2400" dirty="0">
              <a:cs typeface="B Nazanin" panose="00000400000000000000" pitchFamily="2" charset="-78"/>
            </a:endParaRPr>
          </a:p>
          <a:p>
            <a:pPr marL="0" indent="0">
              <a:buNone/>
            </a:pPr>
            <a:endParaRPr lang="fr-CA" sz="2400" dirty="0">
              <a:cs typeface="B Nazanin" panose="00000400000000000000" pitchFamily="2" charset="-78"/>
            </a:endParaRPr>
          </a:p>
          <a:p>
            <a:pPr marL="0" indent="0">
              <a:buNone/>
            </a:pPr>
            <a:endParaRPr lang="fr-CA" sz="2400" dirty="0">
              <a:cs typeface="B Nazanin" panose="00000400000000000000" pitchFamily="2" charset="-78"/>
            </a:endParaRPr>
          </a:p>
          <a:p>
            <a:r>
              <a:rPr lang="fr-CA" sz="2400" dirty="0" err="1">
                <a:cs typeface="B Nazanin" panose="00000400000000000000" pitchFamily="2" charset="-78"/>
              </a:rPr>
              <a:t>My</a:t>
            </a:r>
            <a:r>
              <a:rPr lang="fr-CA" sz="2400" dirty="0">
                <a:cs typeface="B Nazanin" panose="00000400000000000000" pitchFamily="2" charset="-78"/>
              </a:rPr>
              <a:t> car </a:t>
            </a:r>
            <a:r>
              <a:rPr lang="fr-CA" sz="2400" dirty="0" err="1">
                <a:cs typeface="B Nazanin" panose="00000400000000000000" pitchFamily="2" charset="-78"/>
              </a:rPr>
              <a:t>is</a:t>
            </a:r>
            <a:r>
              <a:rPr lang="fr-CA" sz="2400" dirty="0">
                <a:cs typeface="B Nazanin" panose="00000400000000000000" pitchFamily="2" charset="-78"/>
              </a:rPr>
              <a:t> </a:t>
            </a:r>
            <a:r>
              <a:rPr lang="fr-CA" sz="2400" dirty="0" err="1">
                <a:cs typeface="B Nazanin" panose="00000400000000000000" pitchFamily="2" charset="-78"/>
              </a:rPr>
              <a:t>dark</a:t>
            </a:r>
            <a:r>
              <a:rPr lang="fr-CA" sz="2400" dirty="0">
                <a:cs typeface="B Nazanin" panose="00000400000000000000" pitchFamily="2" charset="-78"/>
              </a:rPr>
              <a:t> </a:t>
            </a:r>
            <a:r>
              <a:rPr lang="fr-CA" sz="2400" dirty="0" err="1">
                <a:cs typeface="B Nazanin" panose="00000400000000000000" pitchFamily="2" charset="-78"/>
              </a:rPr>
              <a:t>purple</a:t>
            </a:r>
            <a:r>
              <a:rPr lang="fr-CA" sz="2400" dirty="0">
                <a:cs typeface="B Nazanin" panose="00000400000000000000" pitchFamily="2" charset="-78"/>
              </a:rPr>
              <a:t>. </a:t>
            </a:r>
            <a:r>
              <a:rPr lang="fr-CA" sz="2400" dirty="0" err="1">
                <a:cs typeface="B Nazanin" panose="00000400000000000000" pitchFamily="2" charset="-78"/>
              </a:rPr>
              <a:t>Did</a:t>
            </a:r>
            <a:r>
              <a:rPr lang="fr-CA" sz="2400" dirty="0">
                <a:cs typeface="B Nazanin" panose="00000400000000000000" pitchFamily="2" charset="-78"/>
              </a:rPr>
              <a:t> </a:t>
            </a:r>
            <a:r>
              <a:rPr lang="fr-CA" sz="2400" dirty="0" err="1">
                <a:cs typeface="B Nazanin" panose="00000400000000000000" pitchFamily="2" charset="-78"/>
              </a:rPr>
              <a:t>you</a:t>
            </a:r>
            <a:r>
              <a:rPr lang="fr-CA" sz="2400" dirty="0">
                <a:cs typeface="B Nazanin" panose="00000400000000000000" pitchFamily="2" charset="-78"/>
              </a:rPr>
              <a:t> </a:t>
            </a:r>
            <a:r>
              <a:rPr lang="fr-CA" sz="2400" dirty="0" err="1">
                <a:cs typeface="B Nazanin" panose="00000400000000000000" pitchFamily="2" charset="-78"/>
              </a:rPr>
              <a:t>see</a:t>
            </a:r>
            <a:r>
              <a:rPr lang="fr-CA" sz="2400" dirty="0">
                <a:cs typeface="B Nazanin" panose="00000400000000000000" pitchFamily="2" charset="-78"/>
              </a:rPr>
              <a:t> </a:t>
            </a:r>
            <a:r>
              <a:rPr lang="fr-CA" sz="2400" dirty="0" err="1">
                <a:cs typeface="B Nazanin" panose="00000400000000000000" pitchFamily="2" charset="-78"/>
              </a:rPr>
              <a:t>it</a:t>
            </a:r>
            <a:r>
              <a:rPr lang="fr-CA" sz="2400" dirty="0">
                <a:cs typeface="B Nazanin" panose="00000400000000000000" pitchFamily="2" charset="-78"/>
              </a:rPr>
              <a:t> </a:t>
            </a:r>
            <a:r>
              <a:rPr lang="fr-CA" sz="2400" dirty="0" err="1">
                <a:cs typeface="B Nazanin" panose="00000400000000000000" pitchFamily="2" charset="-78"/>
              </a:rPr>
              <a:t>yesterday</a:t>
            </a:r>
            <a:r>
              <a:rPr lang="fr-CA" sz="2400" dirty="0">
                <a:cs typeface="B Nazanin" panose="00000400000000000000" pitchFamily="2" charset="-78"/>
              </a:rPr>
              <a:t> </a:t>
            </a:r>
            <a:r>
              <a:rPr lang="fr-CA" sz="2400" dirty="0" err="1">
                <a:cs typeface="B Nazanin" panose="00000400000000000000" pitchFamily="2" charset="-78"/>
              </a:rPr>
              <a:t>evening</a:t>
            </a:r>
            <a:r>
              <a:rPr lang="fr-CA" sz="2400" dirty="0">
                <a:cs typeface="B Nazanin" panose="00000400000000000000" pitchFamily="2" charset="-78"/>
              </a:rPr>
              <a:t>? </a:t>
            </a:r>
          </a:p>
          <a:p>
            <a:endParaRPr lang="fa-IR" sz="2400" dirty="0">
              <a:cs typeface="B Nazanin" panose="00000400000000000000" pitchFamily="2" charset="-78"/>
            </a:endParaRPr>
          </a:p>
          <a:p>
            <a:pPr algn="r" rtl="1"/>
            <a:endParaRPr lang="fa-IR" sz="2400" dirty="0">
              <a:cs typeface="B Nazanin" panose="00000400000000000000" pitchFamily="2" charset="-78"/>
            </a:endParaRPr>
          </a:p>
          <a:p>
            <a:pPr marL="0" indent="0" algn="r">
              <a:buNone/>
            </a:pPr>
            <a:endParaRPr lang="en-CA" sz="2400" dirty="0">
              <a:cs typeface="B Nazanin" panose="00000400000000000000" pitchFamily="2" charset="-78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B6F30F7-342C-4532-074F-A2D62F341474}"/>
              </a:ext>
            </a:extLst>
          </p:cNvPr>
          <p:cNvGrpSpPr/>
          <p:nvPr/>
        </p:nvGrpSpPr>
        <p:grpSpPr>
          <a:xfrm>
            <a:off x="9338067" y="2380040"/>
            <a:ext cx="1140480" cy="364320"/>
            <a:chOff x="9338067" y="2380040"/>
            <a:chExt cx="1140480" cy="36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EE22421-0613-8294-5C8B-BF89D7A29EBE}"/>
                    </a:ext>
                  </a:extLst>
                </p14:cNvPr>
                <p14:cNvContentPartPr/>
                <p14:nvPr/>
              </p14:nvContentPartPr>
              <p14:xfrm>
                <a:off x="10387827" y="2625560"/>
                <a:ext cx="90720" cy="208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EE22421-0613-8294-5C8B-BF89D7A29EB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381707" y="2619440"/>
                  <a:ext cx="1029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5CF33CB-E995-C0B3-57DA-7DFBDDB46107}"/>
                    </a:ext>
                  </a:extLst>
                </p14:cNvPr>
                <p14:cNvContentPartPr/>
                <p14:nvPr/>
              </p14:nvContentPartPr>
              <p14:xfrm>
                <a:off x="9980307" y="2529440"/>
                <a:ext cx="268920" cy="2131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5CF33CB-E995-C0B3-57DA-7DFBDDB4610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974187" y="2523320"/>
                  <a:ext cx="28116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33CC094-675A-6579-DF98-ED0974E360D7}"/>
                    </a:ext>
                  </a:extLst>
                </p14:cNvPr>
                <p14:cNvContentPartPr/>
                <p14:nvPr/>
              </p14:nvContentPartPr>
              <p14:xfrm>
                <a:off x="10176867" y="2416040"/>
                <a:ext cx="9360" cy="198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33CC094-675A-6579-DF98-ED0974E360D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170747" y="2409920"/>
                  <a:ext cx="216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0C27295-84C8-208F-04D6-FDDBCAA815AE}"/>
                    </a:ext>
                  </a:extLst>
                </p14:cNvPr>
                <p14:cNvContentPartPr/>
                <p14:nvPr/>
              </p14:nvContentPartPr>
              <p14:xfrm>
                <a:off x="10231227" y="2403800"/>
                <a:ext cx="7200" cy="226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0C27295-84C8-208F-04D6-FDDBCAA815A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225107" y="2397680"/>
                  <a:ext cx="1944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D507E13-4AF2-0C33-617B-935E562BC1D5}"/>
                    </a:ext>
                  </a:extLst>
                </p14:cNvPr>
                <p14:cNvContentPartPr/>
                <p14:nvPr/>
              </p14:nvContentPartPr>
              <p14:xfrm>
                <a:off x="9721107" y="2590280"/>
                <a:ext cx="228240" cy="1458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D507E13-4AF2-0C33-617B-935E562BC1D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714987" y="2584160"/>
                  <a:ext cx="2404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C6A2BCC-5B5B-07BE-E2B9-E8658263D54F}"/>
                    </a:ext>
                  </a:extLst>
                </p14:cNvPr>
                <p14:cNvContentPartPr/>
                <p14:nvPr/>
              </p14:nvContentPartPr>
              <p14:xfrm>
                <a:off x="9338067" y="2380040"/>
                <a:ext cx="421560" cy="2530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C6A2BCC-5B5B-07BE-E2B9-E8658263D54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331947" y="2373920"/>
                  <a:ext cx="43380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1612D3E-5872-19AE-0229-1610F499A7A9}"/>
                    </a:ext>
                  </a:extLst>
                </p14:cNvPr>
                <p14:cNvContentPartPr/>
                <p14:nvPr/>
              </p14:nvContentPartPr>
              <p14:xfrm>
                <a:off x="9482427" y="2724200"/>
                <a:ext cx="18000" cy="201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1612D3E-5872-19AE-0229-1610F499A7A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476307" y="2718080"/>
                  <a:ext cx="302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ADA1D35-8A9B-3242-FF5C-79B07829F33A}"/>
                    </a:ext>
                  </a:extLst>
                </p14:cNvPr>
                <p14:cNvContentPartPr/>
                <p14:nvPr/>
              </p14:nvContentPartPr>
              <p14:xfrm>
                <a:off x="9565947" y="2737880"/>
                <a:ext cx="9360" cy="61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ADA1D35-8A9B-3242-FF5C-79B07829F33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559827" y="2731760"/>
                  <a:ext cx="2160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598D830-4288-0F7C-D91F-E98F941DA742}"/>
                    </a:ext>
                  </a:extLst>
                </p14:cNvPr>
                <p14:cNvContentPartPr/>
                <p14:nvPr/>
              </p14:nvContentPartPr>
              <p14:xfrm>
                <a:off x="9441387" y="2439080"/>
                <a:ext cx="17280" cy="208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598D830-4288-0F7C-D91F-E98F941DA74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435267" y="2432960"/>
                  <a:ext cx="29520" cy="3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7FFCBBE-A504-8B2A-690D-81A19F33A8DD}"/>
              </a:ext>
            </a:extLst>
          </p:cNvPr>
          <p:cNvGrpSpPr/>
          <p:nvPr/>
        </p:nvGrpSpPr>
        <p:grpSpPr>
          <a:xfrm>
            <a:off x="7925067" y="2357360"/>
            <a:ext cx="1298880" cy="375840"/>
            <a:chOff x="7925067" y="2357360"/>
            <a:chExt cx="1298880" cy="37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14C1DAB-CD6D-2611-58EC-7E644582BCFD}"/>
                    </a:ext>
                  </a:extLst>
                </p14:cNvPr>
                <p14:cNvContentPartPr/>
                <p14:nvPr/>
              </p14:nvContentPartPr>
              <p14:xfrm>
                <a:off x="9100107" y="2553920"/>
                <a:ext cx="123840" cy="113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14C1DAB-CD6D-2611-58EC-7E644582BCF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093987" y="2547800"/>
                  <a:ext cx="13608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7E6A871-9AD6-F6D8-1BD5-5E1DDDF2B4D5}"/>
                    </a:ext>
                  </a:extLst>
                </p14:cNvPr>
                <p14:cNvContentPartPr/>
                <p14:nvPr/>
              </p14:nvContentPartPr>
              <p14:xfrm>
                <a:off x="8945667" y="2582360"/>
                <a:ext cx="139320" cy="1004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7E6A871-9AD6-F6D8-1BD5-5E1DDDF2B4D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939547" y="2576240"/>
                  <a:ext cx="1515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15E2484-5BD5-5A4F-222A-5E6D10FAC5AB}"/>
                    </a:ext>
                  </a:extLst>
                </p14:cNvPr>
                <p14:cNvContentPartPr/>
                <p14:nvPr/>
              </p14:nvContentPartPr>
              <p14:xfrm>
                <a:off x="8657667" y="2357360"/>
                <a:ext cx="320400" cy="2512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15E2484-5BD5-5A4F-222A-5E6D10FAC5A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651547" y="2351240"/>
                  <a:ext cx="33264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9ADE7D5-CD5E-9206-DE2D-8473088DDE02}"/>
                    </a:ext>
                  </a:extLst>
                </p14:cNvPr>
                <p14:cNvContentPartPr/>
                <p14:nvPr/>
              </p14:nvContentPartPr>
              <p14:xfrm>
                <a:off x="8712387" y="2418560"/>
                <a:ext cx="12240" cy="244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9ADE7D5-CD5E-9206-DE2D-8473088DDE0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706267" y="2412440"/>
                  <a:ext cx="2448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D41C984-468A-050D-4AF3-975052FA566E}"/>
                    </a:ext>
                  </a:extLst>
                </p14:cNvPr>
                <p14:cNvContentPartPr/>
                <p14:nvPr/>
              </p14:nvContentPartPr>
              <p14:xfrm>
                <a:off x="8759547" y="2430080"/>
                <a:ext cx="27000" cy="241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D41C984-468A-050D-4AF3-975052FA566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753427" y="2423960"/>
                  <a:ext cx="392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B29D0B4-6C67-57F8-8FC3-310A6C6D125C}"/>
                    </a:ext>
                  </a:extLst>
                </p14:cNvPr>
                <p14:cNvContentPartPr/>
                <p14:nvPr/>
              </p14:nvContentPartPr>
              <p14:xfrm>
                <a:off x="8360307" y="2454560"/>
                <a:ext cx="235800" cy="2055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B29D0B4-6C67-57F8-8FC3-310A6C6D125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354187" y="2448440"/>
                  <a:ext cx="24804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1020509-7CDA-0488-5B90-84789724A86A}"/>
                    </a:ext>
                  </a:extLst>
                </p14:cNvPr>
                <p14:cNvContentPartPr/>
                <p14:nvPr/>
              </p14:nvContentPartPr>
              <p14:xfrm>
                <a:off x="8505747" y="2561840"/>
                <a:ext cx="14400" cy="162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1020509-7CDA-0488-5B90-84789724A86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499627" y="2555720"/>
                  <a:ext cx="266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78482C7-89F4-1DDC-C565-74F1DAB97064}"/>
                    </a:ext>
                  </a:extLst>
                </p14:cNvPr>
                <p14:cNvContentPartPr/>
                <p14:nvPr/>
              </p14:nvContentPartPr>
              <p14:xfrm>
                <a:off x="8438067" y="2696480"/>
                <a:ext cx="62280" cy="367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78482C7-89F4-1DDC-C565-74F1DAB9706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431947" y="2690360"/>
                  <a:ext cx="745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7B34C89-B24A-04D9-E80B-1437A83D6DB5}"/>
                    </a:ext>
                  </a:extLst>
                </p14:cNvPr>
                <p14:cNvContentPartPr/>
                <p14:nvPr/>
              </p14:nvContentPartPr>
              <p14:xfrm>
                <a:off x="7925067" y="2483720"/>
                <a:ext cx="395640" cy="1656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7B34C89-B24A-04D9-E80B-1437A83D6DB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918947" y="2477600"/>
                  <a:ext cx="40788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2F66C71-44F5-56C9-3BE8-B874FC7B2A26}"/>
                    </a:ext>
                  </a:extLst>
                </p14:cNvPr>
                <p14:cNvContentPartPr/>
                <p14:nvPr/>
              </p14:nvContentPartPr>
              <p14:xfrm>
                <a:off x="8213787" y="2366720"/>
                <a:ext cx="6120" cy="234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2F66C71-44F5-56C9-3BE8-B874FC7B2A2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207667" y="2360600"/>
                  <a:ext cx="18360" cy="35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8E555D96-9D7F-F533-FBBC-1B7CEFA1A931}"/>
                  </a:ext>
                </a:extLst>
              </p14:cNvPr>
              <p14:cNvContentPartPr/>
              <p14:nvPr/>
            </p14:nvContentPartPr>
            <p14:xfrm>
              <a:off x="7653987" y="2448800"/>
              <a:ext cx="294480" cy="2239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8E555D96-9D7F-F533-FBBC-1B7CEFA1A931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647867" y="2442680"/>
                <a:ext cx="306720" cy="23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73A093AE-7B36-E5DC-F61B-46B8283D5DCB}"/>
                  </a:ext>
                </a:extLst>
              </p14:cNvPr>
              <p14:cNvContentPartPr/>
              <p14:nvPr/>
            </p14:nvContentPartPr>
            <p14:xfrm>
              <a:off x="7863147" y="2718440"/>
              <a:ext cx="18360" cy="2124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73A093AE-7B36-E5DC-F61B-46B8283D5DCB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857027" y="2711960"/>
                <a:ext cx="30600" cy="3348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1DADB7B0-1923-FC64-771B-F31C6728A738}"/>
              </a:ext>
            </a:extLst>
          </p:cNvPr>
          <p:cNvGrpSpPr/>
          <p:nvPr/>
        </p:nvGrpSpPr>
        <p:grpSpPr>
          <a:xfrm>
            <a:off x="6738147" y="2384720"/>
            <a:ext cx="841320" cy="277200"/>
            <a:chOff x="6738147" y="2384720"/>
            <a:chExt cx="841320" cy="27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5C1A3DD-5DDB-1FF7-F6DB-C72C4B12E79E}"/>
                    </a:ext>
                  </a:extLst>
                </p14:cNvPr>
                <p14:cNvContentPartPr/>
                <p14:nvPr/>
              </p14:nvContentPartPr>
              <p14:xfrm>
                <a:off x="6792867" y="2435480"/>
                <a:ext cx="786600" cy="1584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5C1A3DD-5DDB-1FF7-F6DB-C72C4B12E79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786747" y="2429360"/>
                  <a:ext cx="79884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BC3206B-3D20-2BAF-FB44-C744D65B31AD}"/>
                    </a:ext>
                  </a:extLst>
                </p14:cNvPr>
                <p14:cNvContentPartPr/>
                <p14:nvPr/>
              </p14:nvContentPartPr>
              <p14:xfrm>
                <a:off x="7074027" y="2397320"/>
                <a:ext cx="4680" cy="129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BC3206B-3D20-2BAF-FB44-C744D65B31A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067907" y="2391200"/>
                  <a:ext cx="169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8D0CD15-7548-49D0-713A-A32140BC1049}"/>
                    </a:ext>
                  </a:extLst>
                </p14:cNvPr>
                <p14:cNvContentPartPr/>
                <p14:nvPr/>
              </p14:nvContentPartPr>
              <p14:xfrm>
                <a:off x="7117227" y="2384720"/>
                <a:ext cx="23760" cy="280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8D0CD15-7548-49D0-713A-A32140BC104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111107" y="2378600"/>
                  <a:ext cx="360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4BC7FC2-6D64-7DBD-463C-24D8476B4C0F}"/>
                    </a:ext>
                  </a:extLst>
                </p14:cNvPr>
                <p14:cNvContentPartPr/>
                <p14:nvPr/>
              </p14:nvContentPartPr>
              <p14:xfrm>
                <a:off x="6922827" y="2641040"/>
                <a:ext cx="26280" cy="20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4BC7FC2-6D64-7DBD-463C-24D8476B4C0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916707" y="2634920"/>
                  <a:ext cx="385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7A49DAD-C643-2177-37E3-9A416FDC0CBA}"/>
                    </a:ext>
                  </a:extLst>
                </p14:cNvPr>
                <p14:cNvContentPartPr/>
                <p14:nvPr/>
              </p14:nvContentPartPr>
              <p14:xfrm>
                <a:off x="6999507" y="2635640"/>
                <a:ext cx="16200" cy="226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7A49DAD-C643-2177-37E3-9A416FDC0CB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993387" y="2629520"/>
                  <a:ext cx="2844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2A6D511-220C-A064-21B0-E7A3B33CC102}"/>
                    </a:ext>
                  </a:extLst>
                </p14:cNvPr>
                <p14:cNvContentPartPr/>
                <p14:nvPr/>
              </p14:nvContentPartPr>
              <p14:xfrm>
                <a:off x="6738147" y="2470400"/>
                <a:ext cx="7560" cy="154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2A6D511-220C-A064-21B0-E7A3B33CC10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732027" y="2464280"/>
                  <a:ext cx="19800" cy="27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6D7ACD02-10C1-0F7A-36F7-ADFB57149111}"/>
                  </a:ext>
                </a:extLst>
              </p14:cNvPr>
              <p14:cNvContentPartPr/>
              <p14:nvPr/>
            </p14:nvContentPartPr>
            <p14:xfrm>
              <a:off x="6722667" y="2474000"/>
              <a:ext cx="12960" cy="183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6D7ACD02-10C1-0F7A-36F7-ADFB57149111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716547" y="2467880"/>
                <a:ext cx="2520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1AE0BAC8-275B-23A7-EAAA-DE57497130F8}"/>
                  </a:ext>
                </a:extLst>
              </p14:cNvPr>
              <p14:cNvContentPartPr/>
              <p14:nvPr/>
            </p14:nvContentPartPr>
            <p14:xfrm>
              <a:off x="5334147" y="2188160"/>
              <a:ext cx="240840" cy="3312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1AE0BAC8-275B-23A7-EAAA-DE57497130F8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328027" y="2182040"/>
                <a:ext cx="253080" cy="45360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AA97777A-80A9-C8AB-C246-C9640674E373}"/>
              </a:ext>
            </a:extLst>
          </p:cNvPr>
          <p:cNvGrpSpPr/>
          <p:nvPr/>
        </p:nvGrpSpPr>
        <p:grpSpPr>
          <a:xfrm>
            <a:off x="4320387" y="2309120"/>
            <a:ext cx="2255760" cy="414720"/>
            <a:chOff x="4320387" y="2309120"/>
            <a:chExt cx="2255760" cy="41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D77D5FE-5FBE-8AB9-F123-491951969092}"/>
                    </a:ext>
                  </a:extLst>
                </p14:cNvPr>
                <p14:cNvContentPartPr/>
                <p14:nvPr/>
              </p14:nvContentPartPr>
              <p14:xfrm>
                <a:off x="6251067" y="2348000"/>
                <a:ext cx="325080" cy="2271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D77D5FE-5FBE-8AB9-F123-49195196909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244947" y="2341880"/>
                  <a:ext cx="3373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42C71AD-1836-963B-E56A-9E418D6E869A}"/>
                    </a:ext>
                  </a:extLst>
                </p14:cNvPr>
                <p14:cNvContentPartPr/>
                <p14:nvPr/>
              </p14:nvContentPartPr>
              <p14:xfrm>
                <a:off x="6451947" y="2414600"/>
                <a:ext cx="12600" cy="198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42C71AD-1836-963B-E56A-9E418D6E869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445827" y="2408480"/>
                  <a:ext cx="248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049C7C7-ED63-7390-2FA1-339A927153AC}"/>
                    </a:ext>
                  </a:extLst>
                </p14:cNvPr>
                <p14:cNvContentPartPr/>
                <p14:nvPr/>
              </p14:nvContentPartPr>
              <p14:xfrm>
                <a:off x="6502707" y="2410640"/>
                <a:ext cx="12960" cy="277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049C7C7-ED63-7390-2FA1-339A927153A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496587" y="2404520"/>
                  <a:ext cx="252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4BF1A0C-7C08-4892-28BE-BF0CDAB590F9}"/>
                    </a:ext>
                  </a:extLst>
                </p14:cNvPr>
                <p14:cNvContentPartPr/>
                <p14:nvPr/>
              </p14:nvContentPartPr>
              <p14:xfrm>
                <a:off x="6476427" y="2344040"/>
                <a:ext cx="9360" cy="100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4BF1A0C-7C08-4892-28BE-BF0CDAB590F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470307" y="2337920"/>
                  <a:ext cx="216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9EA7FB1-E753-EDE6-54B2-DE6108F4CF2A}"/>
                    </a:ext>
                  </a:extLst>
                </p14:cNvPr>
                <p14:cNvContentPartPr/>
                <p14:nvPr/>
              </p14:nvContentPartPr>
              <p14:xfrm>
                <a:off x="5999067" y="2448080"/>
                <a:ext cx="119880" cy="1342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9EA7FB1-E753-EDE6-54B2-DE6108F4CF2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992947" y="2441960"/>
                  <a:ext cx="13212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E92F111-A900-5A50-1022-3B4FE392F340}"/>
                    </a:ext>
                  </a:extLst>
                </p14:cNvPr>
                <p14:cNvContentPartPr/>
                <p14:nvPr/>
              </p14:nvContentPartPr>
              <p14:xfrm>
                <a:off x="5680827" y="2464640"/>
                <a:ext cx="229680" cy="2253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E92F111-A900-5A50-1022-3B4FE392F34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674707" y="2458520"/>
                  <a:ext cx="24192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102F89E-206D-0BD3-56C4-FF529335D254}"/>
                    </a:ext>
                  </a:extLst>
                </p14:cNvPr>
                <p14:cNvContentPartPr/>
                <p14:nvPr/>
              </p14:nvContentPartPr>
              <p14:xfrm>
                <a:off x="5815827" y="2659400"/>
                <a:ext cx="26280" cy="237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102F89E-206D-0BD3-56C4-FF529335D25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809707" y="2653280"/>
                  <a:ext cx="385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C168E25-B695-8AB2-41C9-DB18383CB44C}"/>
                    </a:ext>
                  </a:extLst>
                </p14:cNvPr>
                <p14:cNvContentPartPr/>
                <p14:nvPr/>
              </p14:nvContentPartPr>
              <p14:xfrm>
                <a:off x="5881347" y="2647880"/>
                <a:ext cx="6840" cy="259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C168E25-B695-8AB2-41C9-DB18383CB44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875227" y="2641760"/>
                  <a:ext cx="190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2F84E8A-0026-DBFF-9405-5370FE349E22}"/>
                    </a:ext>
                  </a:extLst>
                </p14:cNvPr>
                <p14:cNvContentPartPr/>
                <p14:nvPr/>
              </p14:nvContentPartPr>
              <p14:xfrm>
                <a:off x="5491107" y="2499560"/>
                <a:ext cx="211680" cy="1602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2F84E8A-0026-DBFF-9405-5370FE349E2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484987" y="2493440"/>
                  <a:ext cx="22392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2319F78-BBE9-0008-72DF-5D0B6C4B1767}"/>
                    </a:ext>
                  </a:extLst>
                </p14:cNvPr>
                <p14:cNvContentPartPr/>
                <p14:nvPr/>
              </p14:nvContentPartPr>
              <p14:xfrm>
                <a:off x="5367267" y="2526200"/>
                <a:ext cx="185400" cy="118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2319F78-BBE9-0008-72DF-5D0B6C4B176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361147" y="2520080"/>
                  <a:ext cx="1976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B56C36F-27A1-C07C-4C6D-C9DDBFD2DD1D}"/>
                    </a:ext>
                  </a:extLst>
                </p14:cNvPr>
                <p14:cNvContentPartPr/>
                <p14:nvPr/>
              </p14:nvContentPartPr>
              <p14:xfrm>
                <a:off x="5535027" y="2418920"/>
                <a:ext cx="14040" cy="133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B56C36F-27A1-C07C-4C6D-C9DDBFD2DD1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528907" y="2412800"/>
                  <a:ext cx="262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9C6F9E9-F603-FECE-9283-D8ECF194E410}"/>
                    </a:ext>
                  </a:extLst>
                </p14:cNvPr>
                <p14:cNvContentPartPr/>
                <p14:nvPr/>
              </p14:nvContentPartPr>
              <p14:xfrm>
                <a:off x="5155587" y="2438720"/>
                <a:ext cx="23040" cy="1429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9C6F9E9-F603-FECE-9283-D8ECF194E41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149467" y="2432600"/>
                  <a:ext cx="3528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B398AF6-72A9-BD3E-CF98-4428E0EC5DB8}"/>
                    </a:ext>
                  </a:extLst>
                </p14:cNvPr>
                <p14:cNvContentPartPr/>
                <p14:nvPr/>
              </p14:nvContentPartPr>
              <p14:xfrm>
                <a:off x="5090067" y="2309120"/>
                <a:ext cx="258480" cy="1105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B398AF6-72A9-BD3E-CF98-4428E0EC5DB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083947" y="2303000"/>
                  <a:ext cx="2707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B806A90-9F07-9981-9B04-AC7C42B879B4}"/>
                    </a:ext>
                  </a:extLst>
                </p14:cNvPr>
                <p14:cNvContentPartPr/>
                <p14:nvPr/>
              </p14:nvContentPartPr>
              <p14:xfrm>
                <a:off x="4983867" y="2450600"/>
                <a:ext cx="94320" cy="1166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B806A90-9F07-9981-9B04-AC7C42B879B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977747" y="2444480"/>
                  <a:ext cx="1065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8D45FB9-DBEB-9EC9-3FBD-684EF7B25547}"/>
                    </a:ext>
                  </a:extLst>
                </p14:cNvPr>
                <p14:cNvContentPartPr/>
                <p14:nvPr/>
              </p14:nvContentPartPr>
              <p14:xfrm>
                <a:off x="4867227" y="2465720"/>
                <a:ext cx="105120" cy="2581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8D45FB9-DBEB-9EC9-3FBD-684EF7B2554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861107" y="2459600"/>
                  <a:ext cx="11736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C12C079-760B-C0E4-0EBC-A91FF97FF615}"/>
                    </a:ext>
                  </a:extLst>
                </p14:cNvPr>
                <p14:cNvContentPartPr/>
                <p14:nvPr/>
              </p14:nvContentPartPr>
              <p14:xfrm>
                <a:off x="4527387" y="2431160"/>
                <a:ext cx="243360" cy="2642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C12C079-760B-C0E4-0EBC-A91FF97FF61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521267" y="2425040"/>
                  <a:ext cx="25560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65D93D6-6AED-D7D9-F2F6-A1D98091E14D}"/>
                    </a:ext>
                  </a:extLst>
                </p14:cNvPr>
                <p14:cNvContentPartPr/>
                <p14:nvPr/>
              </p14:nvContentPartPr>
              <p14:xfrm>
                <a:off x="4689747" y="2643200"/>
                <a:ext cx="6480" cy="72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65D93D6-6AED-D7D9-F2F6-A1D98091E14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683627" y="2637080"/>
                  <a:ext cx="1872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763D941-D363-260C-0D36-4CC0207374B1}"/>
                    </a:ext>
                  </a:extLst>
                </p14:cNvPr>
                <p14:cNvContentPartPr/>
                <p14:nvPr/>
              </p14:nvContentPartPr>
              <p14:xfrm>
                <a:off x="4320387" y="2418920"/>
                <a:ext cx="244080" cy="2052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763D941-D363-260C-0D36-4CC0207374B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314267" y="2412800"/>
                  <a:ext cx="25632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6E2EDCE-590D-81B3-CB8F-2DCC9330C5F2}"/>
                    </a:ext>
                  </a:extLst>
                </p14:cNvPr>
                <p14:cNvContentPartPr/>
                <p14:nvPr/>
              </p14:nvContentPartPr>
              <p14:xfrm>
                <a:off x="4501827" y="2328200"/>
                <a:ext cx="16920" cy="144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6E2EDCE-590D-81B3-CB8F-2DCC9330C5F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495707" y="2322080"/>
                  <a:ext cx="29160" cy="2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7D8E9E2D-2844-5EDC-6DD5-DE67D0A54EB8}"/>
              </a:ext>
            </a:extLst>
          </p:cNvPr>
          <p:cNvGrpSpPr/>
          <p:nvPr/>
        </p:nvGrpSpPr>
        <p:grpSpPr>
          <a:xfrm>
            <a:off x="3249387" y="2398040"/>
            <a:ext cx="913320" cy="322920"/>
            <a:chOff x="3249387" y="2398040"/>
            <a:chExt cx="913320" cy="32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B567C85-4FDB-F572-7067-F3D53EB32E1A}"/>
                    </a:ext>
                  </a:extLst>
                </p14:cNvPr>
                <p14:cNvContentPartPr/>
                <p14:nvPr/>
              </p14:nvContentPartPr>
              <p14:xfrm>
                <a:off x="3938067" y="2398040"/>
                <a:ext cx="224640" cy="2350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B567C85-4FDB-F572-7067-F3D53EB32E1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931947" y="2391920"/>
                  <a:ext cx="23688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C108136-A182-F2D8-0F1B-D3C969E84890}"/>
                    </a:ext>
                  </a:extLst>
                </p14:cNvPr>
                <p14:cNvContentPartPr/>
                <p14:nvPr/>
              </p14:nvContentPartPr>
              <p14:xfrm>
                <a:off x="3726747" y="2407760"/>
                <a:ext cx="17640" cy="327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C108136-A182-F2D8-0F1B-D3C969E8489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720627" y="2401640"/>
                  <a:ext cx="298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D02A521-6813-5882-68F1-C93DB14D1F6E}"/>
                    </a:ext>
                  </a:extLst>
                </p14:cNvPr>
                <p14:cNvContentPartPr/>
                <p14:nvPr/>
              </p14:nvContentPartPr>
              <p14:xfrm>
                <a:off x="3360987" y="2519000"/>
                <a:ext cx="532800" cy="1476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D02A521-6813-5882-68F1-C93DB14D1F6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354867" y="2512880"/>
                  <a:ext cx="54504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9E48D02-7321-FDC5-DE83-EB6996B47443}"/>
                    </a:ext>
                  </a:extLst>
                </p14:cNvPr>
                <p14:cNvContentPartPr/>
                <p14:nvPr/>
              </p14:nvContentPartPr>
              <p14:xfrm>
                <a:off x="3511467" y="2463560"/>
                <a:ext cx="16200" cy="216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9E48D02-7321-FDC5-DE83-EB6996B4744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505347" y="2457440"/>
                  <a:ext cx="284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1C025B4-CA82-35D9-3693-0BC6BF80566B}"/>
                    </a:ext>
                  </a:extLst>
                </p14:cNvPr>
                <p14:cNvContentPartPr/>
                <p14:nvPr/>
              </p14:nvContentPartPr>
              <p14:xfrm>
                <a:off x="3557547" y="2461760"/>
                <a:ext cx="6480" cy="198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1C025B4-CA82-35D9-3693-0BC6BF80566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551427" y="2455640"/>
                  <a:ext cx="187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41CCE6C-84A7-A6C6-6A24-CAE2ABBC7B67}"/>
                    </a:ext>
                  </a:extLst>
                </p14:cNvPr>
                <p14:cNvContentPartPr/>
                <p14:nvPr/>
              </p14:nvContentPartPr>
              <p14:xfrm>
                <a:off x="3510027" y="2690360"/>
                <a:ext cx="18720" cy="306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41CCE6C-84A7-A6C6-6A24-CAE2ABBC7B6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503907" y="2684240"/>
                  <a:ext cx="309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D51ED66-0B6B-DDCA-485F-806B1CF54A8D}"/>
                    </a:ext>
                  </a:extLst>
                </p14:cNvPr>
                <p14:cNvContentPartPr/>
                <p14:nvPr/>
              </p14:nvContentPartPr>
              <p14:xfrm>
                <a:off x="3565107" y="2687840"/>
                <a:ext cx="16560" cy="309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5D51ED66-0B6B-DDCA-485F-806B1CF54A8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558987" y="2681720"/>
                  <a:ext cx="2880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65A5350-0500-66C5-3BD7-D1B68FFE0DFB}"/>
                    </a:ext>
                  </a:extLst>
                </p14:cNvPr>
                <p14:cNvContentPartPr/>
                <p14:nvPr/>
              </p14:nvContentPartPr>
              <p14:xfrm>
                <a:off x="3249387" y="2565080"/>
                <a:ext cx="15120" cy="309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65A5350-0500-66C5-3BD7-D1B68FFE0DF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243267" y="2558960"/>
                  <a:ext cx="27360" cy="4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790DAFD6-8F08-9AFD-9408-9EF8D10A8858}"/>
              </a:ext>
            </a:extLst>
          </p:cNvPr>
          <p:cNvGrpSpPr/>
          <p:nvPr/>
        </p:nvGrpSpPr>
        <p:grpSpPr>
          <a:xfrm>
            <a:off x="9407907" y="241280"/>
            <a:ext cx="1526760" cy="379440"/>
            <a:chOff x="9407907" y="241280"/>
            <a:chExt cx="1526760" cy="37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6077E32-0535-28D6-BBED-D62BC595DFD0}"/>
                    </a:ext>
                  </a:extLst>
                </p14:cNvPr>
                <p14:cNvContentPartPr/>
                <p14:nvPr/>
              </p14:nvContentPartPr>
              <p14:xfrm>
                <a:off x="10673307" y="259640"/>
                <a:ext cx="261360" cy="2498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6077E32-0535-28D6-BBED-D62BC595DFD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667187" y="253520"/>
                  <a:ext cx="27360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58D1295-4BA4-3F83-26AE-F08C689D72C6}"/>
                    </a:ext>
                  </a:extLst>
                </p14:cNvPr>
                <p14:cNvContentPartPr/>
                <p14:nvPr/>
              </p14:nvContentPartPr>
              <p14:xfrm>
                <a:off x="10074267" y="365840"/>
                <a:ext cx="486000" cy="2293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58D1295-4BA4-3F83-26AE-F08C689D72C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068147" y="359720"/>
                  <a:ext cx="49824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B6D952E-ABF7-1D63-E2FB-A8D2E0E2A2C7}"/>
                    </a:ext>
                  </a:extLst>
                </p14:cNvPr>
                <p14:cNvContentPartPr/>
                <p14:nvPr/>
              </p14:nvContentPartPr>
              <p14:xfrm>
                <a:off x="10442547" y="241280"/>
                <a:ext cx="28080" cy="291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B6D952E-ABF7-1D63-E2FB-A8D2E0E2A2C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436427" y="235160"/>
                  <a:ext cx="403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9F41CC36-3921-4563-88E9-7C53E86B172A}"/>
                    </a:ext>
                  </a:extLst>
                </p14:cNvPr>
                <p14:cNvContentPartPr/>
                <p14:nvPr/>
              </p14:nvContentPartPr>
              <p14:xfrm>
                <a:off x="10305387" y="321200"/>
                <a:ext cx="13320" cy="190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9F41CC36-3921-4563-88E9-7C53E86B172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299267" y="315080"/>
                  <a:ext cx="255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ED4478F-B24C-4150-41AE-5D2A3898E577}"/>
                    </a:ext>
                  </a:extLst>
                </p14:cNvPr>
                <p14:cNvContentPartPr/>
                <p14:nvPr/>
              </p14:nvContentPartPr>
              <p14:xfrm>
                <a:off x="10346067" y="328040"/>
                <a:ext cx="9720" cy="129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ED4478F-B24C-4150-41AE-5D2A3898E57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339947" y="321920"/>
                  <a:ext cx="2196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B4498E4-980C-80D7-C0D6-D7F8F99EBBD1}"/>
                    </a:ext>
                  </a:extLst>
                </p14:cNvPr>
                <p14:cNvContentPartPr/>
                <p14:nvPr/>
              </p14:nvContentPartPr>
              <p14:xfrm>
                <a:off x="10165707" y="481760"/>
                <a:ext cx="23040" cy="248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B4498E4-980C-80D7-C0D6-D7F8F99EBBD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159587" y="475640"/>
                  <a:ext cx="352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97442EF0-7A77-61D5-98DF-108CF0406131}"/>
                    </a:ext>
                  </a:extLst>
                </p14:cNvPr>
                <p14:cNvContentPartPr/>
                <p14:nvPr/>
              </p14:nvContentPartPr>
              <p14:xfrm>
                <a:off x="9462987" y="432440"/>
                <a:ext cx="485640" cy="370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97442EF0-7A77-61D5-98DF-108CF0406131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456867" y="426320"/>
                  <a:ext cx="4978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7BAC6EC6-1D4E-3E59-AC0B-85A26A6C39D4}"/>
                    </a:ext>
                  </a:extLst>
                </p14:cNvPr>
                <p14:cNvContentPartPr/>
                <p14:nvPr/>
              </p14:nvContentPartPr>
              <p14:xfrm>
                <a:off x="9407907" y="395720"/>
                <a:ext cx="139320" cy="1846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7BAC6EC6-1D4E-3E59-AC0B-85A26A6C39D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401787" y="389600"/>
                  <a:ext cx="1515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F368FB3E-818E-4509-8D1E-300ABA635C10}"/>
                    </a:ext>
                  </a:extLst>
                </p14:cNvPr>
                <p14:cNvContentPartPr/>
                <p14:nvPr/>
              </p14:nvContentPartPr>
              <p14:xfrm>
                <a:off x="10098747" y="373040"/>
                <a:ext cx="136080" cy="2257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F368FB3E-818E-4509-8D1E-300ABA635C1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092627" y="366920"/>
                  <a:ext cx="14832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41BD27A4-4FA6-E750-464E-A820F50EC7A3}"/>
                    </a:ext>
                  </a:extLst>
                </p14:cNvPr>
                <p14:cNvContentPartPr/>
                <p14:nvPr/>
              </p14:nvContentPartPr>
              <p14:xfrm>
                <a:off x="10115307" y="405800"/>
                <a:ext cx="109800" cy="2149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41BD27A4-4FA6-E750-464E-A820F50EC7A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109187" y="399680"/>
                  <a:ext cx="122040" cy="22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A4A60984-E75F-DA52-BAFB-026CB3B15E4A}"/>
              </a:ext>
            </a:extLst>
          </p:cNvPr>
          <p:cNvGrpSpPr/>
          <p:nvPr/>
        </p:nvGrpSpPr>
        <p:grpSpPr>
          <a:xfrm>
            <a:off x="7821027" y="181520"/>
            <a:ext cx="1173600" cy="289440"/>
            <a:chOff x="7821027" y="181520"/>
            <a:chExt cx="1173600" cy="28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88FF3C1-55C5-C6A8-3C3F-83D9761745B2}"/>
                    </a:ext>
                  </a:extLst>
                </p14:cNvPr>
                <p14:cNvContentPartPr/>
                <p14:nvPr/>
              </p14:nvContentPartPr>
              <p14:xfrm>
                <a:off x="8781867" y="218240"/>
                <a:ext cx="212760" cy="2206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88FF3C1-55C5-C6A8-3C3F-83D9761745B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775747" y="212120"/>
                  <a:ext cx="22500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637CE60-5E16-E48E-17EA-5F1410AF158B}"/>
                    </a:ext>
                  </a:extLst>
                </p14:cNvPr>
                <p14:cNvContentPartPr/>
                <p14:nvPr/>
              </p14:nvContentPartPr>
              <p14:xfrm>
                <a:off x="8340867" y="292040"/>
                <a:ext cx="377640" cy="1047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637CE60-5E16-E48E-17EA-5F1410AF158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334747" y="285920"/>
                  <a:ext cx="38988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3D14F0C-BC07-2612-32F6-A4990D6E7678}"/>
                    </a:ext>
                  </a:extLst>
                </p14:cNvPr>
                <p14:cNvContentPartPr/>
                <p14:nvPr/>
              </p14:nvContentPartPr>
              <p14:xfrm>
                <a:off x="8577387" y="181520"/>
                <a:ext cx="8280" cy="280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3D14F0C-BC07-2612-32F6-A4990D6E767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571267" y="175400"/>
                  <a:ext cx="205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7AC87E5-8482-963B-E1CF-42D2CEF3EC27}"/>
                    </a:ext>
                  </a:extLst>
                </p14:cNvPr>
                <p14:cNvContentPartPr/>
                <p14:nvPr/>
              </p14:nvContentPartPr>
              <p14:xfrm>
                <a:off x="8418987" y="254240"/>
                <a:ext cx="18360" cy="327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7AC87E5-8482-963B-E1CF-42D2CEF3EC2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412867" y="248120"/>
                  <a:ext cx="306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637A80A-F1D5-2B8A-A4F3-77D9679ABEDF}"/>
                    </a:ext>
                  </a:extLst>
                </p14:cNvPr>
                <p14:cNvContentPartPr/>
                <p14:nvPr/>
              </p14:nvContentPartPr>
              <p14:xfrm>
                <a:off x="8461827" y="261800"/>
                <a:ext cx="13320" cy="288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637A80A-F1D5-2B8A-A4F3-77D9679ABEDF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455707" y="255680"/>
                  <a:ext cx="2556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A12A6652-5DB9-94E6-7057-6C686EDCB83B}"/>
                    </a:ext>
                  </a:extLst>
                </p14:cNvPr>
                <p14:cNvContentPartPr/>
                <p14:nvPr/>
              </p14:nvContentPartPr>
              <p14:xfrm>
                <a:off x="8129547" y="373760"/>
                <a:ext cx="160920" cy="169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A12A6652-5DB9-94E6-7057-6C686EDCB83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123427" y="367640"/>
                  <a:ext cx="1731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F3EEF8A2-EAFA-EC77-15BB-F1B4E2788FFF}"/>
                    </a:ext>
                  </a:extLst>
                </p14:cNvPr>
                <p14:cNvContentPartPr/>
                <p14:nvPr/>
              </p14:nvContentPartPr>
              <p14:xfrm>
                <a:off x="8170947" y="307880"/>
                <a:ext cx="50760" cy="1630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F3EEF8A2-EAFA-EC77-15BB-F1B4E2788FF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164827" y="301760"/>
                  <a:ext cx="6300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F151BF1-4284-E15D-63C3-7BC17E7520E6}"/>
                    </a:ext>
                  </a:extLst>
                </p14:cNvPr>
                <p14:cNvContentPartPr/>
                <p14:nvPr/>
              </p14:nvContentPartPr>
              <p14:xfrm>
                <a:off x="7842267" y="402560"/>
                <a:ext cx="199800" cy="72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F151BF1-4284-E15D-63C3-7BC17E7520E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836147" y="396440"/>
                  <a:ext cx="21204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6202289-8BAA-3ABF-CB33-E0CE566A35AF}"/>
                    </a:ext>
                  </a:extLst>
                </p14:cNvPr>
                <p14:cNvContentPartPr/>
                <p14:nvPr/>
              </p14:nvContentPartPr>
              <p14:xfrm>
                <a:off x="7821027" y="185840"/>
                <a:ext cx="185760" cy="1080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6202289-8BAA-3ABF-CB33-E0CE566A35A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814907" y="179720"/>
                  <a:ext cx="19800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19062E67-D67F-180A-F3DE-4CE22DC3ECF9}"/>
                    </a:ext>
                  </a:extLst>
                </p14:cNvPr>
                <p14:cNvContentPartPr/>
                <p14:nvPr/>
              </p14:nvContentPartPr>
              <p14:xfrm>
                <a:off x="7960347" y="325160"/>
                <a:ext cx="23040" cy="180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19062E67-D67F-180A-F3DE-4CE22DC3ECF9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954227" y="319040"/>
                  <a:ext cx="352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27245B9A-8BC5-2FF8-A67F-268607863D32}"/>
                    </a:ext>
                  </a:extLst>
                </p14:cNvPr>
                <p14:cNvContentPartPr/>
                <p14:nvPr/>
              </p14:nvContentPartPr>
              <p14:xfrm>
                <a:off x="8007147" y="316520"/>
                <a:ext cx="21600" cy="288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27245B9A-8BC5-2FF8-A67F-268607863D3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001027" y="310400"/>
                  <a:ext cx="33840" cy="4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FB7408E1-D4EF-6497-84EB-D45BBF973470}"/>
              </a:ext>
            </a:extLst>
          </p:cNvPr>
          <p:cNvGrpSpPr/>
          <p:nvPr/>
        </p:nvGrpSpPr>
        <p:grpSpPr>
          <a:xfrm>
            <a:off x="2228787" y="2207240"/>
            <a:ext cx="968040" cy="482400"/>
            <a:chOff x="2228787" y="2207240"/>
            <a:chExt cx="968040" cy="48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3857CB9-42FC-5926-A5DF-08CB0D2C3158}"/>
                    </a:ext>
                  </a:extLst>
                </p14:cNvPr>
                <p14:cNvContentPartPr/>
                <p14:nvPr/>
              </p14:nvContentPartPr>
              <p14:xfrm>
                <a:off x="2856267" y="2401640"/>
                <a:ext cx="232560" cy="1771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3857CB9-42FC-5926-A5DF-08CB0D2C3158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850147" y="2395520"/>
                  <a:ext cx="24480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BAD5629-4222-D744-E31E-6E9BC488F000}"/>
                    </a:ext>
                  </a:extLst>
                </p14:cNvPr>
                <p14:cNvContentPartPr/>
                <p14:nvPr/>
              </p14:nvContentPartPr>
              <p14:xfrm>
                <a:off x="2867427" y="2406320"/>
                <a:ext cx="25200" cy="1393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BAD5629-4222-D744-E31E-6E9BC488F000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861307" y="2400200"/>
                  <a:ext cx="374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EABDC77-32D7-152F-6ABE-E49907DD2C46}"/>
                    </a:ext>
                  </a:extLst>
                </p14:cNvPr>
                <p14:cNvContentPartPr/>
                <p14:nvPr/>
              </p14:nvContentPartPr>
              <p14:xfrm>
                <a:off x="3052107" y="2207240"/>
                <a:ext cx="144720" cy="1627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EABDC77-32D7-152F-6ABE-E49907DD2C4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045987" y="2201120"/>
                  <a:ext cx="1569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50D868E-0165-3843-101D-296C33BFCF12}"/>
                    </a:ext>
                  </a:extLst>
                </p14:cNvPr>
                <p14:cNvContentPartPr/>
                <p14:nvPr/>
              </p14:nvContentPartPr>
              <p14:xfrm>
                <a:off x="2228787" y="2440160"/>
                <a:ext cx="532080" cy="2494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50D868E-0165-3843-101D-296C33BFCF12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222667" y="2434040"/>
                  <a:ext cx="54432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6691E9D9-BAC8-67DF-0E2A-E99EBC99895A}"/>
                    </a:ext>
                  </a:extLst>
                </p14:cNvPr>
                <p14:cNvContentPartPr/>
                <p14:nvPr/>
              </p14:nvContentPartPr>
              <p14:xfrm>
                <a:off x="2622987" y="2287160"/>
                <a:ext cx="73800" cy="658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6691E9D9-BAC8-67DF-0E2A-E99EBC99895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616867" y="2281040"/>
                  <a:ext cx="8604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D2B4A53-141B-DDCF-509D-7F051FA318E7}"/>
                    </a:ext>
                  </a:extLst>
                </p14:cNvPr>
                <p14:cNvContentPartPr/>
                <p14:nvPr/>
              </p14:nvContentPartPr>
              <p14:xfrm>
                <a:off x="2451267" y="2418920"/>
                <a:ext cx="11880" cy="183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D2B4A53-141B-DDCF-509D-7F051FA318E7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445147" y="2412800"/>
                  <a:ext cx="241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F346EC07-549A-9A16-0895-C05B6FF02FC8}"/>
                    </a:ext>
                  </a:extLst>
                </p14:cNvPr>
                <p14:cNvContentPartPr/>
                <p14:nvPr/>
              </p14:nvContentPartPr>
              <p14:xfrm>
                <a:off x="2503827" y="2415680"/>
                <a:ext cx="19080" cy="219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F346EC07-549A-9A16-0895-C05B6FF02FC8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497707" y="2409560"/>
                  <a:ext cx="313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B07226F-A590-6176-9FC1-0AE182D86A48}"/>
                    </a:ext>
                  </a:extLst>
                </p14:cNvPr>
                <p14:cNvContentPartPr/>
                <p14:nvPr/>
              </p14:nvContentPartPr>
              <p14:xfrm>
                <a:off x="2457747" y="2367080"/>
                <a:ext cx="7560" cy="140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B07226F-A590-6176-9FC1-0AE182D86A48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451627" y="2360960"/>
                  <a:ext cx="19800" cy="2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15A8E969-DD9E-770B-C5A4-3DE9692050AA}"/>
              </a:ext>
            </a:extLst>
          </p:cNvPr>
          <p:cNvGrpSpPr/>
          <p:nvPr/>
        </p:nvGrpSpPr>
        <p:grpSpPr>
          <a:xfrm>
            <a:off x="977787" y="2398760"/>
            <a:ext cx="1124640" cy="361440"/>
            <a:chOff x="977787" y="2398760"/>
            <a:chExt cx="1124640" cy="36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45C5FAE-B4F1-3E2D-13BA-1A6DAC277CF8}"/>
                    </a:ext>
                  </a:extLst>
                </p14:cNvPr>
                <p14:cNvContentPartPr/>
                <p14:nvPr/>
              </p14:nvContentPartPr>
              <p14:xfrm>
                <a:off x="1964187" y="2413520"/>
                <a:ext cx="15120" cy="115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45C5FAE-B4F1-3E2D-13BA-1A6DAC277CF8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958067" y="2407400"/>
                  <a:ext cx="273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3C16CA1E-532C-91F4-D381-4AB280970CB4}"/>
                    </a:ext>
                  </a:extLst>
                </p14:cNvPr>
                <p14:cNvContentPartPr/>
                <p14:nvPr/>
              </p14:nvContentPartPr>
              <p14:xfrm>
                <a:off x="2032947" y="2398760"/>
                <a:ext cx="15480" cy="331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3C16CA1E-532C-91F4-D381-4AB280970CB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026827" y="2392640"/>
                  <a:ext cx="277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8B43EE6F-086C-BAA9-B565-F63048B31ACA}"/>
                    </a:ext>
                  </a:extLst>
                </p14:cNvPr>
                <p14:cNvContentPartPr/>
                <p14:nvPr/>
              </p14:nvContentPartPr>
              <p14:xfrm>
                <a:off x="1779147" y="2505320"/>
                <a:ext cx="323280" cy="2300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8B43EE6F-086C-BAA9-B565-F63048B31AC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773027" y="2499200"/>
                  <a:ext cx="33552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B67FF16-F270-4B5A-E741-6C536C65CEA8}"/>
                    </a:ext>
                  </a:extLst>
                </p14:cNvPr>
                <p14:cNvContentPartPr/>
                <p14:nvPr/>
              </p14:nvContentPartPr>
              <p14:xfrm>
                <a:off x="1510947" y="2523680"/>
                <a:ext cx="327600" cy="2365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B67FF16-F270-4B5A-E741-6C536C65CEA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504827" y="2517560"/>
                  <a:ext cx="33984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E46D5A32-E0CD-42A2-0832-1CF34ADDF2D6}"/>
                    </a:ext>
                  </a:extLst>
                </p14:cNvPr>
                <p14:cNvContentPartPr/>
                <p14:nvPr/>
              </p14:nvContentPartPr>
              <p14:xfrm>
                <a:off x="1681947" y="2472560"/>
                <a:ext cx="5760" cy="147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E46D5A32-E0CD-42A2-0832-1CF34ADDF2D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675827" y="2466440"/>
                  <a:ext cx="1800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B0ABEE96-A3B4-989A-3F4C-162930C5506D}"/>
                    </a:ext>
                  </a:extLst>
                </p14:cNvPr>
                <p14:cNvContentPartPr/>
                <p14:nvPr/>
              </p14:nvContentPartPr>
              <p14:xfrm>
                <a:off x="1213227" y="2507120"/>
                <a:ext cx="245160" cy="2296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B0ABEE96-A3B4-989A-3F4C-162930C5506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207107" y="2501000"/>
                  <a:ext cx="25740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F8EB3D1A-DBAD-9D87-2211-8E8A004972DF}"/>
                    </a:ext>
                  </a:extLst>
                </p14:cNvPr>
                <p14:cNvContentPartPr/>
                <p14:nvPr/>
              </p14:nvContentPartPr>
              <p14:xfrm>
                <a:off x="1380267" y="2675960"/>
                <a:ext cx="6840" cy="334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F8EB3D1A-DBAD-9D87-2211-8E8A004972D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374147" y="2669840"/>
                  <a:ext cx="190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9C677D64-60EA-7A0F-B178-81C65DE8C182}"/>
                    </a:ext>
                  </a:extLst>
                </p14:cNvPr>
                <p14:cNvContentPartPr/>
                <p14:nvPr/>
              </p14:nvContentPartPr>
              <p14:xfrm>
                <a:off x="1090107" y="2522240"/>
                <a:ext cx="129960" cy="1458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C677D64-60EA-7A0F-B178-81C65DE8C182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83987" y="2516120"/>
                  <a:ext cx="14220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F6165CDA-9E35-D852-81BE-70954C722AD7}"/>
                    </a:ext>
                  </a:extLst>
                </p14:cNvPr>
                <p14:cNvContentPartPr/>
                <p14:nvPr/>
              </p14:nvContentPartPr>
              <p14:xfrm>
                <a:off x="977787" y="2612960"/>
                <a:ext cx="24480" cy="252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F6165CDA-9E35-D852-81BE-70954C722AD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71667" y="2606840"/>
                  <a:ext cx="36720" cy="37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C7B9F844-77CD-3DAB-2C14-61C4EC9077B5}"/>
                  </a:ext>
                </a:extLst>
              </p14:cNvPr>
              <p14:cNvContentPartPr/>
              <p14:nvPr/>
            </p14:nvContentPartPr>
            <p14:xfrm>
              <a:off x="10299987" y="3177440"/>
              <a:ext cx="127080" cy="2016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C7B9F844-77CD-3DAB-2C14-61C4EC9077B5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10293867" y="3171320"/>
                <a:ext cx="139320" cy="32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1" name="Group 130">
            <a:extLst>
              <a:ext uri="{FF2B5EF4-FFF2-40B4-BE49-F238E27FC236}">
                <a16:creationId xmlns:a16="http://schemas.microsoft.com/office/drawing/2014/main" id="{9FA6AFE2-CAE9-3AB1-B44A-9CE30A102525}"/>
              </a:ext>
            </a:extLst>
          </p:cNvPr>
          <p:cNvGrpSpPr/>
          <p:nvPr/>
        </p:nvGrpSpPr>
        <p:grpSpPr>
          <a:xfrm>
            <a:off x="9524907" y="2901680"/>
            <a:ext cx="684000" cy="429840"/>
            <a:chOff x="9524907" y="2901680"/>
            <a:chExt cx="684000" cy="42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84C6E4AE-96BC-54F3-C9BF-C12F7B918769}"/>
                    </a:ext>
                  </a:extLst>
                </p14:cNvPr>
                <p14:cNvContentPartPr/>
                <p14:nvPr/>
              </p14:nvContentPartPr>
              <p14:xfrm>
                <a:off x="9857907" y="3052880"/>
                <a:ext cx="351000" cy="2649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84C6E4AE-96BC-54F3-C9BF-C12F7B918769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851787" y="3046760"/>
                  <a:ext cx="36324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D6CD7569-FF41-EC10-9639-E46B4D592ECC}"/>
                    </a:ext>
                  </a:extLst>
                </p14:cNvPr>
                <p14:cNvContentPartPr/>
                <p14:nvPr/>
              </p14:nvContentPartPr>
              <p14:xfrm>
                <a:off x="10107387" y="2991680"/>
                <a:ext cx="5040" cy="334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D6CD7569-FF41-EC10-9639-E46B4D592ECC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101267" y="2985560"/>
                  <a:ext cx="172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24368433-5ADC-1FB9-28AB-E67F70333CE8}"/>
                    </a:ext>
                  </a:extLst>
                </p14:cNvPr>
                <p14:cNvContentPartPr/>
                <p14:nvPr/>
              </p14:nvContentPartPr>
              <p14:xfrm>
                <a:off x="10148787" y="2978360"/>
                <a:ext cx="13680" cy="309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24368433-5ADC-1FB9-28AB-E67F70333CE8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142667" y="2972240"/>
                  <a:ext cx="259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9CB336EA-1BFA-1C89-0442-DC0DAF0F7A76}"/>
                    </a:ext>
                  </a:extLst>
                </p14:cNvPr>
                <p14:cNvContentPartPr/>
                <p14:nvPr/>
              </p14:nvContentPartPr>
              <p14:xfrm>
                <a:off x="9524907" y="2901680"/>
                <a:ext cx="373320" cy="3294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9CB336EA-1BFA-1C89-0442-DC0DAF0F7A76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518787" y="2895560"/>
                  <a:ext cx="38556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FF2D5FF-731E-7876-3A47-85EEC39C8906}"/>
                    </a:ext>
                  </a:extLst>
                </p14:cNvPr>
                <p14:cNvContentPartPr/>
                <p14:nvPr/>
              </p14:nvContentPartPr>
              <p14:xfrm>
                <a:off x="9680787" y="3303800"/>
                <a:ext cx="44280" cy="277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FF2D5FF-731E-7876-3A47-85EEC39C8906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674667" y="3297680"/>
                  <a:ext cx="565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4F49D27D-EB99-DE29-41FB-9FFF5D9E28A2}"/>
                    </a:ext>
                  </a:extLst>
                </p14:cNvPr>
                <p14:cNvContentPartPr/>
                <p14:nvPr/>
              </p14:nvContentPartPr>
              <p14:xfrm>
                <a:off x="9749547" y="3300920"/>
                <a:ext cx="9000" cy="208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4F49D27D-EB99-DE29-41FB-9FFF5D9E28A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743427" y="3294800"/>
                  <a:ext cx="212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E71C18A9-E266-73B6-55DD-2FC7B73AB891}"/>
                    </a:ext>
                  </a:extLst>
                </p14:cNvPr>
                <p14:cNvContentPartPr/>
                <p14:nvPr/>
              </p14:nvContentPartPr>
              <p14:xfrm>
                <a:off x="9668187" y="3078080"/>
                <a:ext cx="7920" cy="122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E71C18A9-E266-73B6-55DD-2FC7B73AB891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662067" y="3071960"/>
                  <a:ext cx="201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351D125F-5EC9-78D6-18B4-905F1B9D94F3}"/>
                    </a:ext>
                  </a:extLst>
                </p14:cNvPr>
                <p14:cNvContentPartPr/>
                <p14:nvPr/>
              </p14:nvContentPartPr>
              <p14:xfrm>
                <a:off x="9936387" y="2993840"/>
                <a:ext cx="65880" cy="579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351D125F-5EC9-78D6-18B4-905F1B9D94F3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930267" y="2987720"/>
                  <a:ext cx="78120" cy="7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56E7A300-B5A5-1F10-1B81-A9518521D41E}"/>
              </a:ext>
            </a:extLst>
          </p:cNvPr>
          <p:cNvGrpSpPr/>
          <p:nvPr/>
        </p:nvGrpSpPr>
        <p:grpSpPr>
          <a:xfrm>
            <a:off x="6873147" y="2736800"/>
            <a:ext cx="865800" cy="567000"/>
            <a:chOff x="6873147" y="2736800"/>
            <a:chExt cx="865800" cy="56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5D71522A-4822-DA26-5FE3-94F18B5127DB}"/>
                    </a:ext>
                  </a:extLst>
                </p14:cNvPr>
                <p14:cNvContentPartPr/>
                <p14:nvPr/>
              </p14:nvContentPartPr>
              <p14:xfrm>
                <a:off x="6992667" y="3042440"/>
                <a:ext cx="746280" cy="2473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5D71522A-4822-DA26-5FE3-94F18B5127DB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986547" y="3036320"/>
                  <a:ext cx="75852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22F66580-EC0A-C888-E7D3-561CB4E95D85}"/>
                    </a:ext>
                  </a:extLst>
                </p14:cNvPr>
                <p14:cNvContentPartPr/>
                <p14:nvPr/>
              </p14:nvContentPartPr>
              <p14:xfrm>
                <a:off x="7291107" y="3015080"/>
                <a:ext cx="24840" cy="331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22F66580-EC0A-C888-E7D3-561CB4E95D85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284987" y="3008960"/>
                  <a:ext cx="370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2D6FA537-1F30-7D79-6AD7-2FB9824EAE17}"/>
                    </a:ext>
                  </a:extLst>
                </p14:cNvPr>
                <p14:cNvContentPartPr/>
                <p14:nvPr/>
              </p14:nvContentPartPr>
              <p14:xfrm>
                <a:off x="7353387" y="3015440"/>
                <a:ext cx="10440" cy="3060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2D6FA537-1F30-7D79-6AD7-2FB9824EAE17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347267" y="3009320"/>
                  <a:ext cx="2268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73DD6359-8AB1-63AC-6318-D1D7D43E2543}"/>
                    </a:ext>
                  </a:extLst>
                </p14:cNvPr>
                <p14:cNvContentPartPr/>
                <p14:nvPr/>
              </p14:nvContentPartPr>
              <p14:xfrm>
                <a:off x="7235667" y="3284000"/>
                <a:ext cx="25560" cy="1980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73DD6359-8AB1-63AC-6318-D1D7D43E2543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229547" y="3277880"/>
                  <a:ext cx="378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1DBE08FB-1E13-880B-9BCB-7D8136DDBDCE}"/>
                    </a:ext>
                  </a:extLst>
                </p14:cNvPr>
                <p14:cNvContentPartPr/>
                <p14:nvPr/>
              </p14:nvContentPartPr>
              <p14:xfrm>
                <a:off x="7295427" y="3275720"/>
                <a:ext cx="12240" cy="1224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1DBE08FB-1E13-880B-9BCB-7D8136DDBDCE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289307" y="3269600"/>
                  <a:ext cx="244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E33B492B-F1C0-891D-F85E-73C398ECD66B}"/>
                    </a:ext>
                  </a:extLst>
                </p14:cNvPr>
                <p14:cNvContentPartPr/>
                <p14:nvPr/>
              </p14:nvContentPartPr>
              <p14:xfrm>
                <a:off x="7108227" y="3183560"/>
                <a:ext cx="7920" cy="180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E33B492B-F1C0-891D-F85E-73C398ECD66B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102107" y="3177440"/>
                  <a:ext cx="201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673A4849-B27E-2737-48EB-44E58333D607}"/>
                    </a:ext>
                  </a:extLst>
                </p14:cNvPr>
                <p14:cNvContentPartPr/>
                <p14:nvPr/>
              </p14:nvContentPartPr>
              <p14:xfrm>
                <a:off x="6873147" y="3163040"/>
                <a:ext cx="29520" cy="61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673A4849-B27E-2737-48EB-44E58333D607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867027" y="3156920"/>
                  <a:ext cx="4176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3641F21C-1B8F-4AD4-C35C-1EA52F86A30E}"/>
                    </a:ext>
                  </a:extLst>
                </p14:cNvPr>
                <p14:cNvContentPartPr/>
                <p14:nvPr/>
              </p14:nvContentPartPr>
              <p14:xfrm>
                <a:off x="6923907" y="2736800"/>
                <a:ext cx="420840" cy="180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3641F21C-1B8F-4AD4-C35C-1EA52F86A30E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917787" y="2730680"/>
                  <a:ext cx="4330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F433AF09-0C27-E8D2-CB84-BE1217C03BAD}"/>
                    </a:ext>
                  </a:extLst>
                </p14:cNvPr>
                <p14:cNvContentPartPr/>
                <p14:nvPr/>
              </p14:nvContentPartPr>
              <p14:xfrm>
                <a:off x="7077987" y="2811320"/>
                <a:ext cx="120960" cy="1706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F433AF09-0C27-E8D2-CB84-BE1217C03BAD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071867" y="2805200"/>
                  <a:ext cx="133200" cy="182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38DFB3A4-652A-C121-AD4F-E102DA5FE88B}"/>
                  </a:ext>
                </a:extLst>
              </p14:cNvPr>
              <p14:cNvContentPartPr/>
              <p14:nvPr/>
            </p14:nvContentPartPr>
            <p14:xfrm>
              <a:off x="8567667" y="2731760"/>
              <a:ext cx="473760" cy="2592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38DFB3A4-652A-C121-AD4F-E102DA5FE88B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8561547" y="2725640"/>
                <a:ext cx="486000" cy="38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59" name="Group 158">
            <a:extLst>
              <a:ext uri="{FF2B5EF4-FFF2-40B4-BE49-F238E27FC236}">
                <a16:creationId xmlns:a16="http://schemas.microsoft.com/office/drawing/2014/main" id="{BDDF0262-1402-F118-2823-E9670C751ECD}"/>
              </a:ext>
            </a:extLst>
          </p:cNvPr>
          <p:cNvGrpSpPr/>
          <p:nvPr/>
        </p:nvGrpSpPr>
        <p:grpSpPr>
          <a:xfrm>
            <a:off x="7841187" y="2931560"/>
            <a:ext cx="1580400" cy="435600"/>
            <a:chOff x="7841187" y="2931560"/>
            <a:chExt cx="1580400" cy="43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D57DE8C4-15BD-0091-0C17-D0443E137055}"/>
                    </a:ext>
                  </a:extLst>
                </p14:cNvPr>
                <p14:cNvContentPartPr/>
                <p14:nvPr/>
              </p14:nvContentPartPr>
              <p14:xfrm>
                <a:off x="9288027" y="3151160"/>
                <a:ext cx="133560" cy="1000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D57DE8C4-15BD-0091-0C17-D0443E137055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281907" y="3145040"/>
                  <a:ext cx="1458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C8897D3E-BFA7-F915-F889-7CC9F5A6C26E}"/>
                    </a:ext>
                  </a:extLst>
                </p14:cNvPr>
                <p14:cNvContentPartPr/>
                <p14:nvPr/>
              </p14:nvContentPartPr>
              <p14:xfrm>
                <a:off x="9100467" y="3149360"/>
                <a:ext cx="155520" cy="1436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C8897D3E-BFA7-F915-F889-7CC9F5A6C26E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094347" y="3143240"/>
                  <a:ext cx="16776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78A40778-D3EB-75AB-4C8B-1D034EF04CE8}"/>
                    </a:ext>
                  </a:extLst>
                </p14:cNvPr>
                <p14:cNvContentPartPr/>
                <p14:nvPr/>
              </p14:nvContentPartPr>
              <p14:xfrm>
                <a:off x="8834067" y="2940200"/>
                <a:ext cx="284760" cy="2692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78A40778-D3EB-75AB-4C8B-1D034EF04CE8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8827947" y="2934080"/>
                  <a:ext cx="29700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B98ADC0C-6C5A-680F-F5D9-8681F87E6085}"/>
                    </a:ext>
                  </a:extLst>
                </p14:cNvPr>
                <p14:cNvContentPartPr/>
                <p14:nvPr/>
              </p14:nvContentPartPr>
              <p14:xfrm>
                <a:off x="8898867" y="2997080"/>
                <a:ext cx="14400" cy="270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B98ADC0C-6C5A-680F-F5D9-8681F87E6085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892747" y="2990960"/>
                  <a:ext cx="266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C8BEE645-72FE-8B4B-8639-8A81B9940997}"/>
                    </a:ext>
                  </a:extLst>
                </p14:cNvPr>
                <p14:cNvContentPartPr/>
                <p14:nvPr/>
              </p14:nvContentPartPr>
              <p14:xfrm>
                <a:off x="8961507" y="2984480"/>
                <a:ext cx="7560" cy="3492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C8BEE645-72FE-8B4B-8639-8A81B9940997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8955387" y="2978360"/>
                  <a:ext cx="198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4721EFE8-A06D-6B19-11CF-785376B9EC2C}"/>
                    </a:ext>
                  </a:extLst>
                </p14:cNvPr>
                <p14:cNvContentPartPr/>
                <p14:nvPr/>
              </p14:nvContentPartPr>
              <p14:xfrm>
                <a:off x="8504667" y="3062600"/>
                <a:ext cx="234720" cy="1756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4721EFE8-A06D-6B19-11CF-785376B9EC2C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8498547" y="3056480"/>
                  <a:ext cx="2469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35088E90-10EA-84D1-72E9-2277DD72A46A}"/>
                    </a:ext>
                  </a:extLst>
                </p14:cNvPr>
                <p14:cNvContentPartPr/>
                <p14:nvPr/>
              </p14:nvContentPartPr>
              <p14:xfrm>
                <a:off x="8027307" y="3062600"/>
                <a:ext cx="396000" cy="2073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35088E90-10EA-84D1-72E9-2277DD72A46A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8021187" y="3056480"/>
                  <a:ext cx="40824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C32B1E9-9053-9599-D51D-1ECD929BCF46}"/>
                    </a:ext>
                  </a:extLst>
                </p14:cNvPr>
                <p14:cNvContentPartPr/>
                <p14:nvPr/>
              </p14:nvContentPartPr>
              <p14:xfrm>
                <a:off x="8285427" y="2931560"/>
                <a:ext cx="4680" cy="75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C32B1E9-9053-9599-D51D-1ECD929BCF46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279307" y="2925440"/>
                  <a:ext cx="1692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F6FA259A-3FBA-6B12-09AD-17C8690D82C4}"/>
                    </a:ext>
                  </a:extLst>
                </p14:cNvPr>
                <p14:cNvContentPartPr/>
                <p14:nvPr/>
              </p14:nvContentPartPr>
              <p14:xfrm>
                <a:off x="7841187" y="3017240"/>
                <a:ext cx="241920" cy="2214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F6FA259A-3FBA-6B12-09AD-17C8690D82C4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835067" y="3011120"/>
                  <a:ext cx="25416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7B697733-3F36-EEA6-7F7F-729E89A2795A}"/>
                    </a:ext>
                  </a:extLst>
                </p14:cNvPr>
                <p14:cNvContentPartPr/>
                <p14:nvPr/>
              </p14:nvContentPartPr>
              <p14:xfrm>
                <a:off x="7977627" y="3309920"/>
                <a:ext cx="16200" cy="115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7B697733-3F36-EEA6-7F7F-729E89A2795A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971507" y="3303800"/>
                  <a:ext cx="284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F0B3AE26-5A9D-7355-1479-2CFBF26C0736}"/>
                    </a:ext>
                  </a:extLst>
                </p14:cNvPr>
                <p14:cNvContentPartPr/>
                <p14:nvPr/>
              </p14:nvContentPartPr>
              <p14:xfrm>
                <a:off x="8832987" y="3326120"/>
                <a:ext cx="465120" cy="4104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F0B3AE26-5A9D-7355-1479-2CFBF26C0736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826867" y="3320000"/>
                  <a:ext cx="47736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E929C8D8-B979-2DEB-009C-636FBFDF8F48}"/>
                    </a:ext>
                  </a:extLst>
                </p14:cNvPr>
                <p14:cNvContentPartPr/>
                <p14:nvPr/>
              </p14:nvContentPartPr>
              <p14:xfrm>
                <a:off x="8560107" y="3295520"/>
                <a:ext cx="84240" cy="540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E929C8D8-B979-2DEB-009C-636FBFDF8F48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553987" y="3289400"/>
                  <a:ext cx="96480" cy="66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2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E81C7F92-6F7C-1FBE-405C-07DC0666433C}"/>
                  </a:ext>
                </a:extLst>
              </p14:cNvPr>
              <p14:cNvContentPartPr/>
              <p14:nvPr/>
            </p14:nvContentPartPr>
            <p14:xfrm>
              <a:off x="9851787" y="2470040"/>
              <a:ext cx="46440" cy="5004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E81C7F92-6F7C-1FBE-405C-07DC0666433C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9845667" y="2463920"/>
                <a:ext cx="58680" cy="62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0" name="Group 169">
            <a:extLst>
              <a:ext uri="{FF2B5EF4-FFF2-40B4-BE49-F238E27FC236}">
                <a16:creationId xmlns:a16="http://schemas.microsoft.com/office/drawing/2014/main" id="{00DFC437-2A91-6EA8-0DB0-C479FFD473A4}"/>
              </a:ext>
            </a:extLst>
          </p:cNvPr>
          <p:cNvGrpSpPr/>
          <p:nvPr/>
        </p:nvGrpSpPr>
        <p:grpSpPr>
          <a:xfrm>
            <a:off x="6363027" y="2916800"/>
            <a:ext cx="285840" cy="261720"/>
            <a:chOff x="6363027" y="2916800"/>
            <a:chExt cx="285840" cy="26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6BD929CE-989C-E8BE-C14A-FD8BD3150C68}"/>
                    </a:ext>
                  </a:extLst>
                </p14:cNvPr>
                <p14:cNvContentPartPr/>
                <p14:nvPr/>
              </p14:nvContentPartPr>
              <p14:xfrm>
                <a:off x="6363027" y="2934440"/>
                <a:ext cx="285840" cy="24408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6BD929CE-989C-E8BE-C14A-FD8BD3150C68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356907" y="2928320"/>
                  <a:ext cx="29808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80C57341-EEBF-F0AB-6010-F41A1CDEFCAD}"/>
                    </a:ext>
                  </a:extLst>
                </p14:cNvPr>
                <p14:cNvContentPartPr/>
                <p14:nvPr/>
              </p14:nvContentPartPr>
              <p14:xfrm>
                <a:off x="6525747" y="2980880"/>
                <a:ext cx="5400" cy="468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80C57341-EEBF-F0AB-6010-F41A1CDEFCAD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6519627" y="2974760"/>
                  <a:ext cx="1764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643F982A-617C-3EA1-7C56-658704EA2C08}"/>
                    </a:ext>
                  </a:extLst>
                </p14:cNvPr>
                <p14:cNvContentPartPr/>
                <p14:nvPr/>
              </p14:nvContentPartPr>
              <p14:xfrm>
                <a:off x="6553467" y="2974040"/>
                <a:ext cx="27360" cy="234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643F982A-617C-3EA1-7C56-658704EA2C08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6547347" y="2967920"/>
                  <a:ext cx="396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2FFD510F-9410-1B7B-76AE-5001D00FC6E0}"/>
                    </a:ext>
                  </a:extLst>
                </p14:cNvPr>
                <p14:cNvContentPartPr/>
                <p14:nvPr/>
              </p14:nvContentPartPr>
              <p14:xfrm>
                <a:off x="6506307" y="2916800"/>
                <a:ext cx="11160" cy="129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2FFD510F-9410-1B7B-76AE-5001D00FC6E0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6500187" y="2910680"/>
                  <a:ext cx="23400" cy="25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10032CCB-D065-17E0-47A9-D3086B5936C6}"/>
                  </a:ext>
                </a:extLst>
              </p14:cNvPr>
              <p14:cNvContentPartPr/>
              <p14:nvPr/>
            </p14:nvContentPartPr>
            <p14:xfrm>
              <a:off x="3521907" y="2787200"/>
              <a:ext cx="574920" cy="20160"/>
            </p14:xfrm>
          </p:contentPart>
        </mc:Choice>
        <mc:Fallback xmlns=""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10032CCB-D065-17E0-47A9-D3086B5936C6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3515787" y="2781080"/>
                <a:ext cx="587160" cy="32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5" name="Group 194">
            <a:extLst>
              <a:ext uri="{FF2B5EF4-FFF2-40B4-BE49-F238E27FC236}">
                <a16:creationId xmlns:a16="http://schemas.microsoft.com/office/drawing/2014/main" id="{F4AEA9AA-2DF7-4589-983F-636C074B1C10}"/>
              </a:ext>
            </a:extLst>
          </p:cNvPr>
          <p:cNvGrpSpPr/>
          <p:nvPr/>
        </p:nvGrpSpPr>
        <p:grpSpPr>
          <a:xfrm>
            <a:off x="3264147" y="2995280"/>
            <a:ext cx="911520" cy="344160"/>
            <a:chOff x="3264147" y="2995280"/>
            <a:chExt cx="911520" cy="34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F6681840-7CE3-7014-19B7-DF1FAE7D4D4A}"/>
                    </a:ext>
                  </a:extLst>
                </p14:cNvPr>
                <p14:cNvContentPartPr/>
                <p14:nvPr/>
              </p14:nvContentPartPr>
              <p14:xfrm>
                <a:off x="3967227" y="3003560"/>
                <a:ext cx="208440" cy="20556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F6681840-7CE3-7014-19B7-DF1FAE7D4D4A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3961107" y="2997440"/>
                  <a:ext cx="2206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023F8F89-6989-CBE4-0107-E3A268F54DC0}"/>
                    </a:ext>
                  </a:extLst>
                </p14:cNvPr>
                <p14:cNvContentPartPr/>
                <p14:nvPr/>
              </p14:nvContentPartPr>
              <p14:xfrm>
                <a:off x="3335067" y="3121280"/>
                <a:ext cx="563400" cy="21312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023F8F89-6989-CBE4-0107-E3A268F54DC0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3328947" y="3115160"/>
                  <a:ext cx="57564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FEE68D7F-D46E-FFD9-E9ED-8E009775018C}"/>
                    </a:ext>
                  </a:extLst>
                </p14:cNvPr>
                <p14:cNvContentPartPr/>
                <p14:nvPr/>
              </p14:nvContentPartPr>
              <p14:xfrm>
                <a:off x="3748347" y="2995280"/>
                <a:ext cx="7920" cy="2196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FEE68D7F-D46E-FFD9-E9ED-8E009775018C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742227" y="2989160"/>
                  <a:ext cx="201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E680723C-ADC6-BB4F-F327-B30304EDBCC5}"/>
                    </a:ext>
                  </a:extLst>
                </p14:cNvPr>
                <p14:cNvContentPartPr/>
                <p14:nvPr/>
              </p14:nvContentPartPr>
              <p14:xfrm>
                <a:off x="3631347" y="3040640"/>
                <a:ext cx="13680" cy="3240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E680723C-ADC6-BB4F-F327-B30304EDBCC5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3625227" y="3034520"/>
                  <a:ext cx="259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D67EDB0C-11DA-A8F4-7EC9-5473E74B8E75}"/>
                    </a:ext>
                  </a:extLst>
                </p14:cNvPr>
                <p14:cNvContentPartPr/>
                <p14:nvPr/>
              </p14:nvContentPartPr>
              <p14:xfrm>
                <a:off x="3667347" y="3038120"/>
                <a:ext cx="14760" cy="2340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D67EDB0C-11DA-A8F4-7EC9-5473E74B8E75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3661227" y="3032000"/>
                  <a:ext cx="270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C1E98BD8-BEFF-1E6D-7752-00E58627390C}"/>
                    </a:ext>
                  </a:extLst>
                </p14:cNvPr>
                <p14:cNvContentPartPr/>
                <p14:nvPr/>
              </p14:nvContentPartPr>
              <p14:xfrm>
                <a:off x="3607587" y="3322160"/>
                <a:ext cx="20160" cy="1728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C1E98BD8-BEFF-1E6D-7752-00E58627390C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3601467" y="3316040"/>
                  <a:ext cx="324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C0A4CEEE-376F-AEF4-AC00-B4C28C4E0E53}"/>
                    </a:ext>
                  </a:extLst>
                </p14:cNvPr>
                <p14:cNvContentPartPr/>
                <p14:nvPr/>
              </p14:nvContentPartPr>
              <p14:xfrm>
                <a:off x="3668067" y="3301280"/>
                <a:ext cx="12600" cy="2304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C0A4CEEE-376F-AEF4-AC00-B4C28C4E0E53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3661947" y="3295160"/>
                  <a:ext cx="248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A7EAA1D0-B920-A1CE-EEB4-FE9402ECDFA8}"/>
                    </a:ext>
                  </a:extLst>
                </p14:cNvPr>
                <p14:cNvContentPartPr/>
                <p14:nvPr/>
              </p14:nvContentPartPr>
              <p14:xfrm>
                <a:off x="3443427" y="3219200"/>
                <a:ext cx="12960" cy="223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A7EAA1D0-B920-A1CE-EEB4-FE9402ECDFA8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3437307" y="3213080"/>
                  <a:ext cx="252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72E9981D-1DE7-3712-CD91-696D35A97986}"/>
                    </a:ext>
                  </a:extLst>
                </p14:cNvPr>
                <p14:cNvContentPartPr/>
                <p14:nvPr/>
              </p14:nvContentPartPr>
              <p14:xfrm>
                <a:off x="3264147" y="3136040"/>
                <a:ext cx="5760" cy="648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72E9981D-1DE7-3712-CD91-696D35A97986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3258027" y="3129920"/>
                  <a:ext cx="18000" cy="18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2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A1D1511B-E3B2-B5CA-4B90-517D29A62419}"/>
                  </a:ext>
                </a:extLst>
              </p14:cNvPr>
              <p14:cNvContentPartPr/>
              <p14:nvPr/>
            </p14:nvContentPartPr>
            <p14:xfrm>
              <a:off x="3281067" y="3129560"/>
              <a:ext cx="20520" cy="22320"/>
            </p14:xfrm>
          </p:contentPart>
        </mc:Choice>
        <mc:Fallback xmlns=""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A1D1511B-E3B2-B5CA-4B90-517D29A62419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3274947" y="3123440"/>
                <a:ext cx="32760" cy="34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5" name="Group 204">
            <a:extLst>
              <a:ext uri="{FF2B5EF4-FFF2-40B4-BE49-F238E27FC236}">
                <a16:creationId xmlns:a16="http://schemas.microsoft.com/office/drawing/2014/main" id="{F29B7184-777D-7461-A70F-8C1F07C75C70}"/>
              </a:ext>
            </a:extLst>
          </p:cNvPr>
          <p:cNvGrpSpPr/>
          <p:nvPr/>
        </p:nvGrpSpPr>
        <p:grpSpPr>
          <a:xfrm>
            <a:off x="2245347" y="2845520"/>
            <a:ext cx="871200" cy="478800"/>
            <a:chOff x="2245347" y="2845520"/>
            <a:chExt cx="871200" cy="47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7A3330F6-D172-B737-2ADB-CDB15D20E472}"/>
                    </a:ext>
                  </a:extLst>
                </p14:cNvPr>
                <p14:cNvContentPartPr/>
                <p14:nvPr/>
              </p14:nvContentPartPr>
              <p14:xfrm>
                <a:off x="2770587" y="3105440"/>
                <a:ext cx="206280" cy="1335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7A3330F6-D172-B737-2ADB-CDB15D20E472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2764467" y="3099320"/>
                  <a:ext cx="2185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9F6ECFED-7547-8117-470A-0490E7DC2151}"/>
                    </a:ext>
                  </a:extLst>
                </p14:cNvPr>
                <p14:cNvContentPartPr/>
                <p14:nvPr/>
              </p14:nvContentPartPr>
              <p14:xfrm>
                <a:off x="2790027" y="3079880"/>
                <a:ext cx="40680" cy="12276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9F6ECFED-7547-8117-470A-0490E7DC2151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2783907" y="3073760"/>
                  <a:ext cx="5292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4E5C2F01-0882-29E5-C400-1531F64FCE35}"/>
                    </a:ext>
                  </a:extLst>
                </p14:cNvPr>
                <p14:cNvContentPartPr/>
                <p14:nvPr/>
              </p14:nvContentPartPr>
              <p14:xfrm>
                <a:off x="2972547" y="2845520"/>
                <a:ext cx="144000" cy="17280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4E5C2F01-0882-29E5-C400-1531F64FCE35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2966427" y="2839400"/>
                  <a:ext cx="15624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D00D66DA-E371-CA70-6FEC-06DF1CD13024}"/>
                    </a:ext>
                  </a:extLst>
                </p14:cNvPr>
                <p14:cNvContentPartPr/>
                <p14:nvPr/>
              </p14:nvContentPartPr>
              <p14:xfrm>
                <a:off x="2245347" y="3109400"/>
                <a:ext cx="471240" cy="21168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D00D66DA-E371-CA70-6FEC-06DF1CD13024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2239227" y="3103280"/>
                  <a:ext cx="48348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883B590A-03B9-40DB-BD78-0C3A4497AAF1}"/>
                    </a:ext>
                  </a:extLst>
                </p14:cNvPr>
                <p14:cNvContentPartPr/>
                <p14:nvPr/>
              </p14:nvContentPartPr>
              <p14:xfrm>
                <a:off x="2542707" y="3266000"/>
                <a:ext cx="104040" cy="5832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883B590A-03B9-40DB-BD78-0C3A4497AAF1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2536587" y="3259880"/>
                  <a:ext cx="11628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CCBF6B9F-8B27-429A-B39F-0E3FB336E849}"/>
                    </a:ext>
                  </a:extLst>
                </p14:cNvPr>
                <p14:cNvContentPartPr/>
                <p14:nvPr/>
              </p14:nvContentPartPr>
              <p14:xfrm>
                <a:off x="2385747" y="3066560"/>
                <a:ext cx="12240" cy="2808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CCBF6B9F-8B27-429A-B39F-0E3FB336E849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2379627" y="3060440"/>
                  <a:ext cx="244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1B739074-A6A1-937C-BDF4-E534F29CD178}"/>
                    </a:ext>
                  </a:extLst>
                </p14:cNvPr>
                <p14:cNvContentPartPr/>
                <p14:nvPr/>
              </p14:nvContentPartPr>
              <p14:xfrm>
                <a:off x="2441547" y="3074840"/>
                <a:ext cx="6840" cy="1800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1B739074-A6A1-937C-BDF4-E534F29CD178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2435427" y="3068720"/>
                  <a:ext cx="190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E8EF76DE-41B3-087F-17BC-BF835D651935}"/>
                    </a:ext>
                  </a:extLst>
                </p14:cNvPr>
                <p14:cNvContentPartPr/>
                <p14:nvPr/>
              </p14:nvContentPartPr>
              <p14:xfrm>
                <a:off x="2384667" y="3000680"/>
                <a:ext cx="21960" cy="1296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E8EF76DE-41B3-087F-17BC-BF835D651935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2378547" y="2994560"/>
                  <a:ext cx="34200" cy="2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4D6E4CB6-8857-F275-DD33-3798882DF94F}"/>
              </a:ext>
            </a:extLst>
          </p:cNvPr>
          <p:cNvGrpSpPr/>
          <p:nvPr/>
        </p:nvGrpSpPr>
        <p:grpSpPr>
          <a:xfrm>
            <a:off x="1037187" y="3010400"/>
            <a:ext cx="1096920" cy="357120"/>
            <a:chOff x="1037187" y="3010400"/>
            <a:chExt cx="1096920" cy="35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DECD9EFB-F0EB-23D9-AC06-61E16B701F50}"/>
                    </a:ext>
                  </a:extLst>
                </p14:cNvPr>
                <p14:cNvContentPartPr/>
                <p14:nvPr/>
              </p14:nvContentPartPr>
              <p14:xfrm>
                <a:off x="1806147" y="3106160"/>
                <a:ext cx="327960" cy="24084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DECD9EFB-F0EB-23D9-AC06-61E16B701F50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800027" y="3100040"/>
                  <a:ext cx="34020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B9208D23-8D5F-9CEB-BE52-4784FFE0AC1A}"/>
                    </a:ext>
                  </a:extLst>
                </p14:cNvPr>
                <p14:cNvContentPartPr/>
                <p14:nvPr/>
              </p14:nvContentPartPr>
              <p14:xfrm>
                <a:off x="2041227" y="3015440"/>
                <a:ext cx="10440" cy="3492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B9208D23-8D5F-9CEB-BE52-4784FFE0AC1A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2035107" y="3009320"/>
                  <a:ext cx="226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D402AE24-BFBA-9E8D-23AB-3633C2AC0E1E}"/>
                    </a:ext>
                  </a:extLst>
                </p14:cNvPr>
                <p14:cNvContentPartPr/>
                <p14:nvPr/>
              </p14:nvContentPartPr>
              <p14:xfrm>
                <a:off x="2107107" y="3010400"/>
                <a:ext cx="3600" cy="2880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D402AE24-BFBA-9E8D-23AB-3633C2AC0E1E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2100987" y="3004280"/>
                  <a:ext cx="158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A903E97F-BD08-4F13-488E-5D6D3EA8CDCD}"/>
                    </a:ext>
                  </a:extLst>
                </p14:cNvPr>
                <p14:cNvContentPartPr/>
                <p14:nvPr/>
              </p14:nvContentPartPr>
              <p14:xfrm>
                <a:off x="1520667" y="3139640"/>
                <a:ext cx="369360" cy="22788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A903E97F-BD08-4F13-488E-5D6D3EA8CDCD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514547" y="3133520"/>
                  <a:ext cx="38160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C4D571D6-3A17-8A9F-731C-21515A71DD2F}"/>
                    </a:ext>
                  </a:extLst>
                </p14:cNvPr>
                <p14:cNvContentPartPr/>
                <p14:nvPr/>
              </p14:nvContentPartPr>
              <p14:xfrm>
                <a:off x="1705707" y="3063320"/>
                <a:ext cx="4680" cy="1188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C4D571D6-3A17-8A9F-731C-21515A71DD2F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699587" y="3057200"/>
                  <a:ext cx="169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D459C815-4052-8F36-B400-161A1FF0BBB6}"/>
                    </a:ext>
                  </a:extLst>
                </p14:cNvPr>
                <p14:cNvContentPartPr/>
                <p14:nvPr/>
              </p14:nvContentPartPr>
              <p14:xfrm>
                <a:off x="1235547" y="3078080"/>
                <a:ext cx="249840" cy="26208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D459C815-4052-8F36-B400-161A1FF0BBB6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229427" y="3071960"/>
                  <a:ext cx="26208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23212D2C-3E00-F29C-F0C9-3EE9253D60E0}"/>
                    </a:ext>
                  </a:extLst>
                </p14:cNvPr>
                <p14:cNvContentPartPr/>
                <p14:nvPr/>
              </p14:nvContentPartPr>
              <p14:xfrm>
                <a:off x="1412667" y="3291200"/>
                <a:ext cx="18360" cy="1764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23212D2C-3E00-F29C-F0C9-3EE9253D60E0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406547" y="3285080"/>
                  <a:ext cx="306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D998573B-ECB0-0FFF-87FC-3A32958CF8DA}"/>
                    </a:ext>
                  </a:extLst>
                </p14:cNvPr>
                <p14:cNvContentPartPr/>
                <p14:nvPr/>
              </p14:nvContentPartPr>
              <p14:xfrm>
                <a:off x="1124307" y="3103280"/>
                <a:ext cx="153720" cy="15984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D998573B-ECB0-0FFF-87FC-3A32958CF8DA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118187" y="3097160"/>
                  <a:ext cx="16596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25E66593-9234-B54F-81B0-313F51C1EF58}"/>
                    </a:ext>
                  </a:extLst>
                </p14:cNvPr>
                <p14:cNvContentPartPr/>
                <p14:nvPr/>
              </p14:nvContentPartPr>
              <p14:xfrm>
                <a:off x="1037187" y="3159800"/>
                <a:ext cx="10800" cy="2340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25E66593-9234-B54F-81B0-313F51C1EF58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031067" y="3153680"/>
                  <a:ext cx="23040" cy="3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78ED8BDA-4219-78E0-C1BB-4A4523540C52}"/>
              </a:ext>
            </a:extLst>
          </p:cNvPr>
          <p:cNvGrpSpPr/>
          <p:nvPr/>
        </p:nvGrpSpPr>
        <p:grpSpPr>
          <a:xfrm>
            <a:off x="2614347" y="3426200"/>
            <a:ext cx="117720" cy="208800"/>
            <a:chOff x="2614347" y="3426200"/>
            <a:chExt cx="117720" cy="20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21923D00-7409-888A-0A5F-072660D87702}"/>
                    </a:ext>
                  </a:extLst>
                </p14:cNvPr>
                <p14:cNvContentPartPr/>
                <p14:nvPr/>
              </p14:nvContentPartPr>
              <p14:xfrm>
                <a:off x="2691027" y="3426200"/>
                <a:ext cx="11880" cy="16200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21923D00-7409-888A-0A5F-072660D87702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2684907" y="3420080"/>
                  <a:ext cx="2412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2CF74AAB-936D-04E8-0C9A-F1579753F6B9}"/>
                    </a:ext>
                  </a:extLst>
                </p14:cNvPr>
                <p14:cNvContentPartPr/>
                <p14:nvPr/>
              </p14:nvContentPartPr>
              <p14:xfrm>
                <a:off x="2614347" y="3536000"/>
                <a:ext cx="117720" cy="9900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2CF74AAB-936D-04E8-0C9A-F1579753F6B9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2608227" y="3529880"/>
                  <a:ext cx="129960" cy="11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A3969FCA-8BD7-A478-114B-409FD551BFD5}"/>
              </a:ext>
            </a:extLst>
          </p:cNvPr>
          <p:cNvGrpSpPr/>
          <p:nvPr/>
        </p:nvGrpSpPr>
        <p:grpSpPr>
          <a:xfrm>
            <a:off x="1480347" y="3467240"/>
            <a:ext cx="919800" cy="468000"/>
            <a:chOff x="1480347" y="3467240"/>
            <a:chExt cx="919800" cy="46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154CAB8A-ACA5-B7F7-380E-2B820B399197}"/>
                    </a:ext>
                  </a:extLst>
                </p14:cNvPr>
                <p14:cNvContentPartPr/>
                <p14:nvPr/>
              </p14:nvContentPartPr>
              <p14:xfrm>
                <a:off x="2292147" y="3678560"/>
                <a:ext cx="108000" cy="25668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154CAB8A-ACA5-B7F7-380E-2B820B399197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2286027" y="3672440"/>
                  <a:ext cx="12024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71EB8952-A8C4-2B07-C7B9-3E80FA849F83}"/>
                    </a:ext>
                  </a:extLst>
                </p14:cNvPr>
                <p14:cNvContentPartPr/>
                <p14:nvPr/>
              </p14:nvContentPartPr>
              <p14:xfrm>
                <a:off x="2040507" y="3684320"/>
                <a:ext cx="145800" cy="14904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71EB8952-A8C4-2B07-C7B9-3E80FA849F83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2034387" y="3678200"/>
                  <a:ext cx="15804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1AF56A7A-6E37-9229-600E-1D75DAC84376}"/>
                    </a:ext>
                  </a:extLst>
                </p14:cNvPr>
                <p14:cNvContentPartPr/>
                <p14:nvPr/>
              </p14:nvContentPartPr>
              <p14:xfrm>
                <a:off x="2015667" y="3682160"/>
                <a:ext cx="22320" cy="13464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1AF56A7A-6E37-9229-600E-1D75DAC84376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2009547" y="3676040"/>
                  <a:ext cx="3456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DAE65681-A6EB-A210-8919-037CF870C991}"/>
                    </a:ext>
                  </a:extLst>
                </p14:cNvPr>
                <p14:cNvContentPartPr/>
                <p14:nvPr/>
              </p14:nvContentPartPr>
              <p14:xfrm>
                <a:off x="2206827" y="3476600"/>
                <a:ext cx="150840" cy="15948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DAE65681-A6EB-A210-8919-037CF870C991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2200707" y="3470480"/>
                  <a:ext cx="1630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FA55FDDB-D70C-D824-8654-E36AE5617612}"/>
                    </a:ext>
                  </a:extLst>
                </p14:cNvPr>
                <p14:cNvContentPartPr/>
                <p14:nvPr/>
              </p14:nvContentPartPr>
              <p14:xfrm>
                <a:off x="2111067" y="3467240"/>
                <a:ext cx="66960" cy="7416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FA55FDDB-D70C-D824-8654-E36AE5617612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2104947" y="3461120"/>
                  <a:ext cx="792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87CE896B-D6EC-D985-8696-13400D461CEC}"/>
                    </a:ext>
                  </a:extLst>
                </p14:cNvPr>
                <p14:cNvContentPartPr/>
                <p14:nvPr/>
              </p14:nvContentPartPr>
              <p14:xfrm>
                <a:off x="1628667" y="3672800"/>
                <a:ext cx="296280" cy="19800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87CE896B-D6EC-D985-8696-13400D461CEC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622547" y="3666680"/>
                  <a:ext cx="3085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335DB398-23EA-D5D3-48E2-F181C4567FB7}"/>
                    </a:ext>
                  </a:extLst>
                </p14:cNvPr>
                <p14:cNvContentPartPr/>
                <p14:nvPr/>
              </p14:nvContentPartPr>
              <p14:xfrm>
                <a:off x="1769067" y="3596480"/>
                <a:ext cx="27000" cy="1548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335DB398-23EA-D5D3-48E2-F181C4567FB7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762947" y="3590360"/>
                  <a:ext cx="392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B197F9C6-D835-1B32-9F6B-F7A720F74CC6}"/>
                    </a:ext>
                  </a:extLst>
                </p14:cNvPr>
                <p14:cNvContentPartPr/>
                <p14:nvPr/>
              </p14:nvContentPartPr>
              <p14:xfrm>
                <a:off x="1823427" y="3601160"/>
                <a:ext cx="14400" cy="2808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B197F9C6-D835-1B32-9F6B-F7A720F74CC6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817307" y="3595040"/>
                  <a:ext cx="266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97BA2BC0-A25E-BD9C-91B2-FB4B076B1909}"/>
                    </a:ext>
                  </a:extLst>
                </p14:cNvPr>
                <p14:cNvContentPartPr/>
                <p14:nvPr/>
              </p14:nvContentPartPr>
              <p14:xfrm>
                <a:off x="1787427" y="3520880"/>
                <a:ext cx="5760" cy="972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97BA2BC0-A25E-BD9C-91B2-FB4B076B1909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781307" y="3514760"/>
                  <a:ext cx="1800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897415AC-C32D-DFE3-364A-76F87BBA8EE5}"/>
                    </a:ext>
                  </a:extLst>
                </p14:cNvPr>
                <p14:cNvContentPartPr/>
                <p14:nvPr/>
              </p14:nvContentPartPr>
              <p14:xfrm>
                <a:off x="1480347" y="3683960"/>
                <a:ext cx="72360" cy="24516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897415AC-C32D-DFE3-364A-76F87BBA8EE5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474227" y="3677840"/>
                  <a:ext cx="84600" cy="25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8C7770FA-C6BD-679A-55E5-E45F33FFB613}"/>
              </a:ext>
            </a:extLst>
          </p:cNvPr>
          <p:cNvGrpSpPr/>
          <p:nvPr/>
        </p:nvGrpSpPr>
        <p:grpSpPr>
          <a:xfrm>
            <a:off x="2470707" y="3724640"/>
            <a:ext cx="406440" cy="142920"/>
            <a:chOff x="2470707" y="3724640"/>
            <a:chExt cx="406440" cy="14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136C336C-A606-CDF8-93C9-663BC3471FEA}"/>
                    </a:ext>
                  </a:extLst>
                </p14:cNvPr>
                <p14:cNvContentPartPr/>
                <p14:nvPr/>
              </p14:nvContentPartPr>
              <p14:xfrm>
                <a:off x="2492307" y="3726080"/>
                <a:ext cx="384840" cy="8892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136C336C-A606-CDF8-93C9-663BC3471FEA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2486187" y="3719960"/>
                  <a:ext cx="39708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5F56D0C5-5B20-41EA-A195-6402002BF2E2}"/>
                    </a:ext>
                  </a:extLst>
                </p14:cNvPr>
                <p14:cNvContentPartPr/>
                <p14:nvPr/>
              </p14:nvContentPartPr>
              <p14:xfrm>
                <a:off x="2470707" y="3724640"/>
                <a:ext cx="109080" cy="14292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5F56D0C5-5B20-41EA-A195-6402002BF2E2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2464587" y="3718520"/>
                  <a:ext cx="121320" cy="155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6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A33E322C-05CA-A218-C2F7-655B9A2BD3DB}"/>
                  </a:ext>
                </a:extLst>
              </p14:cNvPr>
              <p14:cNvContentPartPr/>
              <p14:nvPr/>
            </p14:nvContentPartPr>
            <p14:xfrm>
              <a:off x="7606467" y="2949200"/>
              <a:ext cx="59040" cy="46080"/>
            </p14:xfrm>
          </p:contentPart>
        </mc:Choice>
        <mc:Fallback xmlns=""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A33E322C-05CA-A218-C2F7-655B9A2BD3DB}"/>
                  </a:ext>
                </a:extLst>
              </p:cNvPr>
              <p:cNvPicPr/>
              <p:nvPr/>
            </p:nvPicPr>
            <p:blipFill>
              <a:blip r:embed="rId347"/>
              <a:stretch>
                <a:fillRect/>
              </a:stretch>
            </p:blipFill>
            <p:spPr>
              <a:xfrm>
                <a:off x="7600347" y="2943080"/>
                <a:ext cx="71280" cy="58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41" name="Group 240">
            <a:extLst>
              <a:ext uri="{FF2B5EF4-FFF2-40B4-BE49-F238E27FC236}">
                <a16:creationId xmlns:a16="http://schemas.microsoft.com/office/drawing/2014/main" id="{19E6520E-7E22-7114-7229-07F285251D1F}"/>
              </a:ext>
            </a:extLst>
          </p:cNvPr>
          <p:cNvGrpSpPr/>
          <p:nvPr/>
        </p:nvGrpSpPr>
        <p:grpSpPr>
          <a:xfrm>
            <a:off x="10319427" y="3156200"/>
            <a:ext cx="377280" cy="119160"/>
            <a:chOff x="10319427" y="3156200"/>
            <a:chExt cx="377280" cy="11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A93C57ED-7543-0126-A70E-94C65389A655}"/>
                    </a:ext>
                  </a:extLst>
                </p14:cNvPr>
                <p14:cNvContentPartPr/>
                <p14:nvPr/>
              </p14:nvContentPartPr>
              <p14:xfrm>
                <a:off x="10387467" y="3169880"/>
                <a:ext cx="360" cy="36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A93C57ED-7543-0126-A70E-94C65389A655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0381347" y="316376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4460923B-D148-4C61-1069-4DA36E86713C}"/>
                    </a:ext>
                  </a:extLst>
                </p14:cNvPr>
                <p14:cNvContentPartPr/>
                <p14:nvPr/>
              </p14:nvContentPartPr>
              <p14:xfrm>
                <a:off x="10340307" y="3194360"/>
                <a:ext cx="356400" cy="2952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4460923B-D148-4C61-1069-4DA36E86713C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0334187" y="3188240"/>
                  <a:ext cx="3686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26D24411-8D5E-88D0-2611-27C6ECDA9CBF}"/>
                    </a:ext>
                  </a:extLst>
                </p14:cNvPr>
                <p14:cNvContentPartPr/>
                <p14:nvPr/>
              </p14:nvContentPartPr>
              <p14:xfrm>
                <a:off x="10319427" y="3156200"/>
                <a:ext cx="99720" cy="11916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26D24411-8D5E-88D0-2611-27C6ECDA9CBF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0313307" y="3150080"/>
                  <a:ext cx="11196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D55592A4-9511-E284-911C-2507625CAEA3}"/>
                    </a:ext>
                  </a:extLst>
                </p14:cNvPr>
                <p14:cNvContentPartPr/>
                <p14:nvPr/>
              </p14:nvContentPartPr>
              <p14:xfrm>
                <a:off x="10379187" y="3177440"/>
                <a:ext cx="60480" cy="7920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D55592A4-9511-E284-911C-2507625CAEA3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0373067" y="3171320"/>
                  <a:ext cx="72720" cy="9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D320CC09-30B7-830D-93CA-B04CAC65A61E}"/>
              </a:ext>
            </a:extLst>
          </p:cNvPr>
          <p:cNvGrpSpPr/>
          <p:nvPr/>
        </p:nvGrpSpPr>
        <p:grpSpPr>
          <a:xfrm>
            <a:off x="4448187" y="2841200"/>
            <a:ext cx="1735560" cy="481680"/>
            <a:chOff x="4448187" y="2841200"/>
            <a:chExt cx="1735560" cy="48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FF0B1E0D-A20A-EBF2-0BC2-11170249AEF4}"/>
                    </a:ext>
                  </a:extLst>
                </p14:cNvPr>
                <p14:cNvContentPartPr/>
                <p14:nvPr/>
              </p14:nvContentPartPr>
              <p14:xfrm>
                <a:off x="5189067" y="2841200"/>
                <a:ext cx="304920" cy="1648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FF0B1E0D-A20A-EBF2-0BC2-11170249AEF4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5182947" y="2835080"/>
                  <a:ext cx="3171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BC46E7F2-D54D-CF17-5E1B-E995EA080BA3}"/>
                    </a:ext>
                  </a:extLst>
                </p14:cNvPr>
                <p14:cNvContentPartPr/>
                <p14:nvPr/>
              </p14:nvContentPartPr>
              <p14:xfrm>
                <a:off x="6096627" y="3078800"/>
                <a:ext cx="87120" cy="1206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BC46E7F2-D54D-CF17-5E1B-E995EA080BA3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6090507" y="3072680"/>
                  <a:ext cx="9936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E46B25F8-F653-6BD0-FB85-1BE051D7147F}"/>
                    </a:ext>
                  </a:extLst>
                </p14:cNvPr>
                <p14:cNvContentPartPr/>
                <p14:nvPr/>
              </p14:nvContentPartPr>
              <p14:xfrm>
                <a:off x="5770467" y="3103280"/>
                <a:ext cx="253440" cy="21852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E46B25F8-F653-6BD0-FB85-1BE051D7147F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5764347" y="3097160"/>
                  <a:ext cx="26568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E47E510A-EACB-FFEB-4C75-E7C72DCCE40E}"/>
                    </a:ext>
                  </a:extLst>
                </p14:cNvPr>
                <p14:cNvContentPartPr/>
                <p14:nvPr/>
              </p14:nvContentPartPr>
              <p14:xfrm>
                <a:off x="5879187" y="3288320"/>
                <a:ext cx="20880" cy="180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E47E510A-EACB-FFEB-4C75-E7C72DCCE40E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5873067" y="3282200"/>
                  <a:ext cx="331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F511712E-54F9-17D7-5556-554E033032FB}"/>
                    </a:ext>
                  </a:extLst>
                </p14:cNvPr>
                <p14:cNvContentPartPr/>
                <p14:nvPr/>
              </p14:nvContentPartPr>
              <p14:xfrm>
                <a:off x="5942547" y="3277160"/>
                <a:ext cx="20880" cy="151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F511712E-54F9-17D7-5556-554E033032FB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5936427" y="3271040"/>
                  <a:ext cx="331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CABDD042-5ED4-828F-46B7-9F88A7022DBE}"/>
                    </a:ext>
                  </a:extLst>
                </p14:cNvPr>
                <p14:cNvContentPartPr/>
                <p14:nvPr/>
              </p14:nvContentPartPr>
              <p14:xfrm>
                <a:off x="5568147" y="3138200"/>
                <a:ext cx="198360" cy="16308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CABDD042-5ED4-828F-46B7-9F88A7022DBE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5562027" y="3132080"/>
                  <a:ext cx="21060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2AA65F2C-AC0F-2BD6-859C-85C67C2D01DD}"/>
                    </a:ext>
                  </a:extLst>
                </p14:cNvPr>
                <p14:cNvContentPartPr/>
                <p14:nvPr/>
              </p14:nvContentPartPr>
              <p14:xfrm>
                <a:off x="5435307" y="3194360"/>
                <a:ext cx="149040" cy="1216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2AA65F2C-AC0F-2BD6-859C-85C67C2D01DD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5429187" y="3188240"/>
                  <a:ext cx="1612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0948A68B-D51B-FEAA-1FFA-030F11066680}"/>
                    </a:ext>
                  </a:extLst>
                </p14:cNvPr>
                <p14:cNvContentPartPr/>
                <p14:nvPr/>
              </p14:nvContentPartPr>
              <p14:xfrm>
                <a:off x="5547987" y="3096800"/>
                <a:ext cx="14760" cy="1476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0948A68B-D51B-FEAA-1FFA-030F11066680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5541867" y="3090680"/>
                  <a:ext cx="2700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4B3DC781-7F24-6FBB-8694-E1A092831474}"/>
                    </a:ext>
                  </a:extLst>
                </p14:cNvPr>
                <p14:cNvContentPartPr/>
                <p14:nvPr/>
              </p14:nvContentPartPr>
              <p14:xfrm>
                <a:off x="5252427" y="3078440"/>
                <a:ext cx="34200" cy="1098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4B3DC781-7F24-6FBB-8694-E1A092831474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5246307" y="3072320"/>
                  <a:ext cx="4644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FC4D2DB5-FDA0-A6A7-913D-79D8BF3097BA}"/>
                    </a:ext>
                  </a:extLst>
                </p14:cNvPr>
                <p14:cNvContentPartPr/>
                <p14:nvPr/>
              </p14:nvContentPartPr>
              <p14:xfrm>
                <a:off x="5064867" y="3100760"/>
                <a:ext cx="99000" cy="11304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FC4D2DB5-FDA0-A6A7-913D-79D8BF3097BA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5058747" y="3094640"/>
                  <a:ext cx="1112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7A9B01A8-1ABA-C5AF-1C4B-DD1F6B820230}"/>
                    </a:ext>
                  </a:extLst>
                </p14:cNvPr>
                <p14:cNvContentPartPr/>
                <p14:nvPr/>
              </p14:nvContentPartPr>
              <p14:xfrm>
                <a:off x="4924467" y="3100400"/>
                <a:ext cx="147600" cy="22248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7A9B01A8-1ABA-C5AF-1C4B-DD1F6B820230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4918347" y="3094280"/>
                  <a:ext cx="15984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43D28B9F-A697-2ED7-0EC5-AA5E45B96059}"/>
                    </a:ext>
                  </a:extLst>
                </p14:cNvPr>
                <p14:cNvContentPartPr/>
                <p14:nvPr/>
              </p14:nvContentPartPr>
              <p14:xfrm>
                <a:off x="4613787" y="3107600"/>
                <a:ext cx="235440" cy="19836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43D28B9F-A697-2ED7-0EC5-AA5E45B96059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4607667" y="3101480"/>
                  <a:ext cx="2476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2366F44E-77EC-5C34-6A81-2821D4CFF76E}"/>
                    </a:ext>
                  </a:extLst>
                </p14:cNvPr>
                <p14:cNvContentPartPr/>
                <p14:nvPr/>
              </p14:nvContentPartPr>
              <p14:xfrm>
                <a:off x="4754187" y="3285800"/>
                <a:ext cx="9000" cy="1764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2366F44E-77EC-5C34-6A81-2821D4CFF76E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4748067" y="3279680"/>
                  <a:ext cx="212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60689170-DE89-CB32-F5B6-CADF08357861}"/>
                    </a:ext>
                  </a:extLst>
                </p14:cNvPr>
                <p14:cNvContentPartPr/>
                <p14:nvPr/>
              </p14:nvContentPartPr>
              <p14:xfrm>
                <a:off x="4448187" y="3053600"/>
                <a:ext cx="189360" cy="21312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60689170-DE89-CB32-F5B6-CADF08357861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4442067" y="3047480"/>
                  <a:ext cx="20160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5C638868-B651-7BF0-7C32-1CA193E07F7D}"/>
                    </a:ext>
                  </a:extLst>
                </p14:cNvPr>
                <p14:cNvContentPartPr/>
                <p14:nvPr/>
              </p14:nvContentPartPr>
              <p14:xfrm>
                <a:off x="4565187" y="2936960"/>
                <a:ext cx="14400" cy="367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5C638868-B651-7BF0-7C32-1CA193E07F7D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4559067" y="2930840"/>
                  <a:ext cx="266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F3747177-9A06-A89A-C656-8B13E985968F}"/>
                    </a:ext>
                  </a:extLst>
                </p14:cNvPr>
                <p14:cNvContentPartPr/>
                <p14:nvPr/>
              </p14:nvContentPartPr>
              <p14:xfrm>
                <a:off x="5086107" y="3017600"/>
                <a:ext cx="31680" cy="2412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F3747177-9A06-A89A-C656-8B13E985968F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5079987" y="3011480"/>
                  <a:ext cx="43920" cy="36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8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7C67C3DD-AB5C-98C7-332C-F89C58950B52}"/>
                  </a:ext>
                </a:extLst>
              </p14:cNvPr>
              <p14:cNvContentPartPr/>
              <p14:nvPr/>
            </p14:nvContentPartPr>
            <p14:xfrm>
              <a:off x="4751667" y="2971880"/>
              <a:ext cx="44640" cy="32400"/>
            </p14:xfrm>
          </p:contentPart>
        </mc:Choice>
        <mc:Fallback xmlns=""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7C67C3DD-AB5C-98C7-332C-F89C58950B52}"/>
                  </a:ext>
                </a:extLst>
              </p:cNvPr>
              <p:cNvPicPr/>
              <p:nvPr/>
            </p:nvPicPr>
            <p:blipFill>
              <a:blip r:embed="rId389"/>
              <a:stretch>
                <a:fillRect/>
              </a:stretch>
            </p:blipFill>
            <p:spPr>
              <a:xfrm>
                <a:off x="4745547" y="2965760"/>
                <a:ext cx="5688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3113372-0637-9E56-0C27-306BB508F08E}"/>
                  </a:ext>
                </a:extLst>
              </p14:cNvPr>
              <p14:cNvContentPartPr/>
              <p14:nvPr/>
            </p14:nvContentPartPr>
            <p14:xfrm>
              <a:off x="389187" y="4165280"/>
              <a:ext cx="422640" cy="432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3113372-0637-9E56-0C27-306BB508F08E}"/>
                  </a:ext>
                </a:extLst>
              </p:cNvPr>
              <p:cNvPicPr/>
              <p:nvPr/>
            </p:nvPicPr>
            <p:blipFill>
              <a:blip r:embed="rId391"/>
              <a:stretch>
                <a:fillRect/>
              </a:stretch>
            </p:blipFill>
            <p:spPr>
              <a:xfrm>
                <a:off x="353547" y="4093640"/>
                <a:ext cx="494280" cy="186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2" name="Group 101">
            <a:extLst>
              <a:ext uri="{FF2B5EF4-FFF2-40B4-BE49-F238E27FC236}">
                <a16:creationId xmlns:a16="http://schemas.microsoft.com/office/drawing/2014/main" id="{719AE394-A7EB-CE80-847A-BAA48E09E150}"/>
              </a:ext>
            </a:extLst>
          </p:cNvPr>
          <p:cNvGrpSpPr/>
          <p:nvPr/>
        </p:nvGrpSpPr>
        <p:grpSpPr>
          <a:xfrm>
            <a:off x="9102987" y="4474160"/>
            <a:ext cx="969840" cy="551520"/>
            <a:chOff x="9102987" y="4474160"/>
            <a:chExt cx="969840" cy="55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E7CA6DC-09F8-34F7-DC9D-D2ECADE80823}"/>
                    </a:ext>
                  </a:extLst>
                </p14:cNvPr>
                <p14:cNvContentPartPr/>
                <p14:nvPr/>
              </p14:nvContentPartPr>
              <p14:xfrm>
                <a:off x="9934947" y="4704200"/>
                <a:ext cx="137880" cy="29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E7CA6DC-09F8-34F7-DC9D-D2ECADE80823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9928827" y="4698080"/>
                  <a:ext cx="1501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E1B7042-A08D-F999-C693-3C036501810C}"/>
                    </a:ext>
                  </a:extLst>
                </p14:cNvPr>
                <p14:cNvContentPartPr/>
                <p14:nvPr/>
              </p14:nvContentPartPr>
              <p14:xfrm>
                <a:off x="9700587" y="4544360"/>
                <a:ext cx="137160" cy="2124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E1B7042-A08D-F999-C693-3C036501810C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9694467" y="4538240"/>
                  <a:ext cx="14940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764FB97-67EA-BE13-8CE6-5B3B1745F536}"/>
                    </a:ext>
                  </a:extLst>
                </p14:cNvPr>
                <p14:cNvContentPartPr/>
                <p14:nvPr/>
              </p14:nvContentPartPr>
              <p14:xfrm>
                <a:off x="9102987" y="4639040"/>
                <a:ext cx="514440" cy="3866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764FB97-67EA-BE13-8CE6-5B3B1745F536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9096867" y="4632920"/>
                  <a:ext cx="52668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9E9A86C-2A80-7448-FA5D-1AE1B1B1B58B}"/>
                    </a:ext>
                  </a:extLst>
                </p14:cNvPr>
                <p14:cNvContentPartPr/>
                <p14:nvPr/>
              </p14:nvContentPartPr>
              <p14:xfrm>
                <a:off x="9476667" y="4558040"/>
                <a:ext cx="24480" cy="172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9E9A86C-2A80-7448-FA5D-1AE1B1B1B58B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9470547" y="4551920"/>
                  <a:ext cx="367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7F351A5-9814-A740-F5CE-BE65D3AFDF53}"/>
                    </a:ext>
                  </a:extLst>
                </p14:cNvPr>
                <p14:cNvContentPartPr/>
                <p14:nvPr/>
              </p14:nvContentPartPr>
              <p14:xfrm>
                <a:off x="9535347" y="4559480"/>
                <a:ext cx="5400" cy="172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7F351A5-9814-A740-F5CE-BE65D3AFDF53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9529227" y="4553360"/>
                  <a:ext cx="176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46D6D57-05DD-FD8E-4DB8-9FB9D30B2696}"/>
                    </a:ext>
                  </a:extLst>
                </p14:cNvPr>
                <p14:cNvContentPartPr/>
                <p14:nvPr/>
              </p14:nvContentPartPr>
              <p14:xfrm>
                <a:off x="9527427" y="4474160"/>
                <a:ext cx="3600" cy="262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46D6D57-05DD-FD8E-4DB8-9FB9D30B2696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9521307" y="4468040"/>
                  <a:ext cx="1584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9784799-C151-0C6A-7104-9ABA890CAF9C}"/>
                    </a:ext>
                  </a:extLst>
                </p14:cNvPr>
                <p14:cNvContentPartPr/>
                <p14:nvPr/>
              </p14:nvContentPartPr>
              <p14:xfrm>
                <a:off x="9316827" y="4783760"/>
                <a:ext cx="15480" cy="180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9784799-C151-0C6A-7104-9ABA890CAF9C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9310707" y="4777640"/>
                  <a:ext cx="277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D2F7E70-8FF1-A03F-A4D7-330CE765C1AB}"/>
                    </a:ext>
                  </a:extLst>
                </p14:cNvPr>
                <p14:cNvContentPartPr/>
                <p14:nvPr/>
              </p14:nvContentPartPr>
              <p14:xfrm>
                <a:off x="9372987" y="4763600"/>
                <a:ext cx="20520" cy="201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D2F7E70-8FF1-A03F-A4D7-330CE765C1AB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9366867" y="4757480"/>
                  <a:ext cx="327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5363133-23C0-8522-E042-CF8481E0B803}"/>
                    </a:ext>
                  </a:extLst>
                </p14:cNvPr>
                <p14:cNvContentPartPr/>
                <p14:nvPr/>
              </p14:nvContentPartPr>
              <p14:xfrm>
                <a:off x="9270027" y="4559840"/>
                <a:ext cx="9360" cy="230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5363133-23C0-8522-E042-CF8481E0B803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9263907" y="4553720"/>
                  <a:ext cx="21600" cy="3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93F01704-C0FD-AC25-219D-0CB8C2B690DC}"/>
              </a:ext>
            </a:extLst>
          </p:cNvPr>
          <p:cNvGrpSpPr/>
          <p:nvPr/>
        </p:nvGrpSpPr>
        <p:grpSpPr>
          <a:xfrm>
            <a:off x="8266347" y="4530680"/>
            <a:ext cx="676800" cy="309960"/>
            <a:chOff x="8266347" y="4530680"/>
            <a:chExt cx="676800" cy="30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A7EEFE5-9D46-A4C4-39B2-A63C40F8F875}"/>
                    </a:ext>
                  </a:extLst>
                </p14:cNvPr>
                <p14:cNvContentPartPr/>
                <p14:nvPr/>
              </p14:nvContentPartPr>
              <p14:xfrm>
                <a:off x="8266347" y="4612400"/>
                <a:ext cx="676800" cy="2228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A7EEFE5-9D46-A4C4-39B2-A63C40F8F875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8260227" y="4606280"/>
                  <a:ext cx="68904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DC2BC3FB-AE97-3B70-C9F0-D957022659E6}"/>
                    </a:ext>
                  </a:extLst>
                </p14:cNvPr>
                <p14:cNvContentPartPr/>
                <p14:nvPr/>
              </p14:nvContentPartPr>
              <p14:xfrm>
                <a:off x="8864667" y="4820480"/>
                <a:ext cx="15120" cy="201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DC2BC3FB-AE97-3B70-C9F0-D957022659E6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8858547" y="4814360"/>
                  <a:ext cx="273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C192FFAA-4632-698D-886D-09F1B4122E4E}"/>
                    </a:ext>
                  </a:extLst>
                </p14:cNvPr>
                <p14:cNvContentPartPr/>
                <p14:nvPr/>
              </p14:nvContentPartPr>
              <p14:xfrm>
                <a:off x="8822187" y="4530680"/>
                <a:ext cx="4680" cy="140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C192FFAA-4632-698D-886D-09F1B4122E4E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8816067" y="4524560"/>
                  <a:ext cx="169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D608290C-385B-12F6-B96D-3CBF1441AA5D}"/>
                    </a:ext>
                  </a:extLst>
                </p14:cNvPr>
                <p14:cNvContentPartPr/>
                <p14:nvPr/>
              </p14:nvContentPartPr>
              <p14:xfrm>
                <a:off x="8727867" y="4554440"/>
                <a:ext cx="4680" cy="104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D608290C-385B-12F6-B96D-3CBF1441AA5D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8721747" y="4548320"/>
                  <a:ext cx="169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CE9F6965-A4EA-B5FC-3ECD-9273058BEE38}"/>
                    </a:ext>
                  </a:extLst>
                </p14:cNvPr>
                <p14:cNvContentPartPr/>
                <p14:nvPr/>
              </p14:nvContentPartPr>
              <p14:xfrm>
                <a:off x="8531667" y="4596560"/>
                <a:ext cx="12960" cy="216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CE9F6965-A4EA-B5FC-3ECD-9273058BEE38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8525547" y="4590440"/>
                  <a:ext cx="252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E47396F7-4494-DA22-DB6B-288FF91FE836}"/>
                    </a:ext>
                  </a:extLst>
                </p14:cNvPr>
                <p14:cNvContentPartPr/>
                <p14:nvPr/>
              </p14:nvContentPartPr>
              <p14:xfrm>
                <a:off x="8583507" y="4598360"/>
                <a:ext cx="7920" cy="198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E47396F7-4494-DA22-DB6B-288FF91FE836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8577387" y="4592240"/>
                  <a:ext cx="201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F594E48B-CA75-3AB8-CB50-580039DD0717}"/>
                    </a:ext>
                  </a:extLst>
                </p14:cNvPr>
                <p14:cNvContentPartPr/>
                <p14:nvPr/>
              </p14:nvContentPartPr>
              <p14:xfrm>
                <a:off x="8556147" y="4541120"/>
                <a:ext cx="18000" cy="331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F594E48B-CA75-3AB8-CB50-580039DD0717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8550027" y="4535000"/>
                  <a:ext cx="30240" cy="45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24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3437BC2D-E690-E238-CE08-38F282CD0A62}"/>
                  </a:ext>
                </a:extLst>
              </p14:cNvPr>
              <p14:cNvContentPartPr/>
              <p14:nvPr/>
            </p14:nvContentPartPr>
            <p14:xfrm>
              <a:off x="8371827" y="4907240"/>
              <a:ext cx="115560" cy="6624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3437BC2D-E690-E238-CE08-38F282CD0A62}"/>
                  </a:ext>
                </a:extLst>
              </p:cNvPr>
              <p:cNvPicPr/>
              <p:nvPr/>
            </p:nvPicPr>
            <p:blipFill>
              <a:blip r:embed="rId425"/>
              <a:stretch>
                <a:fillRect/>
              </a:stretch>
            </p:blipFill>
            <p:spPr>
              <a:xfrm>
                <a:off x="8365707" y="4901120"/>
                <a:ext cx="127800" cy="78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63" name="Group 262">
            <a:extLst>
              <a:ext uri="{FF2B5EF4-FFF2-40B4-BE49-F238E27FC236}">
                <a16:creationId xmlns:a16="http://schemas.microsoft.com/office/drawing/2014/main" id="{964A7C55-69DF-0148-A4B2-D7ACFA2F55FD}"/>
              </a:ext>
            </a:extLst>
          </p:cNvPr>
          <p:cNvGrpSpPr/>
          <p:nvPr/>
        </p:nvGrpSpPr>
        <p:grpSpPr>
          <a:xfrm>
            <a:off x="254907" y="161000"/>
            <a:ext cx="987120" cy="374760"/>
            <a:chOff x="254907" y="161000"/>
            <a:chExt cx="987120" cy="37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3EA86F9E-A95C-13D6-8D77-E4DDAA2CE244}"/>
                    </a:ext>
                  </a:extLst>
                </p14:cNvPr>
                <p14:cNvContentPartPr/>
                <p14:nvPr/>
              </p14:nvContentPartPr>
              <p14:xfrm>
                <a:off x="340947" y="294560"/>
                <a:ext cx="53280" cy="24084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3EA86F9E-A95C-13D6-8D77-E4DDAA2CE244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334827" y="288440"/>
                  <a:ext cx="6552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887D6073-3384-682D-759F-320FEA9F2B0D}"/>
                    </a:ext>
                  </a:extLst>
                </p14:cNvPr>
                <p14:cNvContentPartPr/>
                <p14:nvPr/>
              </p14:nvContentPartPr>
              <p14:xfrm>
                <a:off x="254907" y="161000"/>
                <a:ext cx="354600" cy="37476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887D6073-3384-682D-759F-320FEA9F2B0D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248787" y="154880"/>
                  <a:ext cx="36684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9F7A0C4B-3382-F855-BE52-E52190A44CE7}"/>
                    </a:ext>
                  </a:extLst>
                </p14:cNvPr>
                <p14:cNvContentPartPr/>
                <p14:nvPr/>
              </p14:nvContentPartPr>
              <p14:xfrm>
                <a:off x="624267" y="305000"/>
                <a:ext cx="168120" cy="12384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9F7A0C4B-3382-F855-BE52-E52190A44CE7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618147" y="298880"/>
                  <a:ext cx="18036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1B347EE4-857C-1CD0-CBF3-FF7382DA5D0A}"/>
                    </a:ext>
                  </a:extLst>
                </p14:cNvPr>
                <p14:cNvContentPartPr/>
                <p14:nvPr/>
              </p14:nvContentPartPr>
              <p14:xfrm>
                <a:off x="822267" y="270800"/>
                <a:ext cx="99000" cy="14616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1B347EE4-857C-1CD0-CBF3-FF7382DA5D0A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816147" y="264680"/>
                  <a:ext cx="11124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DD53583B-6612-3900-E8D5-4FFE590D78C0}"/>
                    </a:ext>
                  </a:extLst>
                </p14:cNvPr>
                <p14:cNvContentPartPr/>
                <p14:nvPr/>
              </p14:nvContentPartPr>
              <p14:xfrm>
                <a:off x="956187" y="222200"/>
                <a:ext cx="24480" cy="21816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DD53583B-6612-3900-E8D5-4FFE590D78C0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950067" y="216080"/>
                  <a:ext cx="3672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C1DF02AB-3514-C9EA-0414-F70F08B7A3E9}"/>
                    </a:ext>
                  </a:extLst>
                </p14:cNvPr>
                <p14:cNvContentPartPr/>
                <p14:nvPr/>
              </p14:nvContentPartPr>
              <p14:xfrm>
                <a:off x="964467" y="222200"/>
                <a:ext cx="176040" cy="21276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C1DF02AB-3514-C9EA-0414-F70F08B7A3E9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958347" y="216080"/>
                  <a:ext cx="18828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E5C0165C-53A4-7B23-8855-4936BE81968D}"/>
                    </a:ext>
                  </a:extLst>
                </p14:cNvPr>
                <p14:cNvContentPartPr/>
                <p14:nvPr/>
              </p14:nvContentPartPr>
              <p14:xfrm>
                <a:off x="1229067" y="228320"/>
                <a:ext cx="10800" cy="1908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E5C0165C-53A4-7B23-8855-4936BE81968D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1222947" y="222200"/>
                  <a:ext cx="2304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6E9BE93D-AEFA-D319-26AC-D7DA99DC686B}"/>
                    </a:ext>
                  </a:extLst>
                </p14:cNvPr>
                <p14:cNvContentPartPr/>
                <p14:nvPr/>
              </p14:nvContentPartPr>
              <p14:xfrm>
                <a:off x="1216467" y="372320"/>
                <a:ext cx="25560" cy="2700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6E9BE93D-AEFA-D319-26AC-D7DA99DC686B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1210347" y="366200"/>
                  <a:ext cx="3780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CA608901-62ED-D85D-2CD9-B693906EEDBB}"/>
              </a:ext>
            </a:extLst>
          </p:cNvPr>
          <p:cNvGrpSpPr/>
          <p:nvPr/>
        </p:nvGrpSpPr>
        <p:grpSpPr>
          <a:xfrm>
            <a:off x="1472067" y="114560"/>
            <a:ext cx="435240" cy="463680"/>
            <a:chOff x="1472067" y="114560"/>
            <a:chExt cx="435240" cy="46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F2ABCC86-F9E3-E33D-6B19-2259F7DA812F}"/>
                    </a:ext>
                  </a:extLst>
                </p14:cNvPr>
                <p14:cNvContentPartPr/>
                <p14:nvPr/>
              </p14:nvContentPartPr>
              <p14:xfrm>
                <a:off x="1524627" y="200240"/>
                <a:ext cx="382680" cy="37800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F2ABCC86-F9E3-E33D-6B19-2259F7DA812F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1518507" y="194120"/>
                  <a:ext cx="39492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942E2C77-6954-4108-30DB-7C502C8FE9D2}"/>
                    </a:ext>
                  </a:extLst>
                </p14:cNvPr>
                <p14:cNvContentPartPr/>
                <p14:nvPr/>
              </p14:nvContentPartPr>
              <p14:xfrm>
                <a:off x="1752147" y="129320"/>
                <a:ext cx="28440" cy="4428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942E2C77-6954-4108-30DB-7C502C8FE9D2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1746027" y="123200"/>
                  <a:ext cx="406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12F91166-424C-E114-A1EE-E36CF35C7711}"/>
                    </a:ext>
                  </a:extLst>
                </p14:cNvPr>
                <p14:cNvContentPartPr/>
                <p14:nvPr/>
              </p14:nvContentPartPr>
              <p14:xfrm>
                <a:off x="1806507" y="114560"/>
                <a:ext cx="15480" cy="4392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12F91166-424C-E114-A1EE-E36CF35C7711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1800387" y="108440"/>
                  <a:ext cx="277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29E4C824-0560-FA60-2C7F-7F678B6EE8AF}"/>
                    </a:ext>
                  </a:extLst>
                </p14:cNvPr>
                <p14:cNvContentPartPr/>
                <p14:nvPr/>
              </p14:nvContentPartPr>
              <p14:xfrm>
                <a:off x="1721907" y="434240"/>
                <a:ext cx="84240" cy="3456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29E4C824-0560-FA60-2C7F-7F678B6EE8AF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1715787" y="428120"/>
                  <a:ext cx="9648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EFD48AEB-C357-4FAA-B652-244FEC31F466}"/>
                    </a:ext>
                  </a:extLst>
                </p14:cNvPr>
                <p14:cNvContentPartPr/>
                <p14:nvPr/>
              </p14:nvContentPartPr>
              <p14:xfrm>
                <a:off x="1472067" y="275120"/>
                <a:ext cx="93960" cy="9324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EFD48AEB-C357-4FAA-B652-244FEC31F466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1465947" y="269000"/>
                  <a:ext cx="106200" cy="10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8C4AC97A-8EC4-7C2A-19C5-3DE5510A0E1F}"/>
              </a:ext>
            </a:extLst>
          </p:cNvPr>
          <p:cNvGrpSpPr/>
          <p:nvPr/>
        </p:nvGrpSpPr>
        <p:grpSpPr>
          <a:xfrm>
            <a:off x="281187" y="724760"/>
            <a:ext cx="817920" cy="443160"/>
            <a:chOff x="281187" y="724760"/>
            <a:chExt cx="817920" cy="44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EAE6243C-3A4C-F320-5C6D-D7F45D2562D3}"/>
                    </a:ext>
                  </a:extLst>
                </p14:cNvPr>
                <p14:cNvContentPartPr/>
                <p14:nvPr/>
              </p14:nvContentPartPr>
              <p14:xfrm>
                <a:off x="281187" y="755000"/>
                <a:ext cx="135360" cy="30168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EAE6243C-3A4C-F320-5C6D-D7F45D2562D3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275067" y="748880"/>
                  <a:ext cx="14760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F1672BFE-0481-B5EE-FCBC-EA37A13A7B74}"/>
                    </a:ext>
                  </a:extLst>
                </p14:cNvPr>
                <p14:cNvContentPartPr/>
                <p14:nvPr/>
              </p14:nvContentPartPr>
              <p14:xfrm>
                <a:off x="494667" y="919160"/>
                <a:ext cx="60480" cy="10440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F1672BFE-0481-B5EE-FCBC-EA37A13A7B74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488547" y="913040"/>
                  <a:ext cx="7272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6BD9E10D-B7AF-7938-7BF3-CD6E42792A21}"/>
                    </a:ext>
                  </a:extLst>
                </p14:cNvPr>
                <p14:cNvContentPartPr/>
                <p14:nvPr/>
              </p14:nvContentPartPr>
              <p14:xfrm>
                <a:off x="564867" y="810800"/>
                <a:ext cx="19440" cy="3024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6BD9E10D-B7AF-7938-7BF3-CD6E42792A21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558747" y="804680"/>
                  <a:ext cx="316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EB3867B6-29B3-ABCE-85B3-1C65E8A202D7}"/>
                    </a:ext>
                  </a:extLst>
                </p14:cNvPr>
                <p14:cNvContentPartPr/>
                <p14:nvPr/>
              </p14:nvContentPartPr>
              <p14:xfrm>
                <a:off x="518787" y="874880"/>
                <a:ext cx="197640" cy="29304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EB3867B6-29B3-ABCE-85B3-1C65E8A202D7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512667" y="868760"/>
                  <a:ext cx="20988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D8A60910-DB8D-E9F1-5C22-8AAF4F515ABA}"/>
                    </a:ext>
                  </a:extLst>
                </p14:cNvPr>
                <p14:cNvContentPartPr/>
                <p14:nvPr/>
              </p14:nvContentPartPr>
              <p14:xfrm>
                <a:off x="723627" y="778400"/>
                <a:ext cx="101160" cy="28512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D8A60910-DB8D-E9F1-5C22-8AAF4F515ABA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717507" y="772280"/>
                  <a:ext cx="11340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054256EE-C700-EA8D-E525-E38B5E767FCB}"/>
                    </a:ext>
                  </a:extLst>
                </p14:cNvPr>
                <p14:cNvContentPartPr/>
                <p14:nvPr/>
              </p14:nvContentPartPr>
              <p14:xfrm>
                <a:off x="874467" y="724760"/>
                <a:ext cx="70560" cy="31608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054256EE-C700-EA8D-E525-E38B5E767FCB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868347" y="718640"/>
                  <a:ext cx="8280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003FFE25-2BA5-2C8B-BBD7-A471149CE8BE}"/>
                    </a:ext>
                  </a:extLst>
                </p14:cNvPr>
                <p14:cNvContentPartPr/>
                <p14:nvPr/>
              </p14:nvContentPartPr>
              <p14:xfrm>
                <a:off x="851787" y="785240"/>
                <a:ext cx="145800" cy="3024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003FFE25-2BA5-2C8B-BBD7-A471149CE8BE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845667" y="779120"/>
                  <a:ext cx="1580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B12CA36C-9E8A-C760-0ED4-25B44C3F9A1B}"/>
                    </a:ext>
                  </a:extLst>
                </p14:cNvPr>
                <p14:cNvContentPartPr/>
                <p14:nvPr/>
              </p14:nvContentPartPr>
              <p14:xfrm>
                <a:off x="1078587" y="814040"/>
                <a:ext cx="20520" cy="7776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B12CA36C-9E8A-C760-0ED4-25B44C3F9A1B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1072467" y="807920"/>
                  <a:ext cx="327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0051369F-8C98-3289-DC75-6A26417663F8}"/>
                    </a:ext>
                  </a:extLst>
                </p14:cNvPr>
                <p14:cNvContentPartPr/>
                <p14:nvPr/>
              </p14:nvContentPartPr>
              <p14:xfrm>
                <a:off x="1080027" y="971720"/>
                <a:ext cx="9000" cy="2232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0051369F-8C98-3289-DC75-6A26417663F8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1073907" y="965600"/>
                  <a:ext cx="21240" cy="3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299A14B4-037A-E12A-5A3F-9A879B97AE90}"/>
              </a:ext>
            </a:extLst>
          </p:cNvPr>
          <p:cNvGrpSpPr/>
          <p:nvPr/>
        </p:nvGrpSpPr>
        <p:grpSpPr>
          <a:xfrm>
            <a:off x="1373787" y="633680"/>
            <a:ext cx="681120" cy="447480"/>
            <a:chOff x="1373787" y="633680"/>
            <a:chExt cx="681120" cy="44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DAC924D5-9F1C-735D-F4A9-6012DBED4109}"/>
                    </a:ext>
                  </a:extLst>
                </p14:cNvPr>
                <p14:cNvContentPartPr/>
                <p14:nvPr/>
              </p14:nvContentPartPr>
              <p14:xfrm>
                <a:off x="1910547" y="846800"/>
                <a:ext cx="144360" cy="14400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DAC924D5-9F1C-735D-F4A9-6012DBED4109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1904427" y="840680"/>
                  <a:ext cx="15660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0441CD2E-D086-FE49-1DBE-F236D448DABB}"/>
                    </a:ext>
                  </a:extLst>
                </p14:cNvPr>
                <p14:cNvContentPartPr/>
                <p14:nvPr/>
              </p14:nvContentPartPr>
              <p14:xfrm>
                <a:off x="1758987" y="861560"/>
                <a:ext cx="159480" cy="12348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0441CD2E-D086-FE49-1DBE-F236D448DABB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1752867" y="855440"/>
                  <a:ext cx="17172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D39D810B-DC2C-75BE-C214-60225DB5E162}"/>
                    </a:ext>
                  </a:extLst>
                </p14:cNvPr>
                <p14:cNvContentPartPr/>
                <p14:nvPr/>
              </p14:nvContentPartPr>
              <p14:xfrm>
                <a:off x="1373787" y="819080"/>
                <a:ext cx="417960" cy="26208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D39D810B-DC2C-75BE-C214-60225DB5E162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1367667" y="812960"/>
                  <a:ext cx="43020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877C6BE0-9AC8-7F66-02BC-7000FBDF92FD}"/>
                    </a:ext>
                  </a:extLst>
                </p14:cNvPr>
                <p14:cNvContentPartPr/>
                <p14:nvPr/>
              </p14:nvContentPartPr>
              <p14:xfrm>
                <a:off x="1679787" y="767600"/>
                <a:ext cx="20880" cy="1548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877C6BE0-9AC8-7F66-02BC-7000FBDF92FD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1673667" y="761480"/>
                  <a:ext cx="331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29B079AD-1FE6-276C-AC17-8C29F553D297}"/>
                    </a:ext>
                  </a:extLst>
                </p14:cNvPr>
                <p14:cNvContentPartPr/>
                <p14:nvPr/>
              </p14:nvContentPartPr>
              <p14:xfrm>
                <a:off x="1734867" y="766160"/>
                <a:ext cx="9360" cy="504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29B079AD-1FE6-276C-AC17-8C29F553D297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1728747" y="760040"/>
                  <a:ext cx="2160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8DA2483D-7F84-E91E-4BCD-6DEC91B6F210}"/>
                    </a:ext>
                  </a:extLst>
                </p14:cNvPr>
                <p14:cNvContentPartPr/>
                <p14:nvPr/>
              </p14:nvContentPartPr>
              <p14:xfrm>
                <a:off x="1681587" y="713960"/>
                <a:ext cx="9360" cy="2448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8DA2483D-7F84-E91E-4BCD-6DEC91B6F210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1675467" y="707840"/>
                  <a:ext cx="216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A8115A49-3910-67F9-2A32-84F0D4921DD7}"/>
                    </a:ext>
                  </a:extLst>
                </p14:cNvPr>
                <p14:cNvContentPartPr/>
                <p14:nvPr/>
              </p14:nvContentPartPr>
              <p14:xfrm>
                <a:off x="1490787" y="964520"/>
                <a:ext cx="19440" cy="1692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A8115A49-3910-67F9-2A32-84F0D4921DD7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1484667" y="958400"/>
                  <a:ext cx="316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A45FAAA5-1EDE-2CE7-8852-58484DDDC57A}"/>
                    </a:ext>
                  </a:extLst>
                </p14:cNvPr>
                <p14:cNvContentPartPr/>
                <p14:nvPr/>
              </p14:nvContentPartPr>
              <p14:xfrm>
                <a:off x="1633707" y="633680"/>
                <a:ext cx="56880" cy="3096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A45FAAA5-1EDE-2CE7-8852-58484DDDC57A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1627587" y="627560"/>
                  <a:ext cx="69120" cy="43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86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8B69DC2A-ED38-C4F1-3294-8E07F7E1B01F}"/>
                  </a:ext>
                </a:extLst>
              </p14:cNvPr>
              <p14:cNvContentPartPr/>
              <p14:nvPr/>
            </p14:nvContentPartPr>
            <p14:xfrm>
              <a:off x="8025147" y="4571000"/>
              <a:ext cx="19440" cy="1620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8B69DC2A-ED38-C4F1-3294-8E07F7E1B01F}"/>
                  </a:ext>
                </a:extLst>
              </p:cNvPr>
              <p:cNvPicPr/>
              <p:nvPr/>
            </p:nvPicPr>
            <p:blipFill>
              <a:blip r:embed="rId487"/>
              <a:stretch>
                <a:fillRect/>
              </a:stretch>
            </p:blipFill>
            <p:spPr>
              <a:xfrm>
                <a:off x="8019027" y="4564880"/>
                <a:ext cx="3168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8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8766B861-90AB-E3C4-A9CD-E793E297F1FB}"/>
                  </a:ext>
                </a:extLst>
              </p14:cNvPr>
              <p14:cNvContentPartPr/>
              <p14:nvPr/>
            </p14:nvContentPartPr>
            <p14:xfrm>
              <a:off x="8084907" y="4570640"/>
              <a:ext cx="18720" cy="36360"/>
            </p14:xfrm>
          </p:contentPart>
        </mc:Choice>
        <mc:Fallback xmlns=""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8766B861-90AB-E3C4-A9CD-E793E297F1FB}"/>
                  </a:ext>
                </a:extLst>
              </p:cNvPr>
              <p:cNvPicPr/>
              <p:nvPr/>
            </p:nvPicPr>
            <p:blipFill>
              <a:blip r:embed="rId489"/>
              <a:stretch>
                <a:fillRect/>
              </a:stretch>
            </p:blipFill>
            <p:spPr>
              <a:xfrm>
                <a:off x="8078787" y="4564520"/>
                <a:ext cx="3096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0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811B5418-4363-22D1-C9D3-18F52D478AC0}"/>
                  </a:ext>
                </a:extLst>
              </p14:cNvPr>
              <p14:cNvContentPartPr/>
              <p14:nvPr/>
            </p14:nvContentPartPr>
            <p14:xfrm>
              <a:off x="7716267" y="4676120"/>
              <a:ext cx="419760" cy="299880"/>
            </p14:xfrm>
          </p:contentPart>
        </mc:Choice>
        <mc:Fallback xmlns=""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811B5418-4363-22D1-C9D3-18F52D478AC0}"/>
                  </a:ext>
                </a:extLst>
              </p:cNvPr>
              <p:cNvPicPr/>
              <p:nvPr/>
            </p:nvPicPr>
            <p:blipFill>
              <a:blip r:embed="rId491"/>
              <a:stretch>
                <a:fillRect/>
              </a:stretch>
            </p:blipFill>
            <p:spPr>
              <a:xfrm>
                <a:off x="7710147" y="4670000"/>
                <a:ext cx="432000" cy="3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2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CBBEC779-F9FA-DCCF-11B8-76AE5580FDB4}"/>
                  </a:ext>
                </a:extLst>
              </p14:cNvPr>
              <p14:cNvContentPartPr/>
              <p14:nvPr/>
            </p14:nvContentPartPr>
            <p14:xfrm>
              <a:off x="7963227" y="4913360"/>
              <a:ext cx="16920" cy="14040"/>
            </p14:xfrm>
          </p:contentPart>
        </mc:Choice>
        <mc:Fallback xmlns=""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CBBEC779-F9FA-DCCF-11B8-76AE5580FDB4}"/>
                  </a:ext>
                </a:extLst>
              </p:cNvPr>
              <p:cNvPicPr/>
              <p:nvPr/>
            </p:nvPicPr>
            <p:blipFill>
              <a:blip r:embed="rId493"/>
              <a:stretch>
                <a:fillRect/>
              </a:stretch>
            </p:blipFill>
            <p:spPr>
              <a:xfrm>
                <a:off x="7957107" y="4907240"/>
                <a:ext cx="2916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4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893CC423-5C25-D656-A544-336BA569945F}"/>
                  </a:ext>
                </a:extLst>
              </p14:cNvPr>
              <p14:cNvContentPartPr/>
              <p14:nvPr/>
            </p14:nvContentPartPr>
            <p14:xfrm>
              <a:off x="8020107" y="4897160"/>
              <a:ext cx="11880" cy="10440"/>
            </p14:xfrm>
          </p:contentPart>
        </mc:Choice>
        <mc:Fallback xmlns=""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893CC423-5C25-D656-A544-336BA569945F}"/>
                  </a:ext>
                </a:extLst>
              </p:cNvPr>
              <p:cNvPicPr/>
              <p:nvPr/>
            </p:nvPicPr>
            <p:blipFill>
              <a:blip r:embed="rId495"/>
              <a:stretch>
                <a:fillRect/>
              </a:stretch>
            </p:blipFill>
            <p:spPr>
              <a:xfrm>
                <a:off x="8013987" y="4891040"/>
                <a:ext cx="24120" cy="2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6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75102CDE-E413-1797-C393-0488BE016A45}"/>
                  </a:ext>
                </a:extLst>
              </p14:cNvPr>
              <p14:cNvContentPartPr/>
              <p14:nvPr/>
            </p14:nvContentPartPr>
            <p14:xfrm>
              <a:off x="7728147" y="4710320"/>
              <a:ext cx="79560" cy="118080"/>
            </p14:xfrm>
          </p:contentPart>
        </mc:Choice>
        <mc:Fallback xmlns=""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75102CDE-E413-1797-C393-0488BE016A45}"/>
                  </a:ext>
                </a:extLst>
              </p:cNvPr>
              <p:cNvPicPr/>
              <p:nvPr/>
            </p:nvPicPr>
            <p:blipFill>
              <a:blip r:embed="rId497"/>
              <a:stretch>
                <a:fillRect/>
              </a:stretch>
            </p:blipFill>
            <p:spPr>
              <a:xfrm>
                <a:off x="7722027" y="4704200"/>
                <a:ext cx="9180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8">
            <p14:nvContentPartPr>
              <p14:cNvPr id="290" name="Ink 289">
                <a:extLst>
                  <a:ext uri="{FF2B5EF4-FFF2-40B4-BE49-F238E27FC236}">
                    <a16:creationId xmlns:a16="http://schemas.microsoft.com/office/drawing/2014/main" id="{674310D0-24C3-CCD5-C6F1-87C07F3C0C41}"/>
                  </a:ext>
                </a:extLst>
              </p14:cNvPr>
              <p14:cNvContentPartPr/>
              <p14:nvPr/>
            </p14:nvContentPartPr>
            <p14:xfrm>
              <a:off x="6591267" y="4747040"/>
              <a:ext cx="19440" cy="26640"/>
            </p14:xfrm>
          </p:contentPart>
        </mc:Choice>
        <mc:Fallback xmlns="">
          <p:pic>
            <p:nvPicPr>
              <p:cNvPr id="290" name="Ink 289">
                <a:extLst>
                  <a:ext uri="{FF2B5EF4-FFF2-40B4-BE49-F238E27FC236}">
                    <a16:creationId xmlns:a16="http://schemas.microsoft.com/office/drawing/2014/main" id="{674310D0-24C3-CCD5-C6F1-87C07F3C0C41}"/>
                  </a:ext>
                </a:extLst>
              </p:cNvPr>
              <p:cNvPicPr/>
              <p:nvPr/>
            </p:nvPicPr>
            <p:blipFill>
              <a:blip r:embed="rId499"/>
              <a:stretch>
                <a:fillRect/>
              </a:stretch>
            </p:blipFill>
            <p:spPr>
              <a:xfrm>
                <a:off x="6585147" y="4740920"/>
                <a:ext cx="3168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0">
            <p14:nvContentPartPr>
              <p14:cNvPr id="297" name="Ink 296">
                <a:extLst>
                  <a:ext uri="{FF2B5EF4-FFF2-40B4-BE49-F238E27FC236}">
                    <a16:creationId xmlns:a16="http://schemas.microsoft.com/office/drawing/2014/main" id="{A2CBDCE1-D873-80A2-051C-27BF49E598CD}"/>
                  </a:ext>
                </a:extLst>
              </p14:cNvPr>
              <p14:cNvContentPartPr/>
              <p14:nvPr/>
            </p14:nvContentPartPr>
            <p14:xfrm>
              <a:off x="5994387" y="4402160"/>
              <a:ext cx="1967040" cy="720"/>
            </p14:xfrm>
          </p:contentPart>
        </mc:Choice>
        <mc:Fallback xmlns="">
          <p:pic>
            <p:nvPicPr>
              <p:cNvPr id="297" name="Ink 296">
                <a:extLst>
                  <a:ext uri="{FF2B5EF4-FFF2-40B4-BE49-F238E27FC236}">
                    <a16:creationId xmlns:a16="http://schemas.microsoft.com/office/drawing/2014/main" id="{A2CBDCE1-D873-80A2-051C-27BF49E598CD}"/>
                  </a:ext>
                </a:extLst>
              </p:cNvPr>
              <p:cNvPicPr/>
              <p:nvPr/>
            </p:nvPicPr>
            <p:blipFill>
              <a:blip r:embed="rId501"/>
              <a:stretch>
                <a:fillRect/>
              </a:stretch>
            </p:blipFill>
            <p:spPr>
              <a:xfrm>
                <a:off x="5988267" y="4389920"/>
                <a:ext cx="1979280" cy="25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06" name="Group 305">
            <a:extLst>
              <a:ext uri="{FF2B5EF4-FFF2-40B4-BE49-F238E27FC236}">
                <a16:creationId xmlns:a16="http://schemas.microsoft.com/office/drawing/2014/main" id="{5E33AB1D-9C2B-019F-6BAE-AB9510F52104}"/>
              </a:ext>
            </a:extLst>
          </p:cNvPr>
          <p:cNvGrpSpPr/>
          <p:nvPr/>
        </p:nvGrpSpPr>
        <p:grpSpPr>
          <a:xfrm>
            <a:off x="4351347" y="4607360"/>
            <a:ext cx="1731960" cy="424080"/>
            <a:chOff x="4351347" y="4607360"/>
            <a:chExt cx="1731960" cy="42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DAD9B846-1BEF-EC74-721B-CD7078F46B5A}"/>
                    </a:ext>
                  </a:extLst>
                </p14:cNvPr>
                <p14:cNvContentPartPr/>
                <p14:nvPr/>
              </p14:nvContentPartPr>
              <p14:xfrm>
                <a:off x="5794587" y="4724360"/>
                <a:ext cx="288720" cy="22140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DAD9B846-1BEF-EC74-721B-CD7078F46B5A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5788467" y="4718240"/>
                  <a:ext cx="30096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B9098BB6-4D9B-098D-566C-19057302642E}"/>
                    </a:ext>
                  </a:extLst>
                </p14:cNvPr>
                <p14:cNvContentPartPr/>
                <p14:nvPr/>
              </p14:nvContentPartPr>
              <p14:xfrm>
                <a:off x="5977467" y="4619600"/>
                <a:ext cx="9360" cy="1512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B9098BB6-4D9B-098D-566C-19057302642E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5971347" y="4613480"/>
                  <a:ext cx="216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6DAFCC6C-5B5B-ADC0-D90B-264ABF1921E8}"/>
                    </a:ext>
                  </a:extLst>
                </p14:cNvPr>
                <p14:cNvContentPartPr/>
                <p14:nvPr/>
              </p14:nvContentPartPr>
              <p14:xfrm>
                <a:off x="6023907" y="4607360"/>
                <a:ext cx="39600" cy="1440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6DAFCC6C-5B5B-ADC0-D90B-264ABF1921E8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6017787" y="4601240"/>
                  <a:ext cx="518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C3BE4639-629F-9A89-423D-521A1032703A}"/>
                    </a:ext>
                  </a:extLst>
                </p14:cNvPr>
                <p14:cNvContentPartPr/>
                <p14:nvPr/>
              </p14:nvContentPartPr>
              <p14:xfrm>
                <a:off x="5673987" y="4758560"/>
                <a:ext cx="136440" cy="12780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C3BE4639-629F-9A89-423D-521A1032703A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5667867" y="4752440"/>
                  <a:ext cx="14868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0133B126-2906-D68D-B52D-C1232367E691}"/>
                    </a:ext>
                  </a:extLst>
                </p14:cNvPr>
                <p14:cNvContentPartPr/>
                <p14:nvPr/>
              </p14:nvContentPartPr>
              <p14:xfrm>
                <a:off x="5385267" y="4770080"/>
                <a:ext cx="252720" cy="21708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0133B126-2906-D68D-B52D-C1232367E691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5379147" y="4763960"/>
                  <a:ext cx="26496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2C791CC9-9948-610D-E65E-7D990694D119}"/>
                    </a:ext>
                  </a:extLst>
                </p14:cNvPr>
                <p14:cNvContentPartPr/>
                <p14:nvPr/>
              </p14:nvContentPartPr>
              <p14:xfrm>
                <a:off x="5470587" y="4956560"/>
                <a:ext cx="13680" cy="540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2C791CC9-9948-610D-E65E-7D990694D119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5464467" y="4950440"/>
                  <a:ext cx="2592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D201C01E-2371-8C79-2CD2-D7030A7C6996}"/>
                    </a:ext>
                  </a:extLst>
                </p14:cNvPr>
                <p14:cNvContentPartPr/>
                <p14:nvPr/>
              </p14:nvContentPartPr>
              <p14:xfrm>
                <a:off x="5542587" y="4931360"/>
                <a:ext cx="9720" cy="684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D201C01E-2371-8C79-2CD2-D7030A7C6996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5536467" y="4925240"/>
                  <a:ext cx="219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FA2B5205-22C5-76FD-6634-6889B2C8634B}"/>
                    </a:ext>
                  </a:extLst>
                </p14:cNvPr>
                <p14:cNvContentPartPr/>
                <p14:nvPr/>
              </p14:nvContentPartPr>
              <p14:xfrm>
                <a:off x="5256027" y="4757480"/>
                <a:ext cx="172800" cy="15408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FA2B5205-22C5-76FD-6634-6889B2C8634B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5249907" y="4751360"/>
                  <a:ext cx="18504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8FA2D18D-4EE0-DF99-9C77-5BA373519972}"/>
                    </a:ext>
                  </a:extLst>
                </p14:cNvPr>
                <p14:cNvContentPartPr/>
                <p14:nvPr/>
              </p14:nvContentPartPr>
              <p14:xfrm>
                <a:off x="5081427" y="4822280"/>
                <a:ext cx="203400" cy="14004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8FA2D18D-4EE0-DF99-9C77-5BA373519972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5075307" y="4816160"/>
                  <a:ext cx="21564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FADD9082-DA32-5D7D-81A8-7D98D5474E46}"/>
                    </a:ext>
                  </a:extLst>
                </p14:cNvPr>
                <p14:cNvContentPartPr/>
                <p14:nvPr/>
              </p14:nvContentPartPr>
              <p14:xfrm>
                <a:off x="5225067" y="4722920"/>
                <a:ext cx="17640" cy="972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FADD9082-DA32-5D7D-81A8-7D98D5474E46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5218947" y="4716800"/>
                  <a:ext cx="2988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34EEC4F3-E41B-12BA-8C92-9CF2612E9B5B}"/>
                    </a:ext>
                  </a:extLst>
                </p14:cNvPr>
                <p14:cNvContentPartPr/>
                <p14:nvPr/>
              </p14:nvContentPartPr>
              <p14:xfrm>
                <a:off x="4351347" y="4698800"/>
                <a:ext cx="775800" cy="33264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34EEC4F3-E41B-12BA-8C92-9CF2612E9B5B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4345227" y="4692680"/>
                  <a:ext cx="788040" cy="34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706BDA6D-C9FE-C40D-F089-E1779FB26A0E}"/>
              </a:ext>
            </a:extLst>
          </p:cNvPr>
          <p:cNvGrpSpPr/>
          <p:nvPr/>
        </p:nvGrpSpPr>
        <p:grpSpPr>
          <a:xfrm>
            <a:off x="2715147" y="4618160"/>
            <a:ext cx="1042200" cy="379440"/>
            <a:chOff x="2715147" y="4618160"/>
            <a:chExt cx="1042200" cy="37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8F71BA49-CBB7-70D2-CD3B-CD33A8D84B65}"/>
                    </a:ext>
                  </a:extLst>
                </p14:cNvPr>
                <p14:cNvContentPartPr/>
                <p14:nvPr/>
              </p14:nvContentPartPr>
              <p14:xfrm>
                <a:off x="3627027" y="4711760"/>
                <a:ext cx="130320" cy="21168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8F71BA49-CBB7-70D2-CD3B-CD33A8D84B65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3620907" y="4705640"/>
                  <a:ext cx="14256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9D39B13C-0579-2D01-7A64-3DCC21DF5C97}"/>
                    </a:ext>
                  </a:extLst>
                </p14:cNvPr>
                <p14:cNvContentPartPr/>
                <p14:nvPr/>
              </p14:nvContentPartPr>
              <p14:xfrm>
                <a:off x="3293667" y="4742360"/>
                <a:ext cx="220680" cy="19404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9D39B13C-0579-2D01-7A64-3DCC21DF5C97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3287547" y="4736240"/>
                  <a:ext cx="23292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65978661-F90C-D440-EAA4-3A0752DB94F5}"/>
                    </a:ext>
                  </a:extLst>
                </p14:cNvPr>
                <p14:cNvContentPartPr/>
                <p14:nvPr/>
              </p14:nvContentPartPr>
              <p14:xfrm>
                <a:off x="3412107" y="4966280"/>
                <a:ext cx="28080" cy="1980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65978661-F90C-D440-EAA4-3A0752DB94F5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3405987" y="4960160"/>
                  <a:ext cx="403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FC16D387-5181-8188-76CF-0AC6747CE890}"/>
                    </a:ext>
                  </a:extLst>
                </p14:cNvPr>
                <p14:cNvContentPartPr/>
                <p14:nvPr/>
              </p14:nvContentPartPr>
              <p14:xfrm>
                <a:off x="3503547" y="4950800"/>
                <a:ext cx="9720" cy="2664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FC16D387-5181-8188-76CF-0AC6747CE890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3497427" y="4944680"/>
                  <a:ext cx="219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58C26412-B211-8C2B-85F1-2B1F58B6437D}"/>
                    </a:ext>
                  </a:extLst>
                </p14:cNvPr>
                <p14:cNvContentPartPr/>
                <p14:nvPr/>
              </p14:nvContentPartPr>
              <p14:xfrm>
                <a:off x="2955627" y="4662080"/>
                <a:ext cx="218880" cy="29196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58C26412-B211-8C2B-85F1-2B1F58B6437D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2949507" y="4655960"/>
                  <a:ext cx="23112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0637A8E3-E924-B503-3622-16436CCE0397}"/>
                    </a:ext>
                  </a:extLst>
                </p14:cNvPr>
                <p14:cNvContentPartPr/>
                <p14:nvPr/>
              </p14:nvContentPartPr>
              <p14:xfrm>
                <a:off x="2715147" y="4618160"/>
                <a:ext cx="106560" cy="28188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0637A8E3-E924-B503-3622-16436CCE0397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2709027" y="4612040"/>
                  <a:ext cx="11880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1CB08A20-862C-CF4A-013E-FB867E9187C5}"/>
                    </a:ext>
                  </a:extLst>
                </p14:cNvPr>
                <p14:cNvContentPartPr/>
                <p14:nvPr/>
              </p14:nvContentPartPr>
              <p14:xfrm>
                <a:off x="2851947" y="4985720"/>
                <a:ext cx="34200" cy="1188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1CB08A20-862C-CF4A-013E-FB867E9187C5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2845827" y="4979600"/>
                  <a:ext cx="46440" cy="2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4" name="Group 323">
            <a:extLst>
              <a:ext uri="{FF2B5EF4-FFF2-40B4-BE49-F238E27FC236}">
                <a16:creationId xmlns:a16="http://schemas.microsoft.com/office/drawing/2014/main" id="{F8DFAC76-BA4D-AC5C-0F8E-0C95F40B4FBD}"/>
              </a:ext>
            </a:extLst>
          </p:cNvPr>
          <p:cNvGrpSpPr/>
          <p:nvPr/>
        </p:nvGrpSpPr>
        <p:grpSpPr>
          <a:xfrm>
            <a:off x="3844107" y="4508720"/>
            <a:ext cx="656280" cy="407520"/>
            <a:chOff x="3844107" y="4508720"/>
            <a:chExt cx="656280" cy="40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A8DF7C0C-6B9D-EC18-DA67-A5372E5C1630}"/>
                    </a:ext>
                  </a:extLst>
                </p14:cNvPr>
                <p14:cNvContentPartPr/>
                <p14:nvPr/>
              </p14:nvContentPartPr>
              <p14:xfrm>
                <a:off x="4294467" y="4662800"/>
                <a:ext cx="21240" cy="16884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A8DF7C0C-6B9D-EC18-DA67-A5372E5C1630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4288347" y="4656680"/>
                  <a:ext cx="3348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3560C934-FAA1-4B96-4F82-49A928F32CCB}"/>
                    </a:ext>
                  </a:extLst>
                </p14:cNvPr>
                <p14:cNvContentPartPr/>
                <p14:nvPr/>
              </p14:nvContentPartPr>
              <p14:xfrm>
                <a:off x="4206627" y="4508720"/>
                <a:ext cx="293760" cy="9216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3560C934-FAA1-4B96-4F82-49A928F32CCB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4200507" y="4502600"/>
                  <a:ext cx="30600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16AF0139-66F8-55CE-B9C2-DEA8993BE2BD}"/>
                    </a:ext>
                  </a:extLst>
                </p14:cNvPr>
                <p14:cNvContentPartPr/>
                <p14:nvPr/>
              </p14:nvContentPartPr>
              <p14:xfrm>
                <a:off x="3998547" y="4712480"/>
                <a:ext cx="184680" cy="20376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16AF0139-66F8-55CE-B9C2-DEA8993BE2BD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3992427" y="4706360"/>
                  <a:ext cx="19692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C45B310B-AFD9-4107-D33F-F4FEA57281BE}"/>
                    </a:ext>
                  </a:extLst>
                </p14:cNvPr>
                <p14:cNvContentPartPr/>
                <p14:nvPr/>
              </p14:nvContentPartPr>
              <p14:xfrm>
                <a:off x="4084587" y="4799600"/>
                <a:ext cx="10080" cy="1080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C45B310B-AFD9-4107-D33F-F4FEA57281BE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4078467" y="4793480"/>
                  <a:ext cx="223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6CB0D081-6B22-CD7D-D36B-F36150D3A21D}"/>
                    </a:ext>
                  </a:extLst>
                </p14:cNvPr>
                <p14:cNvContentPartPr/>
                <p14:nvPr/>
              </p14:nvContentPartPr>
              <p14:xfrm>
                <a:off x="3844107" y="4817600"/>
                <a:ext cx="112680" cy="9792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6CB0D081-6B22-CD7D-D36B-F36150D3A21D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3837987" y="4811480"/>
                  <a:ext cx="12492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8758B25F-53A7-447D-6E6D-EF9F9E55E3D3}"/>
                    </a:ext>
                  </a:extLst>
                </p14:cNvPr>
                <p14:cNvContentPartPr/>
                <p14:nvPr/>
              </p14:nvContentPartPr>
              <p14:xfrm>
                <a:off x="3850947" y="4557320"/>
                <a:ext cx="18720" cy="24984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8758B25F-53A7-447D-6E6D-EF9F9E55E3D3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3844827" y="4551200"/>
                  <a:ext cx="30960" cy="26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2" name="Group 331">
            <a:extLst>
              <a:ext uri="{FF2B5EF4-FFF2-40B4-BE49-F238E27FC236}">
                <a16:creationId xmlns:a16="http://schemas.microsoft.com/office/drawing/2014/main" id="{22C85531-035D-021A-1576-7ECAAB37412C}"/>
              </a:ext>
            </a:extLst>
          </p:cNvPr>
          <p:cNvGrpSpPr/>
          <p:nvPr/>
        </p:nvGrpSpPr>
        <p:grpSpPr>
          <a:xfrm>
            <a:off x="8760267" y="3843440"/>
            <a:ext cx="919080" cy="333720"/>
            <a:chOff x="8760267" y="3843440"/>
            <a:chExt cx="919080" cy="33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E959BB05-6395-17AC-2B86-57BEABB902E6}"/>
                    </a:ext>
                  </a:extLst>
                </p14:cNvPr>
                <p14:cNvContentPartPr/>
                <p14:nvPr/>
              </p14:nvContentPartPr>
              <p14:xfrm>
                <a:off x="8760267" y="3887720"/>
                <a:ext cx="65520" cy="13716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E959BB05-6395-17AC-2B86-57BEABB902E6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8754147" y="3881600"/>
                  <a:ext cx="7776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5A75EC11-F70A-D58A-BC71-724A65E466D2}"/>
                    </a:ext>
                  </a:extLst>
                </p14:cNvPr>
                <p14:cNvContentPartPr/>
                <p14:nvPr/>
              </p14:nvContentPartPr>
              <p14:xfrm>
                <a:off x="8773947" y="3862520"/>
                <a:ext cx="117000" cy="31464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5A75EC11-F70A-D58A-BC71-724A65E466D2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8767827" y="3856400"/>
                  <a:ext cx="12924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12FCD476-D277-D209-30D1-7631139CCCA3}"/>
                    </a:ext>
                  </a:extLst>
                </p14:cNvPr>
                <p14:cNvContentPartPr/>
                <p14:nvPr/>
              </p14:nvContentPartPr>
              <p14:xfrm>
                <a:off x="8928387" y="3919040"/>
                <a:ext cx="133920" cy="12492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12FCD476-D277-D209-30D1-7631139CCCA3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8922267" y="3912920"/>
                  <a:ext cx="14616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144B185A-916D-32F1-E73C-39D70BD3439B}"/>
                    </a:ext>
                  </a:extLst>
                </p14:cNvPr>
                <p14:cNvContentPartPr/>
                <p14:nvPr/>
              </p14:nvContentPartPr>
              <p14:xfrm>
                <a:off x="9048987" y="3908240"/>
                <a:ext cx="77760" cy="15048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144B185A-916D-32F1-E73C-39D70BD3439B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9042867" y="3902120"/>
                  <a:ext cx="9000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DE0AA941-41A9-130C-9B17-29A242C90F58}"/>
                    </a:ext>
                  </a:extLst>
                </p14:cNvPr>
                <p14:cNvContentPartPr/>
                <p14:nvPr/>
              </p14:nvContentPartPr>
              <p14:xfrm>
                <a:off x="9228987" y="3849200"/>
                <a:ext cx="76320" cy="20448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DE0AA941-41A9-130C-9B17-29A242C90F58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9222867" y="3843080"/>
                  <a:ext cx="8856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4B10D9E4-8BA7-2B55-B8B2-6901AF4340AE}"/>
                    </a:ext>
                  </a:extLst>
                </p14:cNvPr>
                <p14:cNvContentPartPr/>
                <p14:nvPr/>
              </p14:nvContentPartPr>
              <p14:xfrm>
                <a:off x="9276867" y="3843440"/>
                <a:ext cx="282240" cy="23472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4B10D9E4-8BA7-2B55-B8B2-6901AF4340AE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9270747" y="3837320"/>
                  <a:ext cx="29448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0465AEA1-7457-4495-8A2D-56A056E53D7B}"/>
                    </a:ext>
                  </a:extLst>
                </p14:cNvPr>
                <p14:cNvContentPartPr/>
                <p14:nvPr/>
              </p14:nvContentPartPr>
              <p14:xfrm>
                <a:off x="9576387" y="3906080"/>
                <a:ext cx="102960" cy="9612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0465AEA1-7457-4495-8A2D-56A056E53D7B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9570267" y="3899960"/>
                  <a:ext cx="115200" cy="10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9" name="Group 338">
            <a:extLst>
              <a:ext uri="{FF2B5EF4-FFF2-40B4-BE49-F238E27FC236}">
                <a16:creationId xmlns:a16="http://schemas.microsoft.com/office/drawing/2014/main" id="{ABB156CC-71AC-B213-6529-9C19144F8CD4}"/>
              </a:ext>
            </a:extLst>
          </p:cNvPr>
          <p:cNvGrpSpPr/>
          <p:nvPr/>
        </p:nvGrpSpPr>
        <p:grpSpPr>
          <a:xfrm>
            <a:off x="6297507" y="4490360"/>
            <a:ext cx="1274760" cy="338400"/>
            <a:chOff x="6297507" y="4490360"/>
            <a:chExt cx="1274760" cy="33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D56C9F8C-B4E2-DE35-4713-259CB0CC6EC3}"/>
                    </a:ext>
                  </a:extLst>
                </p14:cNvPr>
                <p14:cNvContentPartPr/>
                <p14:nvPr/>
              </p14:nvContentPartPr>
              <p14:xfrm>
                <a:off x="7540947" y="4605920"/>
                <a:ext cx="31320" cy="22284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D56C9F8C-B4E2-DE35-4713-259CB0CC6EC3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7534827" y="4599800"/>
                  <a:ext cx="435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0ACFAD0A-C7A3-0AE8-2711-481C19C42CB0}"/>
                    </a:ext>
                  </a:extLst>
                </p14:cNvPr>
                <p14:cNvContentPartPr/>
                <p14:nvPr/>
              </p14:nvContentPartPr>
              <p14:xfrm>
                <a:off x="6737787" y="4719320"/>
                <a:ext cx="739800" cy="10620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0ACFAD0A-C7A3-0AE8-2711-481C19C42CB0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6731667" y="4713200"/>
                  <a:ext cx="75204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06FFB8B9-DD13-644E-EE8E-1E51C36810E2}"/>
                    </a:ext>
                  </a:extLst>
                </p14:cNvPr>
                <p14:cNvContentPartPr/>
                <p14:nvPr/>
              </p14:nvContentPartPr>
              <p14:xfrm>
                <a:off x="6963867" y="4627160"/>
                <a:ext cx="29160" cy="1800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06FFB8B9-DD13-644E-EE8E-1E51C36810E2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6957747" y="4621040"/>
                  <a:ext cx="414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93E84FF6-CB4E-9678-878E-6E0E9349AB16}"/>
                    </a:ext>
                  </a:extLst>
                </p14:cNvPr>
                <p14:cNvContentPartPr/>
                <p14:nvPr/>
              </p14:nvContentPartPr>
              <p14:xfrm>
                <a:off x="7049547" y="4617800"/>
                <a:ext cx="40680" cy="1728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93E84FF6-CB4E-9678-878E-6E0E9349AB16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7043427" y="4611680"/>
                  <a:ext cx="529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D996E19B-6E40-6C26-EB7F-07B83970B8F2}"/>
                    </a:ext>
                  </a:extLst>
                </p14:cNvPr>
                <p14:cNvContentPartPr/>
                <p14:nvPr/>
              </p14:nvContentPartPr>
              <p14:xfrm>
                <a:off x="6608187" y="4753520"/>
                <a:ext cx="10080" cy="1656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D996E19B-6E40-6C26-EB7F-07B83970B8F2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6602067" y="4747400"/>
                  <a:ext cx="223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5448BD61-8154-A642-27BE-69019DACF143}"/>
                    </a:ext>
                  </a:extLst>
                </p14:cNvPr>
                <p14:cNvContentPartPr/>
                <p14:nvPr/>
              </p14:nvContentPartPr>
              <p14:xfrm>
                <a:off x="6490467" y="4677560"/>
                <a:ext cx="15480" cy="14112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5448BD61-8154-A642-27BE-69019DACF143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6484347" y="4671440"/>
                  <a:ext cx="2772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C4EC1EBC-D981-F331-6495-0275D03D1BCC}"/>
                    </a:ext>
                  </a:extLst>
                </p14:cNvPr>
                <p14:cNvContentPartPr/>
                <p14:nvPr/>
              </p14:nvContentPartPr>
              <p14:xfrm>
                <a:off x="6449427" y="4490360"/>
                <a:ext cx="265680" cy="11880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C4EC1EBC-D981-F331-6495-0275D03D1BCC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6443307" y="4484240"/>
                  <a:ext cx="27792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8A05C565-7A96-BA74-0B76-26AED6524C2B}"/>
                    </a:ext>
                  </a:extLst>
                </p14:cNvPr>
                <p14:cNvContentPartPr/>
                <p14:nvPr/>
              </p14:nvContentPartPr>
              <p14:xfrm>
                <a:off x="6297507" y="4563440"/>
                <a:ext cx="94320" cy="23544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8A05C565-7A96-BA74-0B76-26AED6524C2B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6291387" y="4557320"/>
                  <a:ext cx="106560" cy="24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1" name="Group 340">
            <a:extLst>
              <a:ext uri="{FF2B5EF4-FFF2-40B4-BE49-F238E27FC236}">
                <a16:creationId xmlns:a16="http://schemas.microsoft.com/office/drawing/2014/main" id="{28AA17BA-C482-C577-B544-07967AFCB92E}"/>
              </a:ext>
            </a:extLst>
          </p:cNvPr>
          <p:cNvGrpSpPr/>
          <p:nvPr/>
        </p:nvGrpSpPr>
        <p:grpSpPr>
          <a:xfrm>
            <a:off x="6224427" y="4901480"/>
            <a:ext cx="331560" cy="129960"/>
            <a:chOff x="6224427" y="4901480"/>
            <a:chExt cx="331560" cy="12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2451C320-6BA5-60A6-2281-B673001DD8AA}"/>
                    </a:ext>
                  </a:extLst>
                </p14:cNvPr>
                <p14:cNvContentPartPr/>
                <p14:nvPr/>
              </p14:nvContentPartPr>
              <p14:xfrm>
                <a:off x="6264027" y="4901480"/>
                <a:ext cx="10440" cy="2772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2451C320-6BA5-60A6-2281-B673001DD8AA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6257907" y="4895360"/>
                  <a:ext cx="226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840DBC15-886F-13F7-6BFC-AA4DEA7A0C00}"/>
                    </a:ext>
                  </a:extLst>
                </p14:cNvPr>
                <p14:cNvContentPartPr/>
                <p14:nvPr/>
              </p14:nvContentPartPr>
              <p14:xfrm>
                <a:off x="6319107" y="4914800"/>
                <a:ext cx="38160" cy="1512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840DBC15-886F-13F7-6BFC-AA4DEA7A0C00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6312987" y="4908680"/>
                  <a:ext cx="504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B29D5711-250E-4D71-871E-DD286ED638C2}"/>
                    </a:ext>
                  </a:extLst>
                </p14:cNvPr>
                <p14:cNvContentPartPr/>
                <p14:nvPr/>
              </p14:nvContentPartPr>
              <p14:xfrm>
                <a:off x="6224427" y="4990040"/>
                <a:ext cx="331560" cy="4140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B29D5711-250E-4D71-871E-DD286ED638C2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6218307" y="4983920"/>
                  <a:ext cx="343800" cy="53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86">
            <p14:nvContentPartPr>
              <p14:cNvPr id="342" name="Ink 341">
                <a:extLst>
                  <a:ext uri="{FF2B5EF4-FFF2-40B4-BE49-F238E27FC236}">
                    <a16:creationId xmlns:a16="http://schemas.microsoft.com/office/drawing/2014/main" id="{84365DF2-FD84-5EDD-68D2-52E8C4B75592}"/>
                  </a:ext>
                </a:extLst>
              </p14:cNvPr>
              <p14:cNvContentPartPr/>
              <p14:nvPr/>
            </p14:nvContentPartPr>
            <p14:xfrm>
              <a:off x="9867267" y="5393960"/>
              <a:ext cx="162720" cy="18360"/>
            </p14:xfrm>
          </p:contentPart>
        </mc:Choice>
        <mc:Fallback xmlns="">
          <p:pic>
            <p:nvPicPr>
              <p:cNvPr id="342" name="Ink 341">
                <a:extLst>
                  <a:ext uri="{FF2B5EF4-FFF2-40B4-BE49-F238E27FC236}">
                    <a16:creationId xmlns:a16="http://schemas.microsoft.com/office/drawing/2014/main" id="{84365DF2-FD84-5EDD-68D2-52E8C4B75592}"/>
                  </a:ext>
                </a:extLst>
              </p:cNvPr>
              <p:cNvPicPr/>
              <p:nvPr/>
            </p:nvPicPr>
            <p:blipFill>
              <a:blip r:embed="rId587"/>
              <a:stretch>
                <a:fillRect/>
              </a:stretch>
            </p:blipFill>
            <p:spPr>
              <a:xfrm>
                <a:off x="9861147" y="5387840"/>
                <a:ext cx="17496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8">
            <p14:nvContentPartPr>
              <p14:cNvPr id="343" name="Ink 342">
                <a:extLst>
                  <a:ext uri="{FF2B5EF4-FFF2-40B4-BE49-F238E27FC236}">
                    <a16:creationId xmlns:a16="http://schemas.microsoft.com/office/drawing/2014/main" id="{E0B224AE-3E21-4E5C-8B5A-FB314D33CED6}"/>
                  </a:ext>
                </a:extLst>
              </p14:cNvPr>
              <p14:cNvContentPartPr/>
              <p14:nvPr/>
            </p14:nvContentPartPr>
            <p14:xfrm>
              <a:off x="9594387" y="5216120"/>
              <a:ext cx="128160" cy="223920"/>
            </p14:xfrm>
          </p:contentPart>
        </mc:Choice>
        <mc:Fallback xmlns="">
          <p:pic>
            <p:nvPicPr>
              <p:cNvPr id="343" name="Ink 342">
                <a:extLst>
                  <a:ext uri="{FF2B5EF4-FFF2-40B4-BE49-F238E27FC236}">
                    <a16:creationId xmlns:a16="http://schemas.microsoft.com/office/drawing/2014/main" id="{E0B224AE-3E21-4E5C-8B5A-FB314D33CED6}"/>
                  </a:ext>
                </a:extLst>
              </p:cNvPr>
              <p:cNvPicPr/>
              <p:nvPr/>
            </p:nvPicPr>
            <p:blipFill>
              <a:blip r:embed="rId589"/>
              <a:stretch>
                <a:fillRect/>
              </a:stretch>
            </p:blipFill>
            <p:spPr>
              <a:xfrm>
                <a:off x="9588267" y="5210000"/>
                <a:ext cx="140400" cy="236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52" name="Group 351">
            <a:extLst>
              <a:ext uri="{FF2B5EF4-FFF2-40B4-BE49-F238E27FC236}">
                <a16:creationId xmlns:a16="http://schemas.microsoft.com/office/drawing/2014/main" id="{C640249C-0452-3FD0-78BD-5B03A801DB1D}"/>
              </a:ext>
            </a:extLst>
          </p:cNvPr>
          <p:cNvGrpSpPr/>
          <p:nvPr/>
        </p:nvGrpSpPr>
        <p:grpSpPr>
          <a:xfrm>
            <a:off x="9318627" y="5141600"/>
            <a:ext cx="72360" cy="114120"/>
            <a:chOff x="9318627" y="5141600"/>
            <a:chExt cx="72360" cy="11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9BFFC860-8944-FDC3-F129-9229F580AFD6}"/>
                    </a:ext>
                  </a:extLst>
                </p14:cNvPr>
                <p14:cNvContentPartPr/>
                <p14:nvPr/>
              </p14:nvContentPartPr>
              <p14:xfrm>
                <a:off x="9318627" y="5210720"/>
                <a:ext cx="33120" cy="4500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9BFFC860-8944-FDC3-F129-9229F580AFD6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9312507" y="5204600"/>
                  <a:ext cx="4536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9554F955-38E3-95F1-BEFF-AA80951DABBF}"/>
                    </a:ext>
                  </a:extLst>
                </p14:cNvPr>
                <p14:cNvContentPartPr/>
                <p14:nvPr/>
              </p14:nvContentPartPr>
              <p14:xfrm>
                <a:off x="9376227" y="5212880"/>
                <a:ext cx="14760" cy="3312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9554F955-38E3-95F1-BEFF-AA80951DABBF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9370107" y="5206760"/>
                  <a:ext cx="270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8038CB52-81C0-06CD-542F-789E60E6659B}"/>
                    </a:ext>
                  </a:extLst>
                </p14:cNvPr>
                <p14:cNvContentPartPr/>
                <p14:nvPr/>
              </p14:nvContentPartPr>
              <p14:xfrm>
                <a:off x="9355347" y="5141600"/>
                <a:ext cx="7920" cy="3708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8038CB52-81C0-06CD-542F-789E60E6659B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9349227" y="5135480"/>
                  <a:ext cx="20160" cy="4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1" name="Group 350">
            <a:extLst>
              <a:ext uri="{FF2B5EF4-FFF2-40B4-BE49-F238E27FC236}">
                <a16:creationId xmlns:a16="http://schemas.microsoft.com/office/drawing/2014/main" id="{17F25096-61F2-3DB6-3AC4-C4AECD3F6948}"/>
              </a:ext>
            </a:extLst>
          </p:cNvPr>
          <p:cNvGrpSpPr/>
          <p:nvPr/>
        </p:nvGrpSpPr>
        <p:grpSpPr>
          <a:xfrm>
            <a:off x="9001107" y="5351120"/>
            <a:ext cx="466920" cy="356760"/>
            <a:chOff x="9001107" y="5351120"/>
            <a:chExt cx="466920" cy="35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C9A14F24-BAF6-359F-2AE9-CA162C52C9CE}"/>
                    </a:ext>
                  </a:extLst>
                </p14:cNvPr>
                <p14:cNvContentPartPr/>
                <p14:nvPr/>
              </p14:nvContentPartPr>
              <p14:xfrm>
                <a:off x="9001107" y="5351120"/>
                <a:ext cx="466920" cy="35676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C9A14F24-BAF6-359F-2AE9-CA162C52C9CE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8994987" y="5345000"/>
                  <a:ext cx="47916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DA47A9E4-0FF0-B82F-89B0-B1CF22843B1B}"/>
                    </a:ext>
                  </a:extLst>
                </p14:cNvPr>
                <p14:cNvContentPartPr/>
                <p14:nvPr/>
              </p14:nvContentPartPr>
              <p14:xfrm>
                <a:off x="9223587" y="5472080"/>
                <a:ext cx="56520" cy="2808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DA47A9E4-0FF0-B82F-89B0-B1CF22843B1B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9217467" y="5465960"/>
                  <a:ext cx="687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91DA3A63-5417-75B4-CE02-E3BB9C8E7643}"/>
                    </a:ext>
                  </a:extLst>
                </p14:cNvPr>
                <p14:cNvContentPartPr/>
                <p14:nvPr/>
              </p14:nvContentPartPr>
              <p14:xfrm>
                <a:off x="9298827" y="5455880"/>
                <a:ext cx="2160" cy="756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91DA3A63-5417-75B4-CE02-E3BB9C8E7643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9292707" y="5449760"/>
                  <a:ext cx="14400" cy="19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02">
            <p14:nvContentPartPr>
              <p14:cNvPr id="350" name="Ink 349">
                <a:extLst>
                  <a:ext uri="{FF2B5EF4-FFF2-40B4-BE49-F238E27FC236}">
                    <a16:creationId xmlns:a16="http://schemas.microsoft.com/office/drawing/2014/main" id="{2A8E33D0-2CB5-6BD0-F95D-D45315A3AA6E}"/>
                  </a:ext>
                </a:extLst>
              </p14:cNvPr>
              <p14:cNvContentPartPr/>
              <p14:nvPr/>
            </p14:nvContentPartPr>
            <p14:xfrm>
              <a:off x="9141507" y="5234480"/>
              <a:ext cx="11520" cy="16200"/>
            </p14:xfrm>
          </p:contentPart>
        </mc:Choice>
        <mc:Fallback xmlns="">
          <p:pic>
            <p:nvPicPr>
              <p:cNvPr id="350" name="Ink 349">
                <a:extLst>
                  <a:ext uri="{FF2B5EF4-FFF2-40B4-BE49-F238E27FC236}">
                    <a16:creationId xmlns:a16="http://schemas.microsoft.com/office/drawing/2014/main" id="{2A8E33D0-2CB5-6BD0-F95D-D45315A3AA6E}"/>
                  </a:ext>
                </a:extLst>
              </p:cNvPr>
              <p:cNvPicPr/>
              <p:nvPr/>
            </p:nvPicPr>
            <p:blipFill>
              <a:blip r:embed="rId603"/>
              <a:stretch>
                <a:fillRect/>
              </a:stretch>
            </p:blipFill>
            <p:spPr>
              <a:xfrm>
                <a:off x="9135387" y="5228360"/>
                <a:ext cx="2376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4">
            <p14:nvContentPartPr>
              <p14:cNvPr id="353" name="Ink 352">
                <a:extLst>
                  <a:ext uri="{FF2B5EF4-FFF2-40B4-BE49-F238E27FC236}">
                    <a16:creationId xmlns:a16="http://schemas.microsoft.com/office/drawing/2014/main" id="{9617E402-160D-3394-B724-1AC95808AAAE}"/>
                  </a:ext>
                </a:extLst>
              </p14:cNvPr>
              <p14:cNvContentPartPr/>
              <p14:nvPr/>
            </p14:nvContentPartPr>
            <p14:xfrm>
              <a:off x="8039547" y="5295320"/>
              <a:ext cx="816840" cy="308880"/>
            </p14:xfrm>
          </p:contentPart>
        </mc:Choice>
        <mc:Fallback xmlns="">
          <p:pic>
            <p:nvPicPr>
              <p:cNvPr id="353" name="Ink 352">
                <a:extLst>
                  <a:ext uri="{FF2B5EF4-FFF2-40B4-BE49-F238E27FC236}">
                    <a16:creationId xmlns:a16="http://schemas.microsoft.com/office/drawing/2014/main" id="{9617E402-160D-3394-B724-1AC95808AAAE}"/>
                  </a:ext>
                </a:extLst>
              </p:cNvPr>
              <p:cNvPicPr/>
              <p:nvPr/>
            </p:nvPicPr>
            <p:blipFill>
              <a:blip r:embed="rId605"/>
              <a:stretch>
                <a:fillRect/>
              </a:stretch>
            </p:blipFill>
            <p:spPr>
              <a:xfrm>
                <a:off x="8033427" y="5289200"/>
                <a:ext cx="829080" cy="32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6">
            <p14:nvContentPartPr>
              <p14:cNvPr id="354" name="Ink 353">
                <a:extLst>
                  <a:ext uri="{FF2B5EF4-FFF2-40B4-BE49-F238E27FC236}">
                    <a16:creationId xmlns:a16="http://schemas.microsoft.com/office/drawing/2014/main" id="{5B720614-3EA6-A66B-9984-4F2478E4DB74}"/>
                  </a:ext>
                </a:extLst>
              </p14:cNvPr>
              <p14:cNvContentPartPr/>
              <p14:nvPr/>
            </p14:nvContentPartPr>
            <p14:xfrm>
              <a:off x="8745147" y="5505560"/>
              <a:ext cx="3600" cy="9360"/>
            </p14:xfrm>
          </p:contentPart>
        </mc:Choice>
        <mc:Fallback xmlns="">
          <p:pic>
            <p:nvPicPr>
              <p:cNvPr id="354" name="Ink 353">
                <a:extLst>
                  <a:ext uri="{FF2B5EF4-FFF2-40B4-BE49-F238E27FC236}">
                    <a16:creationId xmlns:a16="http://schemas.microsoft.com/office/drawing/2014/main" id="{5B720614-3EA6-A66B-9984-4F2478E4DB74}"/>
                  </a:ext>
                </a:extLst>
              </p:cNvPr>
              <p:cNvPicPr/>
              <p:nvPr/>
            </p:nvPicPr>
            <p:blipFill>
              <a:blip r:embed="rId607"/>
              <a:stretch>
                <a:fillRect/>
              </a:stretch>
            </p:blipFill>
            <p:spPr>
              <a:xfrm>
                <a:off x="8739027" y="5499440"/>
                <a:ext cx="1584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8">
            <p14:nvContentPartPr>
              <p14:cNvPr id="355" name="Ink 354">
                <a:extLst>
                  <a:ext uri="{FF2B5EF4-FFF2-40B4-BE49-F238E27FC236}">
                    <a16:creationId xmlns:a16="http://schemas.microsoft.com/office/drawing/2014/main" id="{A4B591F6-B6D3-34F0-B5CF-B563E384CC0B}"/>
                  </a:ext>
                </a:extLst>
              </p14:cNvPr>
              <p14:cNvContentPartPr/>
              <p14:nvPr/>
            </p14:nvContentPartPr>
            <p14:xfrm>
              <a:off x="8736867" y="5184800"/>
              <a:ext cx="14760" cy="20160"/>
            </p14:xfrm>
          </p:contentPart>
        </mc:Choice>
        <mc:Fallback xmlns="">
          <p:pic>
            <p:nvPicPr>
              <p:cNvPr id="355" name="Ink 354">
                <a:extLst>
                  <a:ext uri="{FF2B5EF4-FFF2-40B4-BE49-F238E27FC236}">
                    <a16:creationId xmlns:a16="http://schemas.microsoft.com/office/drawing/2014/main" id="{A4B591F6-B6D3-34F0-B5CF-B563E384CC0B}"/>
                  </a:ext>
                </a:extLst>
              </p:cNvPr>
              <p:cNvPicPr/>
              <p:nvPr/>
            </p:nvPicPr>
            <p:blipFill>
              <a:blip r:embed="rId609"/>
              <a:stretch>
                <a:fillRect/>
              </a:stretch>
            </p:blipFill>
            <p:spPr>
              <a:xfrm>
                <a:off x="8730747" y="5178680"/>
                <a:ext cx="27000" cy="3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0">
            <p14:nvContentPartPr>
              <p14:cNvPr id="356" name="Ink 355">
                <a:extLst>
                  <a:ext uri="{FF2B5EF4-FFF2-40B4-BE49-F238E27FC236}">
                    <a16:creationId xmlns:a16="http://schemas.microsoft.com/office/drawing/2014/main" id="{1203D2C6-E9DE-7FC4-3A4E-F997DD91337D}"/>
                  </a:ext>
                </a:extLst>
              </p14:cNvPr>
              <p14:cNvContentPartPr/>
              <p14:nvPr/>
            </p14:nvContentPartPr>
            <p14:xfrm>
              <a:off x="8619867" y="5225120"/>
              <a:ext cx="23040" cy="23760"/>
            </p14:xfrm>
          </p:contentPart>
        </mc:Choice>
        <mc:Fallback xmlns="">
          <p:pic>
            <p:nvPicPr>
              <p:cNvPr id="356" name="Ink 355">
                <a:extLst>
                  <a:ext uri="{FF2B5EF4-FFF2-40B4-BE49-F238E27FC236}">
                    <a16:creationId xmlns:a16="http://schemas.microsoft.com/office/drawing/2014/main" id="{1203D2C6-E9DE-7FC4-3A4E-F997DD91337D}"/>
                  </a:ext>
                </a:extLst>
              </p:cNvPr>
              <p:cNvPicPr/>
              <p:nvPr/>
            </p:nvPicPr>
            <p:blipFill>
              <a:blip r:embed="rId611"/>
              <a:stretch>
                <a:fillRect/>
              </a:stretch>
            </p:blipFill>
            <p:spPr>
              <a:xfrm>
                <a:off x="8613747" y="5219000"/>
                <a:ext cx="352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2">
            <p14:nvContentPartPr>
              <p14:cNvPr id="357" name="Ink 356">
                <a:extLst>
                  <a:ext uri="{FF2B5EF4-FFF2-40B4-BE49-F238E27FC236}">
                    <a16:creationId xmlns:a16="http://schemas.microsoft.com/office/drawing/2014/main" id="{AC685F97-E466-3203-AD0E-EC7DDEFEC632}"/>
                  </a:ext>
                </a:extLst>
              </p14:cNvPr>
              <p14:cNvContentPartPr/>
              <p14:nvPr/>
            </p14:nvContentPartPr>
            <p14:xfrm>
              <a:off x="8347707" y="5279840"/>
              <a:ext cx="92160" cy="33120"/>
            </p14:xfrm>
          </p:contentPart>
        </mc:Choice>
        <mc:Fallback xmlns="">
          <p:pic>
            <p:nvPicPr>
              <p:cNvPr id="357" name="Ink 356">
                <a:extLst>
                  <a:ext uri="{FF2B5EF4-FFF2-40B4-BE49-F238E27FC236}">
                    <a16:creationId xmlns:a16="http://schemas.microsoft.com/office/drawing/2014/main" id="{AC685F97-E466-3203-AD0E-EC7DDEFEC632}"/>
                  </a:ext>
                </a:extLst>
              </p:cNvPr>
              <p:cNvPicPr/>
              <p:nvPr/>
            </p:nvPicPr>
            <p:blipFill>
              <a:blip r:embed="rId613"/>
              <a:stretch>
                <a:fillRect/>
              </a:stretch>
            </p:blipFill>
            <p:spPr>
              <a:xfrm>
                <a:off x="8341587" y="5273720"/>
                <a:ext cx="10440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4">
            <p14:nvContentPartPr>
              <p14:cNvPr id="358" name="Ink 357">
                <a:extLst>
                  <a:ext uri="{FF2B5EF4-FFF2-40B4-BE49-F238E27FC236}">
                    <a16:creationId xmlns:a16="http://schemas.microsoft.com/office/drawing/2014/main" id="{6056A496-F42B-9C8A-595C-7EF0E36D28D8}"/>
                  </a:ext>
                </a:extLst>
              </p14:cNvPr>
              <p14:cNvContentPartPr/>
              <p14:nvPr/>
            </p14:nvContentPartPr>
            <p14:xfrm>
              <a:off x="8377587" y="5221520"/>
              <a:ext cx="5760" cy="20160"/>
            </p14:xfrm>
          </p:contentPart>
        </mc:Choice>
        <mc:Fallback xmlns="">
          <p:pic>
            <p:nvPicPr>
              <p:cNvPr id="358" name="Ink 357">
                <a:extLst>
                  <a:ext uri="{FF2B5EF4-FFF2-40B4-BE49-F238E27FC236}">
                    <a16:creationId xmlns:a16="http://schemas.microsoft.com/office/drawing/2014/main" id="{6056A496-F42B-9C8A-595C-7EF0E36D28D8}"/>
                  </a:ext>
                </a:extLst>
              </p:cNvPr>
              <p:cNvPicPr/>
              <p:nvPr/>
            </p:nvPicPr>
            <p:blipFill>
              <a:blip r:embed="rId615"/>
              <a:stretch>
                <a:fillRect/>
              </a:stretch>
            </p:blipFill>
            <p:spPr>
              <a:xfrm>
                <a:off x="8371467" y="5215400"/>
                <a:ext cx="18000" cy="32400"/>
              </a:xfrm>
              <a:prstGeom prst="rect">
                <a:avLst/>
              </a:prstGeom>
            </p:spPr>
          </p:pic>
        </mc:Fallback>
      </mc:AlternateContent>
      <p:grpSp>
        <p:nvGrpSpPr>
          <p:cNvPr id="369" name="Group 368">
            <a:extLst>
              <a:ext uri="{FF2B5EF4-FFF2-40B4-BE49-F238E27FC236}">
                <a16:creationId xmlns:a16="http://schemas.microsoft.com/office/drawing/2014/main" id="{07F5D881-DCA2-63E3-2FB0-A7651664F2FC}"/>
              </a:ext>
            </a:extLst>
          </p:cNvPr>
          <p:cNvGrpSpPr/>
          <p:nvPr/>
        </p:nvGrpSpPr>
        <p:grpSpPr>
          <a:xfrm>
            <a:off x="7027947" y="5237720"/>
            <a:ext cx="889200" cy="387720"/>
            <a:chOff x="7027947" y="5237720"/>
            <a:chExt cx="889200" cy="38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27425902-F10D-B562-CCB8-0E2C341B466E}"/>
                    </a:ext>
                  </a:extLst>
                </p14:cNvPr>
                <p14:cNvContentPartPr/>
                <p14:nvPr/>
              </p14:nvContentPartPr>
              <p14:xfrm>
                <a:off x="7523667" y="5347520"/>
                <a:ext cx="393480" cy="27792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27425902-F10D-B562-CCB8-0E2C341B466E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7517547" y="5341400"/>
                  <a:ext cx="40572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30294F7E-A70A-6A9C-A59E-D8C4F7A1469E}"/>
                    </a:ext>
                  </a:extLst>
                </p14:cNvPr>
                <p14:cNvContentPartPr/>
                <p14:nvPr/>
              </p14:nvContentPartPr>
              <p14:xfrm>
                <a:off x="7792587" y="5267600"/>
                <a:ext cx="15120" cy="1152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30294F7E-A70A-6A9C-A59E-D8C4F7A1469E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7786467" y="5261480"/>
                  <a:ext cx="273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0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311663DE-1864-0122-DEE3-A627CE260882}"/>
                    </a:ext>
                  </a:extLst>
                </p14:cNvPr>
                <p14:cNvContentPartPr/>
                <p14:nvPr/>
              </p14:nvContentPartPr>
              <p14:xfrm>
                <a:off x="7849467" y="5261120"/>
                <a:ext cx="27360" cy="1368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311663DE-1864-0122-DEE3-A627CE260882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7843347" y="5255000"/>
                  <a:ext cx="3960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708391DA-1E50-508E-954A-337645997C61}"/>
                    </a:ext>
                  </a:extLst>
                </p14:cNvPr>
                <p14:cNvContentPartPr/>
                <p14:nvPr/>
              </p14:nvContentPartPr>
              <p14:xfrm>
                <a:off x="7725627" y="5534000"/>
                <a:ext cx="28800" cy="1944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708391DA-1E50-508E-954A-337645997C61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7719507" y="5527880"/>
                  <a:ext cx="410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4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D1A2B62F-D7FA-2CE6-BA0D-E111F2C152BC}"/>
                    </a:ext>
                  </a:extLst>
                </p14:cNvPr>
                <p14:cNvContentPartPr/>
                <p14:nvPr/>
              </p14:nvContentPartPr>
              <p14:xfrm>
                <a:off x="7805547" y="5530040"/>
                <a:ext cx="25200" cy="684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D1A2B62F-D7FA-2CE6-BA0D-E111F2C152BC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7799427" y="5523920"/>
                  <a:ext cx="3744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6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82371306-3255-8962-8DA8-462CAA262BED}"/>
                    </a:ext>
                  </a:extLst>
                </p14:cNvPr>
                <p14:cNvContentPartPr/>
                <p14:nvPr/>
              </p14:nvContentPartPr>
              <p14:xfrm>
                <a:off x="7632747" y="5237720"/>
                <a:ext cx="74880" cy="5400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82371306-3255-8962-8DA8-462CAA262BED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7626627" y="5231600"/>
                  <a:ext cx="8712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8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63AE2E31-CFC3-DCE2-27DA-E64C81ADE829}"/>
                    </a:ext>
                  </a:extLst>
                </p14:cNvPr>
                <p14:cNvContentPartPr/>
                <p14:nvPr/>
              </p14:nvContentPartPr>
              <p14:xfrm>
                <a:off x="7119027" y="5372360"/>
                <a:ext cx="468720" cy="23472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63AE2E31-CFC3-DCE2-27DA-E64C81ADE829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7112907" y="5366240"/>
                  <a:ext cx="48096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0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8E4E8659-3BB0-CD68-DF00-266CCBE97F04}"/>
                    </a:ext>
                  </a:extLst>
                </p14:cNvPr>
                <p14:cNvContentPartPr/>
                <p14:nvPr/>
              </p14:nvContentPartPr>
              <p14:xfrm>
                <a:off x="7027947" y="5416640"/>
                <a:ext cx="22680" cy="3276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8E4E8659-3BB0-CD68-DF00-266CCBE97F04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7021827" y="5410520"/>
                  <a:ext cx="34920" cy="4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0" name="Group 379">
            <a:extLst>
              <a:ext uri="{FF2B5EF4-FFF2-40B4-BE49-F238E27FC236}">
                <a16:creationId xmlns:a16="http://schemas.microsoft.com/office/drawing/2014/main" id="{23B404F9-F905-3B64-413F-06A4080BFD5F}"/>
              </a:ext>
            </a:extLst>
          </p:cNvPr>
          <p:cNvGrpSpPr/>
          <p:nvPr/>
        </p:nvGrpSpPr>
        <p:grpSpPr>
          <a:xfrm>
            <a:off x="5288067" y="5360120"/>
            <a:ext cx="1506240" cy="381600"/>
            <a:chOff x="5288067" y="5360120"/>
            <a:chExt cx="1506240" cy="38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2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6252D668-9B13-582C-239A-60D5B6552B13}"/>
                    </a:ext>
                  </a:extLst>
                </p14:cNvPr>
                <p14:cNvContentPartPr/>
                <p14:nvPr/>
              </p14:nvContentPartPr>
              <p14:xfrm>
                <a:off x="6670827" y="5403320"/>
                <a:ext cx="123480" cy="14580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6252D668-9B13-582C-239A-60D5B6552B13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6664707" y="5397200"/>
                  <a:ext cx="13572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4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B9795CD5-8847-39AB-59E2-116AA8181228}"/>
                    </a:ext>
                  </a:extLst>
                </p14:cNvPr>
                <p14:cNvContentPartPr/>
                <p14:nvPr/>
              </p14:nvContentPartPr>
              <p14:xfrm>
                <a:off x="6345747" y="5418440"/>
                <a:ext cx="253800" cy="27792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B9795CD5-8847-39AB-59E2-116AA8181228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6339627" y="5412320"/>
                  <a:ext cx="26604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6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3A995EF0-130B-118D-8E5D-56800A2AA90B}"/>
                    </a:ext>
                  </a:extLst>
                </p14:cNvPr>
                <p14:cNvContentPartPr/>
                <p14:nvPr/>
              </p14:nvContentPartPr>
              <p14:xfrm>
                <a:off x="6487227" y="5603840"/>
                <a:ext cx="9360" cy="3240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3A995EF0-130B-118D-8E5D-56800A2AA90B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6481107" y="5597720"/>
                  <a:ext cx="216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8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25B48B10-B24D-AEA9-5FE7-90E5FAC030FB}"/>
                    </a:ext>
                  </a:extLst>
                </p14:cNvPr>
                <p14:cNvContentPartPr/>
                <p14:nvPr/>
              </p14:nvContentPartPr>
              <p14:xfrm>
                <a:off x="6546627" y="5612840"/>
                <a:ext cx="24120" cy="1656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25B48B10-B24D-AEA9-5FE7-90E5FAC030FB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6540507" y="5606720"/>
                  <a:ext cx="363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0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D6A231E6-EE4C-75F4-0E84-57469C051FD0}"/>
                    </a:ext>
                  </a:extLst>
                </p14:cNvPr>
                <p14:cNvContentPartPr/>
                <p14:nvPr/>
              </p14:nvContentPartPr>
              <p14:xfrm>
                <a:off x="6188787" y="5444720"/>
                <a:ext cx="176400" cy="17388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D6A231E6-EE4C-75F4-0E84-57469C051FD0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6182667" y="5438600"/>
                  <a:ext cx="18864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2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BFAAA83E-C269-5CCA-F210-CAB6F0EE052C}"/>
                    </a:ext>
                  </a:extLst>
                </p14:cNvPr>
                <p14:cNvContentPartPr/>
                <p14:nvPr/>
              </p14:nvContentPartPr>
              <p14:xfrm>
                <a:off x="6028947" y="5514200"/>
                <a:ext cx="200520" cy="14364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BFAAA83E-C269-5CCA-F210-CAB6F0EE052C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6022827" y="5508080"/>
                  <a:ext cx="21276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4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649D106B-67CB-4E52-2196-D663DE69ADFF}"/>
                    </a:ext>
                  </a:extLst>
                </p14:cNvPr>
                <p14:cNvContentPartPr/>
                <p14:nvPr/>
              </p14:nvContentPartPr>
              <p14:xfrm>
                <a:off x="6223707" y="5381720"/>
                <a:ext cx="9720" cy="612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649D106B-67CB-4E52-2196-D663DE69ADFF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6217587" y="5375600"/>
                  <a:ext cx="2196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6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4E07F70C-3635-2BDC-4BAC-1D4EC1169A47}"/>
                    </a:ext>
                  </a:extLst>
                </p14:cNvPr>
                <p14:cNvContentPartPr/>
                <p14:nvPr/>
              </p14:nvContentPartPr>
              <p14:xfrm>
                <a:off x="6226587" y="5360120"/>
                <a:ext cx="14400" cy="1512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4E07F70C-3635-2BDC-4BAC-1D4EC1169A47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6220467" y="5354000"/>
                  <a:ext cx="266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8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ED215424-4B4E-F0E9-78E4-F9087A1439C7}"/>
                    </a:ext>
                  </a:extLst>
                </p14:cNvPr>
                <p14:cNvContentPartPr/>
                <p14:nvPr/>
              </p14:nvContentPartPr>
              <p14:xfrm>
                <a:off x="5288067" y="5427800"/>
                <a:ext cx="796320" cy="31392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ED215424-4B4E-F0E9-78E4-F9087A1439C7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5281947" y="5421680"/>
                  <a:ext cx="808560" cy="32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3" name="Group 402">
            <a:extLst>
              <a:ext uri="{FF2B5EF4-FFF2-40B4-BE49-F238E27FC236}">
                <a16:creationId xmlns:a16="http://schemas.microsoft.com/office/drawing/2014/main" id="{A3836501-4407-D6C9-EEBF-F223CF3B0D89}"/>
              </a:ext>
            </a:extLst>
          </p:cNvPr>
          <p:cNvGrpSpPr/>
          <p:nvPr/>
        </p:nvGrpSpPr>
        <p:grpSpPr>
          <a:xfrm>
            <a:off x="2502387" y="29240"/>
            <a:ext cx="1897560" cy="543960"/>
            <a:chOff x="2502387" y="29240"/>
            <a:chExt cx="1897560" cy="54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0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69FD3C9E-A997-E08D-6047-655708E9AE33}"/>
                    </a:ext>
                  </a:extLst>
                </p14:cNvPr>
                <p14:cNvContentPartPr/>
                <p14:nvPr/>
              </p14:nvContentPartPr>
              <p14:xfrm>
                <a:off x="4352067" y="175040"/>
                <a:ext cx="23400" cy="18072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69FD3C9E-A997-E08D-6047-655708E9AE33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4345947" y="168920"/>
                  <a:ext cx="3564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2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878094D8-7D2D-FE16-B2F0-6ED09DDDCB18}"/>
                    </a:ext>
                  </a:extLst>
                </p14:cNvPr>
                <p14:cNvContentPartPr/>
                <p14:nvPr/>
              </p14:nvContentPartPr>
              <p14:xfrm>
                <a:off x="4171347" y="285920"/>
                <a:ext cx="93600" cy="12888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878094D8-7D2D-FE16-B2F0-6ED09DDDCB18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4165227" y="279800"/>
                  <a:ext cx="1058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4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182F37ED-00C8-5244-D3A0-673A60916AED}"/>
                    </a:ext>
                  </a:extLst>
                </p14:cNvPr>
                <p14:cNvContentPartPr/>
                <p14:nvPr/>
              </p14:nvContentPartPr>
              <p14:xfrm>
                <a:off x="4010427" y="226520"/>
                <a:ext cx="176760" cy="22032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182F37ED-00C8-5244-D3A0-673A60916AED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4004307" y="220400"/>
                  <a:ext cx="18900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6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2F0D7C03-97CD-1310-B616-79883F9A3FB4}"/>
                    </a:ext>
                  </a:extLst>
                </p14:cNvPr>
                <p14:cNvContentPartPr/>
                <p14:nvPr/>
              </p14:nvContentPartPr>
              <p14:xfrm>
                <a:off x="3926907" y="258200"/>
                <a:ext cx="15480" cy="11160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2F0D7C03-97CD-1310-B616-79883F9A3FB4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3920787" y="252080"/>
                  <a:ext cx="2772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8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242C51BF-F32E-9EFB-5397-C972FC45D91E}"/>
                    </a:ext>
                  </a:extLst>
                </p14:cNvPr>
                <p14:cNvContentPartPr/>
                <p14:nvPr/>
              </p14:nvContentPartPr>
              <p14:xfrm>
                <a:off x="3876867" y="61640"/>
                <a:ext cx="201960" cy="11880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242C51BF-F32E-9EFB-5397-C972FC45D91E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3870747" y="55520"/>
                  <a:ext cx="21420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0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AD2FAB8B-9367-1989-CD8F-000A3606E996}"/>
                    </a:ext>
                  </a:extLst>
                </p14:cNvPr>
                <p14:cNvContentPartPr/>
                <p14:nvPr/>
              </p14:nvContentPartPr>
              <p14:xfrm>
                <a:off x="3653307" y="220400"/>
                <a:ext cx="172440" cy="20988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AD2FAB8B-9367-1989-CD8F-000A3606E996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3647187" y="214280"/>
                  <a:ext cx="18468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2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1113019B-020C-FEA0-BA03-D7EB0F47B524}"/>
                    </a:ext>
                  </a:extLst>
                </p14:cNvPr>
                <p14:cNvContentPartPr/>
                <p14:nvPr/>
              </p14:nvContentPartPr>
              <p14:xfrm>
                <a:off x="3711267" y="308960"/>
                <a:ext cx="11880" cy="1080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1113019B-020C-FEA0-BA03-D7EB0F47B524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3705147" y="302840"/>
                  <a:ext cx="241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4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6B52CE51-E8A7-FD7D-DA28-C6560DB39034}"/>
                    </a:ext>
                  </a:extLst>
                </p14:cNvPr>
                <p14:cNvContentPartPr/>
                <p14:nvPr/>
              </p14:nvContentPartPr>
              <p14:xfrm>
                <a:off x="3082347" y="337760"/>
                <a:ext cx="484920" cy="64080"/>
              </p14:xfrm>
            </p:contentPart>
          </mc:Choice>
          <mc:Fallback xmlns=""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6B52CE51-E8A7-FD7D-DA28-C6560DB39034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3076227" y="331640"/>
                  <a:ext cx="49716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6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710CA66C-61E2-1C04-9D01-09E35B052686}"/>
                    </a:ext>
                  </a:extLst>
                </p14:cNvPr>
                <p14:cNvContentPartPr/>
                <p14:nvPr/>
              </p14:nvContentPartPr>
              <p14:xfrm>
                <a:off x="3033747" y="318320"/>
                <a:ext cx="127080" cy="138960"/>
              </p14:xfrm>
            </p:contentPart>
          </mc:Choice>
          <mc:Fallback xmlns=""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710CA66C-61E2-1C04-9D01-09E35B052686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3027627" y="312200"/>
                  <a:ext cx="13932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8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E317EC9B-6754-5852-3521-3E40BF23EE61}"/>
                    </a:ext>
                  </a:extLst>
                </p14:cNvPr>
                <p14:cNvContentPartPr/>
                <p14:nvPr/>
              </p14:nvContentPartPr>
              <p14:xfrm>
                <a:off x="3225267" y="106280"/>
                <a:ext cx="16920" cy="137160"/>
              </p14:xfrm>
            </p:contentPart>
          </mc:Choice>
          <mc:Fallback xmlns=""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E317EC9B-6754-5852-3521-3E40BF23EE61}"/>
                    </a:ext>
                  </a:extLst>
                </p:cNvPr>
                <p:cNvPicPr/>
                <p:nvPr/>
              </p:nvPicPr>
              <p:blipFill>
                <a:blip r:embed="rId669"/>
                <a:stretch>
                  <a:fillRect/>
                </a:stretch>
              </p:blipFill>
              <p:spPr>
                <a:xfrm>
                  <a:off x="3219147" y="100160"/>
                  <a:ext cx="2916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0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0A807880-D083-F98D-C47F-A36325093FAE}"/>
                    </a:ext>
                  </a:extLst>
                </p14:cNvPr>
                <p14:cNvContentPartPr/>
                <p14:nvPr/>
              </p14:nvContentPartPr>
              <p14:xfrm>
                <a:off x="3304467" y="29240"/>
                <a:ext cx="212760" cy="289080"/>
              </p14:xfrm>
            </p:contentPart>
          </mc:Choice>
          <mc:Fallback xmlns=""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0A807880-D083-F98D-C47F-A36325093FAE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3298347" y="23120"/>
                  <a:ext cx="22500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2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EABA9685-67A1-E480-DB97-130CD92CE8DD}"/>
                    </a:ext>
                  </a:extLst>
                </p14:cNvPr>
                <p14:cNvContentPartPr/>
                <p14:nvPr/>
              </p14:nvContentPartPr>
              <p14:xfrm>
                <a:off x="3439827" y="152720"/>
                <a:ext cx="128520" cy="14760"/>
              </p14:xfrm>
            </p:contentPart>
          </mc:Choice>
          <mc:Fallback xmlns=""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EABA9685-67A1-E480-DB97-130CD92CE8DD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3433707" y="146600"/>
                  <a:ext cx="14076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4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25C80BE4-6F5D-DE29-011B-873B7C2A6897}"/>
                    </a:ext>
                  </a:extLst>
                </p14:cNvPr>
                <p14:cNvContentPartPr/>
                <p14:nvPr/>
              </p14:nvContentPartPr>
              <p14:xfrm>
                <a:off x="2869947" y="179360"/>
                <a:ext cx="16200" cy="22536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25C80BE4-6F5D-DE29-011B-873B7C2A6897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2863827" y="173240"/>
                  <a:ext cx="2844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6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C07E1E00-4E1E-50D4-39EB-EEBFE8BAAF07}"/>
                    </a:ext>
                  </a:extLst>
                </p14:cNvPr>
                <p14:cNvContentPartPr/>
                <p14:nvPr/>
              </p14:nvContentPartPr>
              <p14:xfrm>
                <a:off x="2688507" y="279440"/>
                <a:ext cx="146880" cy="15516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C07E1E00-4E1E-50D4-39EB-EEBFE8BAAF07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2682387" y="273320"/>
                  <a:ext cx="1591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8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F30A67ED-8432-FC2E-EBCD-2436013CAE55}"/>
                    </a:ext>
                  </a:extLst>
                </p14:cNvPr>
                <p14:cNvContentPartPr/>
                <p14:nvPr/>
              </p14:nvContentPartPr>
              <p14:xfrm>
                <a:off x="2502387" y="178640"/>
                <a:ext cx="204840" cy="255240"/>
              </p14:xfrm>
            </p:contentPart>
          </mc:Choice>
          <mc:Fallback xmlns=""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F30A67ED-8432-FC2E-EBCD-2436013CAE55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2496267" y="172520"/>
                  <a:ext cx="21708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0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6348A0A9-8F30-6597-0A33-C44F517319E2}"/>
                    </a:ext>
                  </a:extLst>
                </p14:cNvPr>
                <p14:cNvContentPartPr/>
                <p14:nvPr/>
              </p14:nvContentPartPr>
              <p14:xfrm>
                <a:off x="2592387" y="300320"/>
                <a:ext cx="17280" cy="1188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6348A0A9-8F30-6597-0A33-C44F517319E2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2586267" y="294200"/>
                  <a:ext cx="295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2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C853A844-FAEC-11CC-267C-6DC0B9A34F11}"/>
                    </a:ext>
                  </a:extLst>
                </p14:cNvPr>
                <p14:cNvContentPartPr/>
                <p14:nvPr/>
              </p14:nvContentPartPr>
              <p14:xfrm>
                <a:off x="2511747" y="525680"/>
                <a:ext cx="404280" cy="4752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C853A844-FAEC-11CC-267C-6DC0B9A34F11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2505627" y="519560"/>
                  <a:ext cx="4165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4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C03C84D5-177B-848B-991C-6D006CDE03FD}"/>
                    </a:ext>
                  </a:extLst>
                </p14:cNvPr>
                <p14:cNvContentPartPr/>
                <p14:nvPr/>
              </p14:nvContentPartPr>
              <p14:xfrm>
                <a:off x="4181787" y="464840"/>
                <a:ext cx="218160" cy="2484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C03C84D5-177B-848B-991C-6D006CDE03FD}"/>
                    </a:ext>
                  </a:extLst>
                </p:cNvPr>
                <p:cNvPicPr/>
                <p:nvPr/>
              </p:nvPicPr>
              <p:blipFill>
                <a:blip r:embed="rId685"/>
                <a:stretch>
                  <a:fillRect/>
                </a:stretch>
              </p:blipFill>
              <p:spPr>
                <a:xfrm>
                  <a:off x="4175667" y="458720"/>
                  <a:ext cx="2304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6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39DCA242-3B54-9146-BE53-2E9EBDDDECA7}"/>
                    </a:ext>
                  </a:extLst>
                </p14:cNvPr>
                <p14:cNvContentPartPr/>
                <p14:nvPr/>
              </p14:nvContentPartPr>
              <p14:xfrm>
                <a:off x="3717387" y="466280"/>
                <a:ext cx="201600" cy="21600"/>
              </p14:xfrm>
            </p:contentPart>
          </mc:Choice>
          <mc:Fallback xmlns=""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39DCA242-3B54-9146-BE53-2E9EBDDDECA7}"/>
                    </a:ext>
                  </a:extLst>
                </p:cNvPr>
                <p:cNvPicPr/>
                <p:nvPr/>
              </p:nvPicPr>
              <p:blipFill>
                <a:blip r:embed="rId687"/>
                <a:stretch>
                  <a:fillRect/>
                </a:stretch>
              </p:blipFill>
              <p:spPr>
                <a:xfrm>
                  <a:off x="3711267" y="460160"/>
                  <a:ext cx="213840" cy="3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8" name="Group 407">
            <a:extLst>
              <a:ext uri="{FF2B5EF4-FFF2-40B4-BE49-F238E27FC236}">
                <a16:creationId xmlns:a16="http://schemas.microsoft.com/office/drawing/2014/main" id="{5E179160-2751-1CAB-4D61-BF9BCF1B258A}"/>
              </a:ext>
            </a:extLst>
          </p:cNvPr>
          <p:cNvGrpSpPr/>
          <p:nvPr/>
        </p:nvGrpSpPr>
        <p:grpSpPr>
          <a:xfrm>
            <a:off x="4758507" y="5368760"/>
            <a:ext cx="506160" cy="306360"/>
            <a:chOff x="4758507" y="5368760"/>
            <a:chExt cx="506160" cy="30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8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1054AC6F-BAC9-E94A-6B6E-82957FE16B4E}"/>
                    </a:ext>
                  </a:extLst>
                </p14:cNvPr>
                <p14:cNvContentPartPr/>
                <p14:nvPr/>
              </p14:nvContentPartPr>
              <p14:xfrm>
                <a:off x="5235507" y="5368760"/>
                <a:ext cx="29160" cy="233640"/>
              </p14:xfrm>
            </p:contentPart>
          </mc:Choice>
          <mc:Fallback xmlns=""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1054AC6F-BAC9-E94A-6B6E-82957FE16B4E}"/>
                    </a:ext>
                  </a:extLst>
                </p:cNvPr>
                <p:cNvPicPr/>
                <p:nvPr/>
              </p:nvPicPr>
              <p:blipFill>
                <a:blip r:embed="rId689"/>
                <a:stretch>
                  <a:fillRect/>
                </a:stretch>
              </p:blipFill>
              <p:spPr>
                <a:xfrm>
                  <a:off x="5229387" y="5362640"/>
                  <a:ext cx="4140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0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2184CBBA-A21F-D0A2-8911-7D9C57E4F609}"/>
                    </a:ext>
                  </a:extLst>
                </p14:cNvPr>
                <p14:cNvContentPartPr/>
                <p14:nvPr/>
              </p14:nvContentPartPr>
              <p14:xfrm>
                <a:off x="5014107" y="5484680"/>
                <a:ext cx="176400" cy="190440"/>
              </p14:xfrm>
            </p:contentPart>
          </mc:Choice>
          <mc:Fallback xmlns=""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2184CBBA-A21F-D0A2-8911-7D9C57E4F609}"/>
                    </a:ext>
                  </a:extLst>
                </p:cNvPr>
                <p:cNvPicPr/>
                <p:nvPr/>
              </p:nvPicPr>
              <p:blipFill>
                <a:blip r:embed="rId691"/>
                <a:stretch>
                  <a:fillRect/>
                </a:stretch>
              </p:blipFill>
              <p:spPr>
                <a:xfrm>
                  <a:off x="5007987" y="5478560"/>
                  <a:ext cx="18864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2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CF631556-476B-CD3D-E583-76DD80A1B4AC}"/>
                    </a:ext>
                  </a:extLst>
                </p14:cNvPr>
                <p14:cNvContentPartPr/>
                <p14:nvPr/>
              </p14:nvContentPartPr>
              <p14:xfrm>
                <a:off x="4758507" y="5422760"/>
                <a:ext cx="263160" cy="204840"/>
              </p14:xfrm>
            </p:contentPart>
          </mc:Choice>
          <mc:Fallback xmlns=""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CF631556-476B-CD3D-E583-76DD80A1B4AC}"/>
                    </a:ext>
                  </a:extLst>
                </p:cNvPr>
                <p:cNvPicPr/>
                <p:nvPr/>
              </p:nvPicPr>
              <p:blipFill>
                <a:blip r:embed="rId693"/>
                <a:stretch>
                  <a:fillRect/>
                </a:stretch>
              </p:blipFill>
              <p:spPr>
                <a:xfrm>
                  <a:off x="4752387" y="5416640"/>
                  <a:ext cx="27540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4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CF697698-7BB9-9277-AFDA-4EDA84F216CD}"/>
                    </a:ext>
                  </a:extLst>
                </p14:cNvPr>
                <p14:cNvContentPartPr/>
                <p14:nvPr/>
              </p14:nvContentPartPr>
              <p14:xfrm>
                <a:off x="4887387" y="5514920"/>
                <a:ext cx="26280" cy="16200"/>
              </p14:xfrm>
            </p:contentPart>
          </mc:Choice>
          <mc:Fallback xmlns=""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CF697698-7BB9-9277-AFDA-4EDA84F216CD}"/>
                    </a:ext>
                  </a:extLst>
                </p:cNvPr>
                <p:cNvPicPr/>
                <p:nvPr/>
              </p:nvPicPr>
              <p:blipFill>
                <a:blip r:embed="rId695"/>
                <a:stretch>
                  <a:fillRect/>
                </a:stretch>
              </p:blipFill>
              <p:spPr>
                <a:xfrm>
                  <a:off x="4881267" y="5508800"/>
                  <a:ext cx="38520" cy="28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96">
            <p14:nvContentPartPr>
              <p14:cNvPr id="409" name="Ink 408">
                <a:extLst>
                  <a:ext uri="{FF2B5EF4-FFF2-40B4-BE49-F238E27FC236}">
                    <a16:creationId xmlns:a16="http://schemas.microsoft.com/office/drawing/2014/main" id="{E7B7B9C4-495F-0EEB-770F-B26DE752BD3E}"/>
                  </a:ext>
                </a:extLst>
              </p14:cNvPr>
              <p14:cNvContentPartPr/>
              <p14:nvPr/>
            </p14:nvContentPartPr>
            <p14:xfrm>
              <a:off x="4764987" y="5294240"/>
              <a:ext cx="116280" cy="69840"/>
            </p14:xfrm>
          </p:contentPart>
        </mc:Choice>
        <mc:Fallback xmlns="">
          <p:pic>
            <p:nvPicPr>
              <p:cNvPr id="409" name="Ink 408">
                <a:extLst>
                  <a:ext uri="{FF2B5EF4-FFF2-40B4-BE49-F238E27FC236}">
                    <a16:creationId xmlns:a16="http://schemas.microsoft.com/office/drawing/2014/main" id="{E7B7B9C4-495F-0EEB-770F-B26DE752BD3E}"/>
                  </a:ext>
                </a:extLst>
              </p:cNvPr>
              <p:cNvPicPr/>
              <p:nvPr/>
            </p:nvPicPr>
            <p:blipFill>
              <a:blip r:embed="rId697"/>
              <a:stretch>
                <a:fillRect/>
              </a:stretch>
            </p:blipFill>
            <p:spPr>
              <a:xfrm>
                <a:off x="4758867" y="5288120"/>
                <a:ext cx="128520" cy="82080"/>
              </a:xfrm>
              <a:prstGeom prst="rect">
                <a:avLst/>
              </a:prstGeom>
            </p:spPr>
          </p:pic>
        </mc:Fallback>
      </mc:AlternateContent>
      <p:grpSp>
        <p:nvGrpSpPr>
          <p:cNvPr id="418" name="Group 417">
            <a:extLst>
              <a:ext uri="{FF2B5EF4-FFF2-40B4-BE49-F238E27FC236}">
                <a16:creationId xmlns:a16="http://schemas.microsoft.com/office/drawing/2014/main" id="{AC2BEE91-C166-223D-A056-97B97237E98B}"/>
              </a:ext>
            </a:extLst>
          </p:cNvPr>
          <p:cNvGrpSpPr/>
          <p:nvPr/>
        </p:nvGrpSpPr>
        <p:grpSpPr>
          <a:xfrm>
            <a:off x="3741147" y="5374880"/>
            <a:ext cx="846000" cy="280800"/>
            <a:chOff x="3741147" y="5374880"/>
            <a:chExt cx="846000" cy="28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8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DE387F0E-FE12-AFE4-EF88-628EB0D25695}"/>
                    </a:ext>
                  </a:extLst>
                </p14:cNvPr>
                <p14:cNvContentPartPr/>
                <p14:nvPr/>
              </p14:nvContentPartPr>
              <p14:xfrm>
                <a:off x="4450347" y="5462000"/>
                <a:ext cx="136800" cy="11628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DE387F0E-FE12-AFE4-EF88-628EB0D25695}"/>
                    </a:ext>
                  </a:extLst>
                </p:cNvPr>
                <p:cNvPicPr/>
                <p:nvPr/>
              </p:nvPicPr>
              <p:blipFill>
                <a:blip r:embed="rId699"/>
                <a:stretch>
                  <a:fillRect/>
                </a:stretch>
              </p:blipFill>
              <p:spPr>
                <a:xfrm>
                  <a:off x="4444227" y="5455880"/>
                  <a:ext cx="14904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0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3617F464-8342-D139-C73C-8DA6D0DC2BD6}"/>
                    </a:ext>
                  </a:extLst>
                </p14:cNvPr>
                <p14:cNvContentPartPr/>
                <p14:nvPr/>
              </p14:nvContentPartPr>
              <p14:xfrm>
                <a:off x="4089987" y="5431760"/>
                <a:ext cx="286560" cy="15804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3617F464-8342-D139-C73C-8DA6D0DC2BD6}"/>
                    </a:ext>
                  </a:extLst>
                </p:cNvPr>
                <p:cNvPicPr/>
                <p:nvPr/>
              </p:nvPicPr>
              <p:blipFill>
                <a:blip r:embed="rId701"/>
                <a:stretch>
                  <a:fillRect/>
                </a:stretch>
              </p:blipFill>
              <p:spPr>
                <a:xfrm>
                  <a:off x="4083867" y="5425640"/>
                  <a:ext cx="29880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2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093E92BF-7488-802D-FEA5-1B20FAD8A10B}"/>
                    </a:ext>
                  </a:extLst>
                </p14:cNvPr>
                <p14:cNvContentPartPr/>
                <p14:nvPr/>
              </p14:nvContentPartPr>
              <p14:xfrm>
                <a:off x="4238667" y="5648840"/>
                <a:ext cx="29880" cy="684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093E92BF-7488-802D-FEA5-1B20FAD8A10B}"/>
                    </a:ext>
                  </a:extLst>
                </p:cNvPr>
                <p:cNvPicPr/>
                <p:nvPr/>
              </p:nvPicPr>
              <p:blipFill>
                <a:blip r:embed="rId703"/>
                <a:stretch>
                  <a:fillRect/>
                </a:stretch>
              </p:blipFill>
              <p:spPr>
                <a:xfrm>
                  <a:off x="4232547" y="5642720"/>
                  <a:ext cx="421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4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A4F6FD8A-F76F-DD79-471E-5F4E14662736}"/>
                    </a:ext>
                  </a:extLst>
                </p14:cNvPr>
                <p14:cNvContentPartPr/>
                <p14:nvPr/>
              </p14:nvContentPartPr>
              <p14:xfrm>
                <a:off x="4329027" y="5628320"/>
                <a:ext cx="17280" cy="12240"/>
              </p14:xfrm>
            </p:contentPart>
          </mc:Choice>
          <mc:Fallback xmlns=""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A4F6FD8A-F76F-DD79-471E-5F4E14662736}"/>
                    </a:ext>
                  </a:extLst>
                </p:cNvPr>
                <p:cNvPicPr/>
                <p:nvPr/>
              </p:nvPicPr>
              <p:blipFill>
                <a:blip r:embed="rId705"/>
                <a:stretch>
                  <a:fillRect/>
                </a:stretch>
              </p:blipFill>
              <p:spPr>
                <a:xfrm>
                  <a:off x="4322907" y="5622200"/>
                  <a:ext cx="295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6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7C8C3603-0F8A-945C-E8A3-F3984BCB5D28}"/>
                    </a:ext>
                  </a:extLst>
                </p14:cNvPr>
                <p14:cNvContentPartPr/>
                <p14:nvPr/>
              </p14:nvContentPartPr>
              <p14:xfrm>
                <a:off x="3741147" y="5374880"/>
                <a:ext cx="280800" cy="241200"/>
              </p14:xfrm>
            </p:contentPart>
          </mc:Choice>
          <mc:Fallback xmlns=""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7C8C3603-0F8A-945C-E8A3-F3984BCB5D28}"/>
                    </a:ext>
                  </a:extLst>
                </p:cNvPr>
                <p:cNvPicPr/>
                <p:nvPr/>
              </p:nvPicPr>
              <p:blipFill>
                <a:blip r:embed="rId707"/>
                <a:stretch>
                  <a:fillRect/>
                </a:stretch>
              </p:blipFill>
              <p:spPr>
                <a:xfrm>
                  <a:off x="3735027" y="5368760"/>
                  <a:ext cx="293040" cy="25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7" name="Group 416">
            <a:extLst>
              <a:ext uri="{FF2B5EF4-FFF2-40B4-BE49-F238E27FC236}">
                <a16:creationId xmlns:a16="http://schemas.microsoft.com/office/drawing/2014/main" id="{3A97A1EA-E87B-0C89-0716-017E7D2EB311}"/>
              </a:ext>
            </a:extLst>
          </p:cNvPr>
          <p:cNvGrpSpPr/>
          <p:nvPr/>
        </p:nvGrpSpPr>
        <p:grpSpPr>
          <a:xfrm>
            <a:off x="3368187" y="5285240"/>
            <a:ext cx="152640" cy="364320"/>
            <a:chOff x="3368187" y="5285240"/>
            <a:chExt cx="152640" cy="36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8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74D9A31A-B15E-3869-DE0B-D80655365554}"/>
                    </a:ext>
                  </a:extLst>
                </p14:cNvPr>
                <p14:cNvContentPartPr/>
                <p14:nvPr/>
              </p14:nvContentPartPr>
              <p14:xfrm>
                <a:off x="3368187" y="5285240"/>
                <a:ext cx="152640" cy="276120"/>
              </p14:xfrm>
            </p:contentPart>
          </mc:Choice>
          <mc:Fallback xmlns=""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74D9A31A-B15E-3869-DE0B-D80655365554}"/>
                    </a:ext>
                  </a:extLst>
                </p:cNvPr>
                <p:cNvPicPr/>
                <p:nvPr/>
              </p:nvPicPr>
              <p:blipFill>
                <a:blip r:embed="rId709"/>
                <a:stretch>
                  <a:fillRect/>
                </a:stretch>
              </p:blipFill>
              <p:spPr>
                <a:xfrm>
                  <a:off x="3362067" y="5279120"/>
                  <a:ext cx="16488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0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356733EA-485B-2FEF-A495-72951F98D3A7}"/>
                    </a:ext>
                  </a:extLst>
                </p14:cNvPr>
                <p14:cNvContentPartPr/>
                <p14:nvPr/>
              </p14:nvContentPartPr>
              <p14:xfrm>
                <a:off x="3472227" y="5633360"/>
                <a:ext cx="48600" cy="1620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356733EA-485B-2FEF-A495-72951F98D3A7}"/>
                    </a:ext>
                  </a:extLst>
                </p:cNvPr>
                <p:cNvPicPr/>
                <p:nvPr/>
              </p:nvPicPr>
              <p:blipFill>
                <a:blip r:embed="rId711"/>
                <a:stretch>
                  <a:fillRect/>
                </a:stretch>
              </p:blipFill>
              <p:spPr>
                <a:xfrm>
                  <a:off x="3466107" y="5627240"/>
                  <a:ext cx="6084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7" name="Group 446">
            <a:extLst>
              <a:ext uri="{FF2B5EF4-FFF2-40B4-BE49-F238E27FC236}">
                <a16:creationId xmlns:a16="http://schemas.microsoft.com/office/drawing/2014/main" id="{1243C366-B671-0EC2-253E-99DFEC05F9B4}"/>
              </a:ext>
            </a:extLst>
          </p:cNvPr>
          <p:cNvGrpSpPr/>
          <p:nvPr/>
        </p:nvGrpSpPr>
        <p:grpSpPr>
          <a:xfrm>
            <a:off x="327627" y="5458760"/>
            <a:ext cx="1559520" cy="1284480"/>
            <a:chOff x="327627" y="5458760"/>
            <a:chExt cx="1559520" cy="128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2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E5105F22-819E-F127-D5B2-0E1BD2166735}"/>
                    </a:ext>
                  </a:extLst>
                </p14:cNvPr>
                <p14:cNvContentPartPr/>
                <p14:nvPr/>
              </p14:nvContentPartPr>
              <p14:xfrm>
                <a:off x="376587" y="6183800"/>
                <a:ext cx="151200" cy="10944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E5105F22-819E-F127-D5B2-0E1BD2166735}"/>
                    </a:ext>
                  </a:extLst>
                </p:cNvPr>
                <p:cNvPicPr/>
                <p:nvPr/>
              </p:nvPicPr>
              <p:blipFill>
                <a:blip r:embed="rId713"/>
                <a:stretch>
                  <a:fillRect/>
                </a:stretch>
              </p:blipFill>
              <p:spPr>
                <a:xfrm>
                  <a:off x="370467" y="6177680"/>
                  <a:ext cx="16344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4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B65E9148-8262-AFD2-07FD-9D6E1301AB67}"/>
                    </a:ext>
                  </a:extLst>
                </p14:cNvPr>
                <p14:cNvContentPartPr/>
                <p14:nvPr/>
              </p14:nvContentPartPr>
              <p14:xfrm>
                <a:off x="327627" y="5958440"/>
                <a:ext cx="36000" cy="187560"/>
              </p14:xfrm>
            </p:contentPart>
          </mc:Choice>
          <mc:Fallback xmlns=""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B65E9148-8262-AFD2-07FD-9D6E1301AB67}"/>
                    </a:ext>
                  </a:extLst>
                </p:cNvPr>
                <p:cNvPicPr/>
                <p:nvPr/>
              </p:nvPicPr>
              <p:blipFill>
                <a:blip r:embed="rId715"/>
                <a:stretch>
                  <a:fillRect/>
                </a:stretch>
              </p:blipFill>
              <p:spPr>
                <a:xfrm>
                  <a:off x="321507" y="5952320"/>
                  <a:ext cx="482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6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A693F455-712E-DC2A-41BF-65C69BA4D3BD}"/>
                    </a:ext>
                  </a:extLst>
                </p14:cNvPr>
                <p14:cNvContentPartPr/>
                <p14:nvPr/>
              </p14:nvContentPartPr>
              <p14:xfrm>
                <a:off x="675387" y="5849000"/>
                <a:ext cx="604440" cy="308160"/>
              </p14:xfrm>
            </p:contentPart>
          </mc:Choice>
          <mc:Fallback xmlns=""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A693F455-712E-DC2A-41BF-65C69BA4D3BD}"/>
                    </a:ext>
                  </a:extLst>
                </p:cNvPr>
                <p:cNvPicPr/>
                <p:nvPr/>
              </p:nvPicPr>
              <p:blipFill>
                <a:blip r:embed="rId717"/>
                <a:stretch>
                  <a:fillRect/>
                </a:stretch>
              </p:blipFill>
              <p:spPr>
                <a:xfrm>
                  <a:off x="669267" y="5842880"/>
                  <a:ext cx="61668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8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08A39912-87A9-6505-28D0-80EFD93E187C}"/>
                    </a:ext>
                  </a:extLst>
                </p14:cNvPr>
                <p14:cNvContentPartPr/>
                <p14:nvPr/>
              </p14:nvContentPartPr>
              <p14:xfrm>
                <a:off x="692307" y="6169400"/>
                <a:ext cx="812520" cy="196200"/>
              </p14:xfrm>
            </p:contentPart>
          </mc:Choice>
          <mc:Fallback xmlns=""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08A39912-87A9-6505-28D0-80EFD93E187C}"/>
                    </a:ext>
                  </a:extLst>
                </p:cNvPr>
                <p:cNvPicPr/>
                <p:nvPr/>
              </p:nvPicPr>
              <p:blipFill>
                <a:blip r:embed="rId719"/>
                <a:stretch>
                  <a:fillRect/>
                </a:stretch>
              </p:blipFill>
              <p:spPr>
                <a:xfrm>
                  <a:off x="686187" y="6163280"/>
                  <a:ext cx="82476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0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3333FF3A-83C8-4E3F-E934-9442AEAB62C6}"/>
                    </a:ext>
                  </a:extLst>
                </p14:cNvPr>
                <p14:cNvContentPartPr/>
                <p14:nvPr/>
              </p14:nvContentPartPr>
              <p14:xfrm>
                <a:off x="1699227" y="5721560"/>
                <a:ext cx="154800" cy="174240"/>
              </p14:xfrm>
            </p:contentPart>
          </mc:Choice>
          <mc:Fallback xmlns=""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3333FF3A-83C8-4E3F-E934-9442AEAB62C6}"/>
                    </a:ext>
                  </a:extLst>
                </p:cNvPr>
                <p:cNvPicPr/>
                <p:nvPr/>
              </p:nvPicPr>
              <p:blipFill>
                <a:blip r:embed="rId721"/>
                <a:stretch>
                  <a:fillRect/>
                </a:stretch>
              </p:blipFill>
              <p:spPr>
                <a:xfrm>
                  <a:off x="1693107" y="5715440"/>
                  <a:ext cx="16704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2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567E7F48-CE4A-BA0F-1383-D962318E13F3}"/>
                    </a:ext>
                  </a:extLst>
                </p14:cNvPr>
                <p14:cNvContentPartPr/>
                <p14:nvPr/>
              </p14:nvContentPartPr>
              <p14:xfrm>
                <a:off x="1593027" y="5733800"/>
                <a:ext cx="144360" cy="166320"/>
              </p14:xfrm>
            </p:contentPart>
          </mc:Choice>
          <mc:Fallback xmlns=""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567E7F48-CE4A-BA0F-1383-D962318E13F3}"/>
                    </a:ext>
                  </a:extLst>
                </p:cNvPr>
                <p:cNvPicPr/>
                <p:nvPr/>
              </p:nvPicPr>
              <p:blipFill>
                <a:blip r:embed="rId723"/>
                <a:stretch>
                  <a:fillRect/>
                </a:stretch>
              </p:blipFill>
              <p:spPr>
                <a:xfrm>
                  <a:off x="1586907" y="5727680"/>
                  <a:ext cx="1566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4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9038ECF5-26F2-9E45-B68F-B010551E1404}"/>
                    </a:ext>
                  </a:extLst>
                </p14:cNvPr>
                <p14:cNvContentPartPr/>
                <p14:nvPr/>
              </p14:nvContentPartPr>
              <p14:xfrm>
                <a:off x="621027" y="5645960"/>
                <a:ext cx="176040" cy="193320"/>
              </p14:xfrm>
            </p:contentPart>
          </mc:Choice>
          <mc:Fallback xmlns=""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9038ECF5-26F2-9E45-B68F-B010551E1404}"/>
                    </a:ext>
                  </a:extLst>
                </p:cNvPr>
                <p:cNvPicPr/>
                <p:nvPr/>
              </p:nvPicPr>
              <p:blipFill>
                <a:blip r:embed="rId725"/>
                <a:stretch>
                  <a:fillRect/>
                </a:stretch>
              </p:blipFill>
              <p:spPr>
                <a:xfrm>
                  <a:off x="614907" y="5639840"/>
                  <a:ext cx="18828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6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0AD0B981-71AF-850B-9DE9-BC1DDF6B3546}"/>
                    </a:ext>
                  </a:extLst>
                </p14:cNvPr>
                <p14:cNvContentPartPr/>
                <p14:nvPr/>
              </p14:nvContentPartPr>
              <p14:xfrm>
                <a:off x="855027" y="5699240"/>
                <a:ext cx="70560" cy="72000"/>
              </p14:xfrm>
            </p:contentPart>
          </mc:Choice>
          <mc:Fallback xmlns=""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0AD0B981-71AF-850B-9DE9-BC1DDF6B3546}"/>
                    </a:ext>
                  </a:extLst>
                </p:cNvPr>
                <p:cNvPicPr/>
                <p:nvPr/>
              </p:nvPicPr>
              <p:blipFill>
                <a:blip r:embed="rId727"/>
                <a:stretch>
                  <a:fillRect/>
                </a:stretch>
              </p:blipFill>
              <p:spPr>
                <a:xfrm>
                  <a:off x="848907" y="5693120"/>
                  <a:ext cx="828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8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BBFEA0DA-0FA9-8175-1BD3-3BFC6C33AEE6}"/>
                    </a:ext>
                  </a:extLst>
                </p14:cNvPr>
                <p14:cNvContentPartPr/>
                <p14:nvPr/>
              </p14:nvContentPartPr>
              <p14:xfrm>
                <a:off x="950427" y="5599520"/>
                <a:ext cx="135000" cy="127440"/>
              </p14:xfrm>
            </p:contentPart>
          </mc:Choice>
          <mc:Fallback xmlns=""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BBFEA0DA-0FA9-8175-1BD3-3BFC6C33AEE6}"/>
                    </a:ext>
                  </a:extLst>
                </p:cNvPr>
                <p:cNvPicPr/>
                <p:nvPr/>
              </p:nvPicPr>
              <p:blipFill>
                <a:blip r:embed="rId729"/>
                <a:stretch>
                  <a:fillRect/>
                </a:stretch>
              </p:blipFill>
              <p:spPr>
                <a:xfrm>
                  <a:off x="944307" y="5593400"/>
                  <a:ext cx="1472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0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8D54F9BF-737E-19C1-B184-378843C8601E}"/>
                    </a:ext>
                  </a:extLst>
                </p14:cNvPr>
                <p14:cNvContentPartPr/>
                <p14:nvPr/>
              </p14:nvContentPartPr>
              <p14:xfrm>
                <a:off x="1123587" y="5576480"/>
                <a:ext cx="120960" cy="93960"/>
              </p14:xfrm>
            </p:contentPart>
          </mc:Choice>
          <mc:Fallback xmlns=""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8D54F9BF-737E-19C1-B184-378843C8601E}"/>
                    </a:ext>
                  </a:extLst>
                </p:cNvPr>
                <p:cNvPicPr/>
                <p:nvPr/>
              </p:nvPicPr>
              <p:blipFill>
                <a:blip r:embed="rId731"/>
                <a:stretch>
                  <a:fillRect/>
                </a:stretch>
              </p:blipFill>
              <p:spPr>
                <a:xfrm>
                  <a:off x="1117467" y="5570360"/>
                  <a:ext cx="1332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2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17C01545-1043-8961-0A07-4FC57E84B829}"/>
                    </a:ext>
                  </a:extLst>
                </p14:cNvPr>
                <p14:cNvContentPartPr/>
                <p14:nvPr/>
              </p14:nvContentPartPr>
              <p14:xfrm>
                <a:off x="1221867" y="5458760"/>
                <a:ext cx="77760" cy="139680"/>
              </p14:xfrm>
            </p:contentPart>
          </mc:Choice>
          <mc:Fallback xmlns=""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17C01545-1043-8961-0A07-4FC57E84B829}"/>
                    </a:ext>
                  </a:extLst>
                </p:cNvPr>
                <p:cNvPicPr/>
                <p:nvPr/>
              </p:nvPicPr>
              <p:blipFill>
                <a:blip r:embed="rId733"/>
                <a:stretch>
                  <a:fillRect/>
                </a:stretch>
              </p:blipFill>
              <p:spPr>
                <a:xfrm>
                  <a:off x="1215747" y="5452640"/>
                  <a:ext cx="9000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4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6D4B7961-5075-0C89-808A-0E03AA6473B1}"/>
                    </a:ext>
                  </a:extLst>
                </p14:cNvPr>
                <p14:cNvContentPartPr/>
                <p14:nvPr/>
              </p14:nvContentPartPr>
              <p14:xfrm>
                <a:off x="1363347" y="5501600"/>
                <a:ext cx="55440" cy="135360"/>
              </p14:xfrm>
            </p:contentPart>
          </mc:Choice>
          <mc:Fallback xmlns=""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6D4B7961-5075-0C89-808A-0E03AA6473B1}"/>
                    </a:ext>
                  </a:extLst>
                </p:cNvPr>
                <p:cNvPicPr/>
                <p:nvPr/>
              </p:nvPicPr>
              <p:blipFill>
                <a:blip r:embed="rId735"/>
                <a:stretch>
                  <a:fillRect/>
                </a:stretch>
              </p:blipFill>
              <p:spPr>
                <a:xfrm>
                  <a:off x="1357227" y="5495480"/>
                  <a:ext cx="6768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6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CA995167-8974-EAF7-A48B-E89A6F82DA8F}"/>
                    </a:ext>
                  </a:extLst>
                </p14:cNvPr>
                <p14:cNvContentPartPr/>
                <p14:nvPr/>
              </p14:nvContentPartPr>
              <p14:xfrm>
                <a:off x="1750707" y="6231680"/>
                <a:ext cx="136440" cy="140400"/>
              </p14:xfrm>
            </p:contentPart>
          </mc:Choice>
          <mc:Fallback xmlns=""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CA995167-8974-EAF7-A48B-E89A6F82DA8F}"/>
                    </a:ext>
                  </a:extLst>
                </p:cNvPr>
                <p:cNvPicPr/>
                <p:nvPr/>
              </p:nvPicPr>
              <p:blipFill>
                <a:blip r:embed="rId737"/>
                <a:stretch>
                  <a:fillRect/>
                </a:stretch>
              </p:blipFill>
              <p:spPr>
                <a:xfrm>
                  <a:off x="1744587" y="6225560"/>
                  <a:ext cx="14868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8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5994F3FC-0F56-1B15-98FE-F9C01C819B92}"/>
                    </a:ext>
                  </a:extLst>
                </p14:cNvPr>
                <p14:cNvContentPartPr/>
                <p14:nvPr/>
              </p14:nvContentPartPr>
              <p14:xfrm>
                <a:off x="670347" y="6397280"/>
                <a:ext cx="93960" cy="112680"/>
              </p14:xfrm>
            </p:contentPart>
          </mc:Choice>
          <mc:Fallback xmlns=""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5994F3FC-0F56-1B15-98FE-F9C01C819B92}"/>
                    </a:ext>
                  </a:extLst>
                </p:cNvPr>
                <p:cNvPicPr/>
                <p:nvPr/>
              </p:nvPicPr>
              <p:blipFill>
                <a:blip r:embed="rId739"/>
                <a:stretch>
                  <a:fillRect/>
                </a:stretch>
              </p:blipFill>
              <p:spPr>
                <a:xfrm>
                  <a:off x="664227" y="6391160"/>
                  <a:ext cx="10620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0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B685CAC7-297B-E5DE-301C-28F45C22CE08}"/>
                    </a:ext>
                  </a:extLst>
                </p14:cNvPr>
                <p14:cNvContentPartPr/>
                <p14:nvPr/>
              </p14:nvContentPartPr>
              <p14:xfrm>
                <a:off x="823347" y="6359840"/>
                <a:ext cx="119160" cy="210240"/>
              </p14:xfrm>
            </p:contentPart>
          </mc:Choice>
          <mc:Fallback xmlns=""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B685CAC7-297B-E5DE-301C-28F45C22CE08}"/>
                    </a:ext>
                  </a:extLst>
                </p:cNvPr>
                <p:cNvPicPr/>
                <p:nvPr/>
              </p:nvPicPr>
              <p:blipFill>
                <a:blip r:embed="rId741"/>
                <a:stretch>
                  <a:fillRect/>
                </a:stretch>
              </p:blipFill>
              <p:spPr>
                <a:xfrm>
                  <a:off x="817227" y="6353720"/>
                  <a:ext cx="13140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2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B141D47F-4399-FDC9-6989-3AF2C00E7A47}"/>
                    </a:ext>
                  </a:extLst>
                </p14:cNvPr>
                <p14:cNvContentPartPr/>
                <p14:nvPr/>
              </p14:nvContentPartPr>
              <p14:xfrm>
                <a:off x="817227" y="6436520"/>
                <a:ext cx="149040" cy="43560"/>
              </p14:xfrm>
            </p:contentPart>
          </mc:Choice>
          <mc:Fallback xmlns=""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B141D47F-4399-FDC9-6989-3AF2C00E7A47}"/>
                    </a:ext>
                  </a:extLst>
                </p:cNvPr>
                <p:cNvPicPr/>
                <p:nvPr/>
              </p:nvPicPr>
              <p:blipFill>
                <a:blip r:embed="rId743"/>
                <a:stretch>
                  <a:fillRect/>
                </a:stretch>
              </p:blipFill>
              <p:spPr>
                <a:xfrm>
                  <a:off x="811107" y="6430400"/>
                  <a:ext cx="1612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4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3D68B8FD-0F5F-8241-1215-BA0A2DA4D3C2}"/>
                    </a:ext>
                  </a:extLst>
                </p14:cNvPr>
                <p14:cNvContentPartPr/>
                <p14:nvPr/>
              </p14:nvContentPartPr>
              <p14:xfrm>
                <a:off x="920187" y="6398720"/>
                <a:ext cx="105120" cy="225000"/>
              </p14:xfrm>
            </p:contentPart>
          </mc:Choice>
          <mc:Fallback xmlns=""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3D68B8FD-0F5F-8241-1215-BA0A2DA4D3C2}"/>
                    </a:ext>
                  </a:extLst>
                </p:cNvPr>
                <p:cNvPicPr/>
                <p:nvPr/>
              </p:nvPicPr>
              <p:blipFill>
                <a:blip r:embed="rId745"/>
                <a:stretch>
                  <a:fillRect/>
                </a:stretch>
              </p:blipFill>
              <p:spPr>
                <a:xfrm>
                  <a:off x="914067" y="6392600"/>
                  <a:ext cx="11736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6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65DD9C0F-DB06-1547-475E-1E6F82DA636D}"/>
                    </a:ext>
                  </a:extLst>
                </p14:cNvPr>
                <p14:cNvContentPartPr/>
                <p14:nvPr/>
              </p14:nvContentPartPr>
              <p14:xfrm>
                <a:off x="1045107" y="6526160"/>
                <a:ext cx="78120" cy="85320"/>
              </p14:xfrm>
            </p:contentPart>
          </mc:Choice>
          <mc:Fallback xmlns=""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65DD9C0F-DB06-1547-475E-1E6F82DA636D}"/>
                    </a:ext>
                  </a:extLst>
                </p:cNvPr>
                <p:cNvPicPr/>
                <p:nvPr/>
              </p:nvPicPr>
              <p:blipFill>
                <a:blip r:embed="rId747"/>
                <a:stretch>
                  <a:fillRect/>
                </a:stretch>
              </p:blipFill>
              <p:spPr>
                <a:xfrm>
                  <a:off x="1038987" y="6520040"/>
                  <a:ext cx="9036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8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AFFFF230-B4B0-0721-4D01-67D63013F5CD}"/>
                    </a:ext>
                  </a:extLst>
                </p14:cNvPr>
                <p14:cNvContentPartPr/>
                <p14:nvPr/>
              </p14:nvContentPartPr>
              <p14:xfrm>
                <a:off x="1134387" y="6538400"/>
                <a:ext cx="50040" cy="101880"/>
              </p14:xfrm>
            </p:contentPart>
          </mc:Choice>
          <mc:Fallback xmlns=""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AFFFF230-B4B0-0721-4D01-67D63013F5CD}"/>
                    </a:ext>
                  </a:extLst>
                </p:cNvPr>
                <p:cNvPicPr/>
                <p:nvPr/>
              </p:nvPicPr>
              <p:blipFill>
                <a:blip r:embed="rId749"/>
                <a:stretch>
                  <a:fillRect/>
                </a:stretch>
              </p:blipFill>
              <p:spPr>
                <a:xfrm>
                  <a:off x="1128267" y="6532280"/>
                  <a:ext cx="6228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0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6346C637-C121-C27C-1AAB-9D0AFEC99C14}"/>
                    </a:ext>
                  </a:extLst>
                </p14:cNvPr>
                <p14:cNvContentPartPr/>
                <p14:nvPr/>
              </p14:nvContentPartPr>
              <p14:xfrm>
                <a:off x="1208907" y="6570440"/>
                <a:ext cx="132840" cy="106200"/>
              </p14:xfrm>
            </p:contentPart>
          </mc:Choice>
          <mc:Fallback xmlns=""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6346C637-C121-C27C-1AAB-9D0AFEC99C14}"/>
                    </a:ext>
                  </a:extLst>
                </p:cNvPr>
                <p:cNvPicPr/>
                <p:nvPr/>
              </p:nvPicPr>
              <p:blipFill>
                <a:blip r:embed="rId751"/>
                <a:stretch>
                  <a:fillRect/>
                </a:stretch>
              </p:blipFill>
              <p:spPr>
                <a:xfrm>
                  <a:off x="1202787" y="6564320"/>
                  <a:ext cx="14508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2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FD4031E6-449A-72B8-FEF1-24AFFD222733}"/>
                    </a:ext>
                  </a:extLst>
                </p14:cNvPr>
                <p14:cNvContentPartPr/>
                <p14:nvPr/>
              </p14:nvContentPartPr>
              <p14:xfrm>
                <a:off x="1343187" y="6595640"/>
                <a:ext cx="55440" cy="94320"/>
              </p14:xfrm>
            </p:contentPart>
          </mc:Choice>
          <mc:Fallback xmlns=""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FD4031E6-449A-72B8-FEF1-24AFFD222733}"/>
                    </a:ext>
                  </a:extLst>
                </p:cNvPr>
                <p:cNvPicPr/>
                <p:nvPr/>
              </p:nvPicPr>
              <p:blipFill>
                <a:blip r:embed="rId753"/>
                <a:stretch>
                  <a:fillRect/>
                </a:stretch>
              </p:blipFill>
              <p:spPr>
                <a:xfrm>
                  <a:off x="1337067" y="6589520"/>
                  <a:ext cx="6768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4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61B3D2E3-ED74-55B4-E7C3-82BE6BC81DB8}"/>
                    </a:ext>
                  </a:extLst>
                </p14:cNvPr>
                <p14:cNvContentPartPr/>
                <p14:nvPr/>
              </p14:nvContentPartPr>
              <p14:xfrm>
                <a:off x="1419867" y="6543080"/>
                <a:ext cx="11520" cy="17640"/>
              </p14:xfrm>
            </p:contentPart>
          </mc:Choice>
          <mc:Fallback xmlns=""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61B3D2E3-ED74-55B4-E7C3-82BE6BC81DB8}"/>
                    </a:ext>
                  </a:extLst>
                </p:cNvPr>
                <p:cNvPicPr/>
                <p:nvPr/>
              </p:nvPicPr>
              <p:blipFill>
                <a:blip r:embed="rId755"/>
                <a:stretch>
                  <a:fillRect/>
                </a:stretch>
              </p:blipFill>
              <p:spPr>
                <a:xfrm>
                  <a:off x="1413747" y="6536960"/>
                  <a:ext cx="237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6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DFB6D55B-FEB7-B191-92BD-820B977BD781}"/>
                    </a:ext>
                  </a:extLst>
                </p14:cNvPr>
                <p14:cNvContentPartPr/>
                <p14:nvPr/>
              </p14:nvContentPartPr>
              <p14:xfrm>
                <a:off x="1416987" y="6574400"/>
                <a:ext cx="90720" cy="152280"/>
              </p14:xfrm>
            </p:contentPart>
          </mc:Choice>
          <mc:Fallback xmlns=""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DFB6D55B-FEB7-B191-92BD-820B977BD781}"/>
                    </a:ext>
                  </a:extLst>
                </p:cNvPr>
                <p:cNvPicPr/>
                <p:nvPr/>
              </p:nvPicPr>
              <p:blipFill>
                <a:blip r:embed="rId757"/>
                <a:stretch>
                  <a:fillRect/>
                </a:stretch>
              </p:blipFill>
              <p:spPr>
                <a:xfrm>
                  <a:off x="1410867" y="6568280"/>
                  <a:ext cx="1029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8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3B568EDE-EF08-A4C8-1F6D-585891B5304B}"/>
                    </a:ext>
                  </a:extLst>
                </p14:cNvPr>
                <p14:cNvContentPartPr/>
                <p14:nvPr/>
              </p14:nvContentPartPr>
              <p14:xfrm>
                <a:off x="1544427" y="6599960"/>
                <a:ext cx="123480" cy="143280"/>
              </p14:xfrm>
            </p:contentPart>
          </mc:Choice>
          <mc:Fallback xmlns=""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3B568EDE-EF08-A4C8-1F6D-585891B5304B}"/>
                    </a:ext>
                  </a:extLst>
                </p:cNvPr>
                <p:cNvPicPr/>
                <p:nvPr/>
              </p:nvPicPr>
              <p:blipFill>
                <a:blip r:embed="rId759"/>
                <a:stretch>
                  <a:fillRect/>
                </a:stretch>
              </p:blipFill>
              <p:spPr>
                <a:xfrm>
                  <a:off x="1538307" y="6593840"/>
                  <a:ext cx="135720" cy="155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60">
            <p14:nvContentPartPr>
              <p14:cNvPr id="448" name="Ink 447">
                <a:extLst>
                  <a:ext uri="{FF2B5EF4-FFF2-40B4-BE49-F238E27FC236}">
                    <a16:creationId xmlns:a16="http://schemas.microsoft.com/office/drawing/2014/main" id="{0115C744-7C1B-54C8-58C6-F836FE82B866}"/>
                  </a:ext>
                </a:extLst>
              </p14:cNvPr>
              <p14:cNvContentPartPr/>
              <p14:nvPr/>
            </p14:nvContentPartPr>
            <p14:xfrm>
              <a:off x="4762827" y="5708600"/>
              <a:ext cx="210960" cy="42480"/>
            </p14:xfrm>
          </p:contentPart>
        </mc:Choice>
        <mc:Fallback xmlns="">
          <p:pic>
            <p:nvPicPr>
              <p:cNvPr id="448" name="Ink 447">
                <a:extLst>
                  <a:ext uri="{FF2B5EF4-FFF2-40B4-BE49-F238E27FC236}">
                    <a16:creationId xmlns:a16="http://schemas.microsoft.com/office/drawing/2014/main" id="{0115C744-7C1B-54C8-58C6-F836FE82B866}"/>
                  </a:ext>
                </a:extLst>
              </p:cNvPr>
              <p:cNvPicPr/>
              <p:nvPr/>
            </p:nvPicPr>
            <p:blipFill>
              <a:blip r:embed="rId761"/>
              <a:stretch>
                <a:fillRect/>
              </a:stretch>
            </p:blipFill>
            <p:spPr>
              <a:xfrm>
                <a:off x="4756707" y="5702480"/>
                <a:ext cx="223200" cy="54720"/>
              </a:xfrm>
              <a:prstGeom prst="rect">
                <a:avLst/>
              </a:prstGeom>
            </p:spPr>
          </p:pic>
        </mc:Fallback>
      </mc:AlternateContent>
      <p:grpSp>
        <p:nvGrpSpPr>
          <p:cNvPr id="451" name="Group 450">
            <a:extLst>
              <a:ext uri="{FF2B5EF4-FFF2-40B4-BE49-F238E27FC236}">
                <a16:creationId xmlns:a16="http://schemas.microsoft.com/office/drawing/2014/main" id="{A8EEC717-6C1D-F137-D4A8-EB43E70F0DE4}"/>
              </a:ext>
            </a:extLst>
          </p:cNvPr>
          <p:cNvGrpSpPr/>
          <p:nvPr/>
        </p:nvGrpSpPr>
        <p:grpSpPr>
          <a:xfrm>
            <a:off x="9833427" y="5331680"/>
            <a:ext cx="613080" cy="129960"/>
            <a:chOff x="9833427" y="5331680"/>
            <a:chExt cx="613080" cy="12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2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98CDB865-7C82-92DF-D702-DF13DD7F7FAC}"/>
                    </a:ext>
                  </a:extLst>
                </p14:cNvPr>
                <p14:cNvContentPartPr/>
                <p14:nvPr/>
              </p14:nvContentPartPr>
              <p14:xfrm>
                <a:off x="9833427" y="5331680"/>
                <a:ext cx="76680" cy="129960"/>
              </p14:xfrm>
            </p:contentPart>
          </mc:Choice>
          <mc:Fallback xmlns=""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98CDB865-7C82-92DF-D702-DF13DD7F7FAC}"/>
                    </a:ext>
                  </a:extLst>
                </p:cNvPr>
                <p:cNvPicPr/>
                <p:nvPr/>
              </p:nvPicPr>
              <p:blipFill>
                <a:blip r:embed="rId763"/>
                <a:stretch>
                  <a:fillRect/>
                </a:stretch>
              </p:blipFill>
              <p:spPr>
                <a:xfrm>
                  <a:off x="9827307" y="5325560"/>
                  <a:ext cx="889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4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039ACAAC-F090-AD4C-788B-3339A98DD251}"/>
                    </a:ext>
                  </a:extLst>
                </p14:cNvPr>
                <p14:cNvContentPartPr/>
                <p14:nvPr/>
              </p14:nvContentPartPr>
              <p14:xfrm>
                <a:off x="9905787" y="5386760"/>
                <a:ext cx="540720" cy="7200"/>
              </p14:xfrm>
            </p:contentPart>
          </mc:Choice>
          <mc:Fallback xmlns=""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039ACAAC-F090-AD4C-788B-3339A98DD251}"/>
                    </a:ext>
                  </a:extLst>
                </p:cNvPr>
                <p:cNvPicPr/>
                <p:nvPr/>
              </p:nvPicPr>
              <p:blipFill>
                <a:blip r:embed="rId765"/>
                <a:stretch>
                  <a:fillRect/>
                </a:stretch>
              </p:blipFill>
              <p:spPr>
                <a:xfrm>
                  <a:off x="9899667" y="5380640"/>
                  <a:ext cx="552960" cy="1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4" name="Group 453">
            <a:extLst>
              <a:ext uri="{FF2B5EF4-FFF2-40B4-BE49-F238E27FC236}">
                <a16:creationId xmlns:a16="http://schemas.microsoft.com/office/drawing/2014/main" id="{D3F35CAA-D887-C874-1AA0-3960EAB78D5E}"/>
              </a:ext>
            </a:extLst>
          </p:cNvPr>
          <p:cNvGrpSpPr/>
          <p:nvPr/>
        </p:nvGrpSpPr>
        <p:grpSpPr>
          <a:xfrm>
            <a:off x="9119187" y="5073920"/>
            <a:ext cx="72000" cy="65520"/>
            <a:chOff x="9119187" y="5073920"/>
            <a:chExt cx="72000" cy="6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6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17C3A7BA-88DB-95E1-8CFF-C19AF1AB5551}"/>
                    </a:ext>
                  </a:extLst>
                </p14:cNvPr>
                <p14:cNvContentPartPr/>
                <p14:nvPr/>
              </p14:nvContentPartPr>
              <p14:xfrm>
                <a:off x="9162027" y="5078600"/>
                <a:ext cx="360" cy="360"/>
              </p14:xfrm>
            </p:contentPart>
          </mc:Choice>
          <mc:Fallback xmlns=""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17C3A7BA-88DB-95E1-8CFF-C19AF1AB5551}"/>
                    </a:ext>
                  </a:extLst>
                </p:cNvPr>
                <p:cNvPicPr/>
                <p:nvPr/>
              </p:nvPicPr>
              <p:blipFill>
                <a:blip r:embed="rId767"/>
                <a:stretch>
                  <a:fillRect/>
                </a:stretch>
              </p:blipFill>
              <p:spPr>
                <a:xfrm>
                  <a:off x="9155907" y="507248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8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33B38676-DA9C-310A-9AA7-55BEB2D20F37}"/>
                    </a:ext>
                  </a:extLst>
                </p14:cNvPr>
                <p14:cNvContentPartPr/>
                <p14:nvPr/>
              </p14:nvContentPartPr>
              <p14:xfrm>
                <a:off x="9119187" y="5073920"/>
                <a:ext cx="72000" cy="65520"/>
              </p14:xfrm>
            </p:contentPart>
          </mc:Choice>
          <mc:Fallback xmlns=""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33B38676-DA9C-310A-9AA7-55BEB2D20F37}"/>
                    </a:ext>
                  </a:extLst>
                </p:cNvPr>
                <p:cNvPicPr/>
                <p:nvPr/>
              </p:nvPicPr>
              <p:blipFill>
                <a:blip r:embed="rId769"/>
                <a:stretch>
                  <a:fillRect/>
                </a:stretch>
              </p:blipFill>
              <p:spPr>
                <a:xfrm>
                  <a:off x="9113067" y="5067800"/>
                  <a:ext cx="84240" cy="77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70">
            <p14:nvContentPartPr>
              <p14:cNvPr id="455" name="Ink 454">
                <a:extLst>
                  <a:ext uri="{FF2B5EF4-FFF2-40B4-BE49-F238E27FC236}">
                    <a16:creationId xmlns:a16="http://schemas.microsoft.com/office/drawing/2014/main" id="{67057AD3-7E5E-ED26-A4AE-99CAC99281B7}"/>
                  </a:ext>
                </a:extLst>
              </p14:cNvPr>
              <p14:cNvContentPartPr/>
              <p14:nvPr/>
            </p14:nvContentPartPr>
            <p14:xfrm>
              <a:off x="8070507" y="5690240"/>
              <a:ext cx="98280" cy="64080"/>
            </p14:xfrm>
          </p:contentPart>
        </mc:Choice>
        <mc:Fallback xmlns="">
          <p:pic>
            <p:nvPicPr>
              <p:cNvPr id="455" name="Ink 454">
                <a:extLst>
                  <a:ext uri="{FF2B5EF4-FFF2-40B4-BE49-F238E27FC236}">
                    <a16:creationId xmlns:a16="http://schemas.microsoft.com/office/drawing/2014/main" id="{67057AD3-7E5E-ED26-A4AE-99CAC99281B7}"/>
                  </a:ext>
                </a:extLst>
              </p:cNvPr>
              <p:cNvPicPr/>
              <p:nvPr/>
            </p:nvPicPr>
            <p:blipFill>
              <a:blip r:embed="rId771"/>
              <a:stretch>
                <a:fillRect/>
              </a:stretch>
            </p:blipFill>
            <p:spPr>
              <a:xfrm>
                <a:off x="8064387" y="5684120"/>
                <a:ext cx="11052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2">
            <p14:nvContentPartPr>
              <p14:cNvPr id="456" name="Ink 455">
                <a:extLst>
                  <a:ext uri="{FF2B5EF4-FFF2-40B4-BE49-F238E27FC236}">
                    <a16:creationId xmlns:a16="http://schemas.microsoft.com/office/drawing/2014/main" id="{DC55EFED-81EF-CE85-21D9-A3CA677184CD}"/>
                  </a:ext>
                </a:extLst>
              </p14:cNvPr>
              <p14:cNvContentPartPr/>
              <p14:nvPr/>
            </p14:nvContentPartPr>
            <p14:xfrm>
              <a:off x="3231747" y="5368760"/>
              <a:ext cx="3733200" cy="155880"/>
            </p14:xfrm>
          </p:contentPart>
        </mc:Choice>
        <mc:Fallback xmlns="">
          <p:pic>
            <p:nvPicPr>
              <p:cNvPr id="456" name="Ink 455">
                <a:extLst>
                  <a:ext uri="{FF2B5EF4-FFF2-40B4-BE49-F238E27FC236}">
                    <a16:creationId xmlns:a16="http://schemas.microsoft.com/office/drawing/2014/main" id="{DC55EFED-81EF-CE85-21D9-A3CA677184CD}"/>
                  </a:ext>
                </a:extLst>
              </p:cNvPr>
              <p:cNvPicPr/>
              <p:nvPr/>
            </p:nvPicPr>
            <p:blipFill>
              <a:blip r:embed="rId773"/>
              <a:stretch>
                <a:fillRect/>
              </a:stretch>
            </p:blipFill>
            <p:spPr>
              <a:xfrm>
                <a:off x="3196107" y="5296760"/>
                <a:ext cx="3804840" cy="299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2032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D2F2C-6CB6-D40C-F1C2-1F61C74C0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C3054-477D-0C90-A49A-3A2D4A6AE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962E786-DA8D-8B5C-C00E-B5110AB15DC9}"/>
              </a:ext>
            </a:extLst>
          </p:cNvPr>
          <p:cNvGrpSpPr/>
          <p:nvPr/>
        </p:nvGrpSpPr>
        <p:grpSpPr>
          <a:xfrm>
            <a:off x="6567147" y="1909880"/>
            <a:ext cx="4131000" cy="551520"/>
            <a:chOff x="6567147" y="1909880"/>
            <a:chExt cx="4131000" cy="55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0F4E5C9-FC72-B76E-D2A2-D6FBF0C7063B}"/>
                    </a:ext>
                  </a:extLst>
                </p14:cNvPr>
                <p14:cNvContentPartPr/>
                <p14:nvPr/>
              </p14:nvContentPartPr>
              <p14:xfrm>
                <a:off x="10507707" y="2157560"/>
                <a:ext cx="190440" cy="1814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0F4E5C9-FC72-B76E-D2A2-D6FBF0C7063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501587" y="2151440"/>
                  <a:ext cx="20268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AB5E8BA-EF64-C357-7347-7BF05448AF34}"/>
                    </a:ext>
                  </a:extLst>
                </p14:cNvPr>
                <p14:cNvContentPartPr/>
                <p14:nvPr/>
              </p14:nvContentPartPr>
              <p14:xfrm>
                <a:off x="10128987" y="2173760"/>
                <a:ext cx="305280" cy="2876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AB5E8BA-EF64-C357-7347-7BF05448AF3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122867" y="2167640"/>
                  <a:ext cx="31752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239B5AC-81F4-9BFE-5D07-BA1CBC19F3F5}"/>
                    </a:ext>
                  </a:extLst>
                </p14:cNvPr>
                <p14:cNvContentPartPr/>
                <p14:nvPr/>
              </p14:nvContentPartPr>
              <p14:xfrm>
                <a:off x="10275867" y="2410640"/>
                <a:ext cx="46800" cy="313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239B5AC-81F4-9BFE-5D07-BA1CBC19F3F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269747" y="2404520"/>
                  <a:ext cx="590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8BB4139-C3A5-E04C-4111-827211FE9750}"/>
                    </a:ext>
                  </a:extLst>
                </p14:cNvPr>
                <p14:cNvContentPartPr/>
                <p14:nvPr/>
              </p14:nvContentPartPr>
              <p14:xfrm>
                <a:off x="10351467" y="2411000"/>
                <a:ext cx="11160" cy="147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8BB4139-C3A5-E04C-4111-827211FE975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345347" y="2404880"/>
                  <a:ext cx="2340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9F6D0F5-9109-27EE-DFEF-210C2FFC67E6}"/>
                    </a:ext>
                  </a:extLst>
                </p14:cNvPr>
                <p14:cNvContentPartPr/>
                <p14:nvPr/>
              </p14:nvContentPartPr>
              <p14:xfrm>
                <a:off x="9905067" y="2226320"/>
                <a:ext cx="222120" cy="1735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9F6D0F5-9109-27EE-DFEF-210C2FFC67E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898947" y="2220200"/>
                  <a:ext cx="2343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B06D89E-1D3D-DB57-3E68-A2DF966E0104}"/>
                    </a:ext>
                  </a:extLst>
                </p14:cNvPr>
                <p14:cNvContentPartPr/>
                <p14:nvPr/>
              </p14:nvContentPartPr>
              <p14:xfrm>
                <a:off x="9704907" y="2277800"/>
                <a:ext cx="235080" cy="1306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B06D89E-1D3D-DB57-3E68-A2DF966E010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698787" y="2271680"/>
                  <a:ext cx="2473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CA64938-F338-8E36-AA04-6A40E5FC1173}"/>
                    </a:ext>
                  </a:extLst>
                </p14:cNvPr>
                <p14:cNvContentPartPr/>
                <p14:nvPr/>
              </p14:nvContentPartPr>
              <p14:xfrm>
                <a:off x="9954747" y="2127680"/>
                <a:ext cx="19800" cy="118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CA64938-F338-8E36-AA04-6A40E5FC117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948627" y="2121560"/>
                  <a:ext cx="320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D07D70F-F2EC-F608-5027-BC4E0E6DCF38}"/>
                    </a:ext>
                  </a:extLst>
                </p14:cNvPr>
                <p14:cNvContentPartPr/>
                <p14:nvPr/>
              </p14:nvContentPartPr>
              <p14:xfrm>
                <a:off x="8468307" y="2131640"/>
                <a:ext cx="1069920" cy="2779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D07D70F-F2EC-F608-5027-BC4E0E6DCF3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462187" y="2125520"/>
                  <a:ext cx="108216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C697AE5-7946-108B-757E-1888C27C52CC}"/>
                    </a:ext>
                  </a:extLst>
                </p14:cNvPr>
                <p14:cNvContentPartPr/>
                <p14:nvPr/>
              </p14:nvContentPartPr>
              <p14:xfrm>
                <a:off x="8356347" y="1945520"/>
                <a:ext cx="65880" cy="3031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C697AE5-7946-108B-757E-1888C27C52C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350227" y="1939400"/>
                  <a:ext cx="7812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4870EBD-4A92-BE7E-1AD6-14E71D2B3306}"/>
                    </a:ext>
                  </a:extLst>
                </p14:cNvPr>
                <p14:cNvContentPartPr/>
                <p14:nvPr/>
              </p14:nvContentPartPr>
              <p14:xfrm>
                <a:off x="8088867" y="2109680"/>
                <a:ext cx="219960" cy="1648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4870EBD-4A92-BE7E-1AD6-14E71D2B330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082747" y="2103560"/>
                  <a:ext cx="2322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7C5851C-EFB5-5A0F-386F-7B90EB6190BE}"/>
                    </a:ext>
                  </a:extLst>
                </p14:cNvPr>
                <p14:cNvContentPartPr/>
                <p14:nvPr/>
              </p14:nvContentPartPr>
              <p14:xfrm>
                <a:off x="7769187" y="2007440"/>
                <a:ext cx="347760" cy="3196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7C5851C-EFB5-5A0F-386F-7B90EB6190B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763067" y="2001320"/>
                  <a:ext cx="36000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D544715-7A63-54F1-9B31-5EDA8179DFBC}"/>
                    </a:ext>
                  </a:extLst>
                </p14:cNvPr>
                <p14:cNvContentPartPr/>
                <p14:nvPr/>
              </p14:nvContentPartPr>
              <p14:xfrm>
                <a:off x="7942347" y="2161160"/>
                <a:ext cx="29160" cy="331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D544715-7A63-54F1-9B31-5EDA8179DFB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936227" y="2155040"/>
                  <a:ext cx="414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3E8B42D-D113-C09A-17C8-0863710AADC7}"/>
                    </a:ext>
                  </a:extLst>
                </p14:cNvPr>
                <p14:cNvContentPartPr/>
                <p14:nvPr/>
              </p14:nvContentPartPr>
              <p14:xfrm>
                <a:off x="7827867" y="1909880"/>
                <a:ext cx="133920" cy="972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3E8B42D-D113-C09A-17C8-0863710AADC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821747" y="1903760"/>
                  <a:ext cx="14616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012CA4F-2893-2FAD-669C-5BE02B150685}"/>
                    </a:ext>
                  </a:extLst>
                </p14:cNvPr>
                <p14:cNvContentPartPr/>
                <p14:nvPr/>
              </p14:nvContentPartPr>
              <p14:xfrm>
                <a:off x="7432587" y="2125520"/>
                <a:ext cx="155880" cy="1562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012CA4F-2893-2FAD-669C-5BE02B15068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426467" y="2119400"/>
                  <a:ext cx="16812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A8D36E2-3084-5D5F-C32D-1F41DD0D365A}"/>
                    </a:ext>
                  </a:extLst>
                </p14:cNvPr>
                <p14:cNvContentPartPr/>
                <p14:nvPr/>
              </p14:nvContentPartPr>
              <p14:xfrm>
                <a:off x="6945507" y="2103920"/>
                <a:ext cx="383760" cy="2588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A8D36E2-3084-5D5F-C32D-1F41DD0D365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939387" y="2097800"/>
                  <a:ext cx="39600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5B01E0E-286A-059C-85FF-2297E205D6EB}"/>
                    </a:ext>
                  </a:extLst>
                </p14:cNvPr>
                <p14:cNvContentPartPr/>
                <p14:nvPr/>
              </p14:nvContentPartPr>
              <p14:xfrm>
                <a:off x="7088067" y="2392280"/>
                <a:ext cx="68400" cy="291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5B01E0E-286A-059C-85FF-2297E205D6E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081947" y="2386160"/>
                  <a:ext cx="806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3CEF56F-A7AA-0B29-7867-E4DA9CFF507B}"/>
                    </a:ext>
                  </a:extLst>
                </p14:cNvPr>
                <p14:cNvContentPartPr/>
                <p14:nvPr/>
              </p14:nvContentPartPr>
              <p14:xfrm>
                <a:off x="7229187" y="2385800"/>
                <a:ext cx="17640" cy="154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3CEF56F-A7AA-0B29-7867-E4DA9CFF507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223067" y="2379680"/>
                  <a:ext cx="298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0E471D0-78CB-1600-1D40-DF99DF4E19F3}"/>
                    </a:ext>
                  </a:extLst>
                </p14:cNvPr>
                <p14:cNvContentPartPr/>
                <p14:nvPr/>
              </p14:nvContentPartPr>
              <p14:xfrm>
                <a:off x="6567147" y="2047040"/>
                <a:ext cx="396000" cy="291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0E471D0-78CB-1600-1D40-DF99DF4E19F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561027" y="2040920"/>
                  <a:ext cx="408240" cy="30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AEC6360-477B-E681-30D8-296E9BC22B2F}"/>
              </a:ext>
            </a:extLst>
          </p:cNvPr>
          <p:cNvGrpSpPr/>
          <p:nvPr/>
        </p:nvGrpSpPr>
        <p:grpSpPr>
          <a:xfrm>
            <a:off x="6102027" y="1992320"/>
            <a:ext cx="140760" cy="391680"/>
            <a:chOff x="6102027" y="1992320"/>
            <a:chExt cx="140760" cy="39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66DDDD0-67CA-E722-DD4A-5C8828F57243}"/>
                    </a:ext>
                  </a:extLst>
                </p14:cNvPr>
                <p14:cNvContentPartPr/>
                <p14:nvPr/>
              </p14:nvContentPartPr>
              <p14:xfrm>
                <a:off x="6102027" y="1992320"/>
                <a:ext cx="140760" cy="2980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66DDDD0-67CA-E722-DD4A-5C8828F5724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095907" y="1986200"/>
                  <a:ext cx="15300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8EE2E96-88DD-2048-1C97-1FF51FFE0E6E}"/>
                    </a:ext>
                  </a:extLst>
                </p14:cNvPr>
                <p14:cNvContentPartPr/>
                <p14:nvPr/>
              </p14:nvContentPartPr>
              <p14:xfrm>
                <a:off x="6188427" y="2366000"/>
                <a:ext cx="11520" cy="180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8EE2E96-88DD-2048-1C97-1FF51FFE0E6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182307" y="2359880"/>
                  <a:ext cx="23760" cy="3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8741C053-4FFA-9233-CD86-37FD610DFAF6}"/>
                  </a:ext>
                </a:extLst>
              </p14:cNvPr>
              <p14:cNvContentPartPr/>
              <p14:nvPr/>
            </p14:nvContentPartPr>
            <p14:xfrm>
              <a:off x="10997667" y="2362400"/>
              <a:ext cx="109440" cy="104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8741C053-4FFA-9233-CD86-37FD610DFAF6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991547" y="2356280"/>
                <a:ext cx="121680" cy="2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1BE2E76E-7521-99A0-8DFB-047E6671BFD9}"/>
                  </a:ext>
                </a:extLst>
              </p14:cNvPr>
              <p14:cNvContentPartPr/>
              <p14:nvPr/>
            </p14:nvContentPartPr>
            <p14:xfrm>
              <a:off x="10999467" y="3036320"/>
              <a:ext cx="110520" cy="21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1BE2E76E-7521-99A0-8DFB-047E6671BFD9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0993347" y="3030200"/>
                <a:ext cx="122760" cy="1440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C1381FDF-9E17-C15C-651E-6038B57DF2CE}"/>
              </a:ext>
            </a:extLst>
          </p:cNvPr>
          <p:cNvGrpSpPr/>
          <p:nvPr/>
        </p:nvGrpSpPr>
        <p:grpSpPr>
          <a:xfrm>
            <a:off x="9495387" y="2653280"/>
            <a:ext cx="1068840" cy="551520"/>
            <a:chOff x="9495387" y="2653280"/>
            <a:chExt cx="1068840" cy="55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C754163-9337-99C1-CBAF-7A01DF01E395}"/>
                    </a:ext>
                  </a:extLst>
                </p14:cNvPr>
                <p14:cNvContentPartPr/>
                <p14:nvPr/>
              </p14:nvContentPartPr>
              <p14:xfrm>
                <a:off x="10403667" y="2940200"/>
                <a:ext cx="160560" cy="1620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C754163-9337-99C1-CBAF-7A01DF01E39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397547" y="2934080"/>
                  <a:ext cx="17280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E64C1BC-AE9A-57A5-F111-006C7484878B}"/>
                    </a:ext>
                  </a:extLst>
                </p14:cNvPr>
                <p14:cNvContentPartPr/>
                <p14:nvPr/>
              </p14:nvContentPartPr>
              <p14:xfrm>
                <a:off x="9495387" y="2945240"/>
                <a:ext cx="768600" cy="1418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E64C1BC-AE9A-57A5-F111-006C7484878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489267" y="2939120"/>
                  <a:ext cx="78084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589D1FB-F46D-F04E-ECC8-6DE18D7788AC}"/>
                    </a:ext>
                  </a:extLst>
                </p14:cNvPr>
                <p14:cNvContentPartPr/>
                <p14:nvPr/>
              </p14:nvContentPartPr>
              <p14:xfrm>
                <a:off x="10207467" y="3164120"/>
                <a:ext cx="12600" cy="406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589D1FB-F46D-F04E-ECC8-6DE18D7788A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201347" y="3158000"/>
                  <a:ext cx="248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61D4E9F-8CB3-D7AB-F004-C7386EB1A9FA}"/>
                    </a:ext>
                  </a:extLst>
                </p14:cNvPr>
                <p14:cNvContentPartPr/>
                <p14:nvPr/>
              </p14:nvContentPartPr>
              <p14:xfrm>
                <a:off x="10267947" y="3176720"/>
                <a:ext cx="20520" cy="27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61D4E9F-8CB3-D7AB-F004-C7386EB1A9F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261827" y="3170600"/>
                  <a:ext cx="327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022154D-EA7C-98E5-1ACD-3C59898C0167}"/>
                    </a:ext>
                  </a:extLst>
                </p14:cNvPr>
                <p14:cNvContentPartPr/>
                <p14:nvPr/>
              </p14:nvContentPartPr>
              <p14:xfrm>
                <a:off x="10012707" y="2888720"/>
                <a:ext cx="26280" cy="291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022154D-EA7C-98E5-1ACD-3C59898C016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006587" y="2882600"/>
                  <a:ext cx="385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FB7B3FE-2C39-6F4C-CACB-BD8251284484}"/>
                    </a:ext>
                  </a:extLst>
                </p14:cNvPr>
                <p14:cNvContentPartPr/>
                <p14:nvPr/>
              </p14:nvContentPartPr>
              <p14:xfrm>
                <a:off x="10074987" y="2884040"/>
                <a:ext cx="19080" cy="388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FB7B3FE-2C39-6F4C-CACB-BD825128448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068867" y="2877920"/>
                  <a:ext cx="3132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BB3072D-3076-2415-B08C-A37D180195E7}"/>
                    </a:ext>
                  </a:extLst>
                </p14:cNvPr>
                <p14:cNvContentPartPr/>
                <p14:nvPr/>
              </p14:nvContentPartPr>
              <p14:xfrm>
                <a:off x="10038987" y="2796200"/>
                <a:ext cx="19800" cy="216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BB3072D-3076-2415-B08C-A37D180195E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032867" y="2790080"/>
                  <a:ext cx="320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305E4D5-EF30-9A93-430C-BECB5CD6EBBA}"/>
                    </a:ext>
                  </a:extLst>
                </p14:cNvPr>
                <p14:cNvContentPartPr/>
                <p14:nvPr/>
              </p14:nvContentPartPr>
              <p14:xfrm>
                <a:off x="9762867" y="3169160"/>
                <a:ext cx="16920" cy="198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305E4D5-EF30-9A93-430C-BECB5CD6EBB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756747" y="3163040"/>
                  <a:ext cx="291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CD2BA62-0EDA-5627-3299-19AD63D3FB77}"/>
                    </a:ext>
                  </a:extLst>
                </p14:cNvPr>
                <p14:cNvContentPartPr/>
                <p14:nvPr/>
              </p14:nvContentPartPr>
              <p14:xfrm>
                <a:off x="9995427" y="2653280"/>
                <a:ext cx="118440" cy="640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CD2BA62-0EDA-5627-3299-19AD63D3FB7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989307" y="2647160"/>
                  <a:ext cx="130680" cy="7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44C72331-1CC1-C97F-446C-1B129CE7314D}"/>
              </a:ext>
            </a:extLst>
          </p:cNvPr>
          <p:cNvGrpSpPr/>
          <p:nvPr/>
        </p:nvGrpSpPr>
        <p:grpSpPr>
          <a:xfrm>
            <a:off x="7366707" y="2707280"/>
            <a:ext cx="2008800" cy="500040"/>
            <a:chOff x="7366707" y="2707280"/>
            <a:chExt cx="2008800" cy="50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429EDE4-306F-4AD9-6A2C-0119FB5E41FA}"/>
                    </a:ext>
                  </a:extLst>
                </p14:cNvPr>
                <p14:cNvContentPartPr/>
                <p14:nvPr/>
              </p14:nvContentPartPr>
              <p14:xfrm>
                <a:off x="9344907" y="2821400"/>
                <a:ext cx="30600" cy="3013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429EDE4-306F-4AD9-6A2C-0119FB5E41F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338787" y="2815280"/>
                  <a:ext cx="4284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F12A958-280A-7A1D-0C3F-EA76579F55C0}"/>
                    </a:ext>
                  </a:extLst>
                </p14:cNvPr>
                <p14:cNvContentPartPr/>
                <p14:nvPr/>
              </p14:nvContentPartPr>
              <p14:xfrm>
                <a:off x="9075267" y="2986280"/>
                <a:ext cx="177120" cy="1587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F12A958-280A-7A1D-0C3F-EA76579F55C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069147" y="2980160"/>
                  <a:ext cx="18936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1B36579-3BE5-0A1F-5F66-3EC3439A13EA}"/>
                    </a:ext>
                  </a:extLst>
                </p14:cNvPr>
                <p14:cNvContentPartPr/>
                <p14:nvPr/>
              </p14:nvContentPartPr>
              <p14:xfrm>
                <a:off x="8768907" y="2873600"/>
                <a:ext cx="321120" cy="3027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1B36579-3BE5-0A1F-5F66-3EC3439A13E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762787" y="2867480"/>
                  <a:ext cx="33336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1702B03-5B89-92F7-4922-7D7491ECF773}"/>
                    </a:ext>
                  </a:extLst>
                </p14:cNvPr>
                <p14:cNvContentPartPr/>
                <p14:nvPr/>
              </p14:nvContentPartPr>
              <p14:xfrm>
                <a:off x="8960427" y="2987000"/>
                <a:ext cx="11880" cy="262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1702B03-5B89-92F7-4922-7D7491ECF77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954307" y="2980880"/>
                  <a:ext cx="241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5671DDE-1018-0252-5813-177D0F0C8070}"/>
                    </a:ext>
                  </a:extLst>
                </p14:cNvPr>
                <p14:cNvContentPartPr/>
                <p14:nvPr/>
              </p14:nvContentPartPr>
              <p14:xfrm>
                <a:off x="8747307" y="2707280"/>
                <a:ext cx="190800" cy="1414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5671DDE-1018-0252-5813-177D0F0C807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741187" y="2701160"/>
                  <a:ext cx="20304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FCB70E0-B012-A8C3-767E-D0D72E969DE5}"/>
                    </a:ext>
                  </a:extLst>
                </p14:cNvPr>
                <p14:cNvContentPartPr/>
                <p14:nvPr/>
              </p14:nvContentPartPr>
              <p14:xfrm>
                <a:off x="8345907" y="2925440"/>
                <a:ext cx="238320" cy="1663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FCB70E0-B012-A8C3-767E-D0D72E969DE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339787" y="2919320"/>
                  <a:ext cx="25056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2B9F29C-F9C7-4895-87BA-07D89E532FBC}"/>
                    </a:ext>
                  </a:extLst>
                </p14:cNvPr>
                <p14:cNvContentPartPr/>
                <p14:nvPr/>
              </p14:nvContentPartPr>
              <p14:xfrm>
                <a:off x="7814187" y="2871800"/>
                <a:ext cx="434160" cy="2401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2B9F29C-F9C7-4895-87BA-07D89E532FB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808067" y="2865680"/>
                  <a:ext cx="44640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FBDECDC-AE01-4DA9-C63E-E111897D7273}"/>
                    </a:ext>
                  </a:extLst>
                </p14:cNvPr>
                <p14:cNvContentPartPr/>
                <p14:nvPr/>
              </p14:nvContentPartPr>
              <p14:xfrm>
                <a:off x="8043147" y="3185360"/>
                <a:ext cx="31320" cy="219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FBDECDC-AE01-4DA9-C63E-E111897D727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037027" y="3179240"/>
                  <a:ext cx="435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DA266BD-F919-D985-1371-9BFBFE7A143E}"/>
                    </a:ext>
                  </a:extLst>
                </p14:cNvPr>
                <p14:cNvContentPartPr/>
                <p14:nvPr/>
              </p14:nvContentPartPr>
              <p14:xfrm>
                <a:off x="8203347" y="3170240"/>
                <a:ext cx="8640" cy="169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DA266BD-F919-D985-1371-9BFBFE7A143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197227" y="3164120"/>
                  <a:ext cx="208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90BB568-B106-2DA6-7E06-5467211D3284}"/>
                    </a:ext>
                  </a:extLst>
                </p14:cNvPr>
                <p14:cNvContentPartPr/>
                <p14:nvPr/>
              </p14:nvContentPartPr>
              <p14:xfrm>
                <a:off x="7366707" y="2820320"/>
                <a:ext cx="406080" cy="2970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90BB568-B106-2DA6-7E06-5467211D328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360587" y="2814200"/>
                  <a:ext cx="418320" cy="30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4422707D-52D1-F68F-8FDD-B962863A1F3C}"/>
                  </a:ext>
                </a:extLst>
              </p14:cNvPr>
              <p14:cNvContentPartPr/>
              <p14:nvPr/>
            </p14:nvContentPartPr>
            <p14:xfrm>
              <a:off x="6950907" y="2770640"/>
              <a:ext cx="140040" cy="32040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4422707D-52D1-F68F-8FDD-B962863A1F3C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6944787" y="2764520"/>
                <a:ext cx="152280" cy="33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3022B9DE-F9BA-A33E-8138-260DD2DB9CE0}"/>
                  </a:ext>
                </a:extLst>
              </p14:cNvPr>
              <p14:cNvContentPartPr/>
              <p14:nvPr/>
            </p14:nvContentPartPr>
            <p14:xfrm>
              <a:off x="7076187" y="3185000"/>
              <a:ext cx="32400" cy="1908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3022B9DE-F9BA-A33E-8138-260DD2DB9CE0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7070067" y="3178880"/>
                <a:ext cx="4464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95C889E9-A3C2-ED3F-8A0C-74EE04068943}"/>
                  </a:ext>
                </a:extLst>
              </p14:cNvPr>
              <p14:cNvContentPartPr/>
              <p14:nvPr/>
            </p14:nvContentPartPr>
            <p14:xfrm>
              <a:off x="10921347" y="3652280"/>
              <a:ext cx="121680" cy="900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95C889E9-A3C2-ED3F-8A0C-74EE04068943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0915227" y="3646160"/>
                <a:ext cx="133920" cy="21240"/>
              </a:xfrm>
              <a:prstGeom prst="rect">
                <a:avLst/>
              </a:prstGeom>
            </p:spPr>
          </p:pic>
        </mc:Fallback>
      </mc:AlternateContent>
      <p:grpSp>
        <p:nvGrpSpPr>
          <p:cNvPr id="78" name="Group 77">
            <a:extLst>
              <a:ext uri="{FF2B5EF4-FFF2-40B4-BE49-F238E27FC236}">
                <a16:creationId xmlns:a16="http://schemas.microsoft.com/office/drawing/2014/main" id="{4300430E-31BB-33C1-434E-DA1BDAF185C6}"/>
              </a:ext>
            </a:extLst>
          </p:cNvPr>
          <p:cNvGrpSpPr/>
          <p:nvPr/>
        </p:nvGrpSpPr>
        <p:grpSpPr>
          <a:xfrm>
            <a:off x="6870987" y="3447800"/>
            <a:ext cx="3759120" cy="689760"/>
            <a:chOff x="6870987" y="3447800"/>
            <a:chExt cx="3759120" cy="68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10E12B9-534F-969C-3D22-1724929E77AF}"/>
                    </a:ext>
                  </a:extLst>
                </p14:cNvPr>
                <p14:cNvContentPartPr/>
                <p14:nvPr/>
              </p14:nvContentPartPr>
              <p14:xfrm>
                <a:off x="10477467" y="3581720"/>
                <a:ext cx="152640" cy="1904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10E12B9-534F-969C-3D22-1724929E77A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471347" y="3575600"/>
                  <a:ext cx="16488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4E25F6C-D6A1-876E-F856-6F6436039856}"/>
                    </a:ext>
                  </a:extLst>
                </p14:cNvPr>
                <p14:cNvContentPartPr/>
                <p14:nvPr/>
              </p14:nvContentPartPr>
              <p14:xfrm>
                <a:off x="10008027" y="3611240"/>
                <a:ext cx="382320" cy="3513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4E25F6C-D6A1-876E-F856-6F643603985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001907" y="3605120"/>
                  <a:ext cx="39456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AF46E4E-718F-5882-C0DA-4D44C8EE099F}"/>
                    </a:ext>
                  </a:extLst>
                </p14:cNvPr>
                <p14:cNvContentPartPr/>
                <p14:nvPr/>
              </p14:nvContentPartPr>
              <p14:xfrm>
                <a:off x="10197027" y="3890600"/>
                <a:ext cx="34560" cy="183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AF46E4E-718F-5882-C0DA-4D44C8EE099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190907" y="3884480"/>
                  <a:ext cx="468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1374529-6E06-231E-E80F-652E969D2EEB}"/>
                    </a:ext>
                  </a:extLst>
                </p14:cNvPr>
                <p14:cNvContentPartPr/>
                <p14:nvPr/>
              </p14:nvContentPartPr>
              <p14:xfrm>
                <a:off x="10294587" y="3887720"/>
                <a:ext cx="13680" cy="172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1374529-6E06-231E-E80F-652E969D2EE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288467" y="3881600"/>
                  <a:ext cx="259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B26612F-3D84-51A6-DB2B-D159856B9A7B}"/>
                    </a:ext>
                  </a:extLst>
                </p14:cNvPr>
                <p14:cNvContentPartPr/>
                <p14:nvPr/>
              </p14:nvContentPartPr>
              <p14:xfrm>
                <a:off x="9863307" y="3664880"/>
                <a:ext cx="219240" cy="1846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B26612F-3D84-51A6-DB2B-D159856B9A7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857187" y="3658760"/>
                  <a:ext cx="23148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F32B066-2C7D-3DA2-E30D-D8D637659C58}"/>
                    </a:ext>
                  </a:extLst>
                </p14:cNvPr>
                <p14:cNvContentPartPr/>
                <p14:nvPr/>
              </p14:nvContentPartPr>
              <p14:xfrm>
                <a:off x="9595827" y="3736160"/>
                <a:ext cx="317160" cy="1584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F32B066-2C7D-3DA2-E30D-D8D637659C5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589707" y="3730040"/>
                  <a:ext cx="32940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C69084A-2438-FF3B-71BC-A958656176FB}"/>
                    </a:ext>
                  </a:extLst>
                </p14:cNvPr>
                <p14:cNvContentPartPr/>
                <p14:nvPr/>
              </p14:nvContentPartPr>
              <p14:xfrm>
                <a:off x="9902187" y="3561200"/>
                <a:ext cx="24480" cy="342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C69084A-2438-FF3B-71BC-A958656176F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896067" y="3555080"/>
                  <a:ext cx="3672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4E8FE47-FD67-CFD0-0038-EFF7AEF3492E}"/>
                    </a:ext>
                  </a:extLst>
                </p14:cNvPr>
                <p14:cNvContentPartPr/>
                <p14:nvPr/>
              </p14:nvContentPartPr>
              <p14:xfrm>
                <a:off x="9205587" y="3613760"/>
                <a:ext cx="375480" cy="1519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4E8FE47-FD67-CFD0-0038-EFF7AEF3492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199467" y="3607640"/>
                  <a:ext cx="3877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2088A2F-7185-E7C5-6362-1E875D8DBA93}"/>
                    </a:ext>
                  </a:extLst>
                </p14:cNvPr>
                <p14:cNvContentPartPr/>
                <p14:nvPr/>
              </p14:nvContentPartPr>
              <p14:xfrm>
                <a:off x="9321507" y="3447800"/>
                <a:ext cx="132120" cy="1368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2088A2F-7185-E7C5-6362-1E875D8DBA9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315387" y="3441680"/>
                  <a:ext cx="14436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6D44B00-B4E1-0BBF-E39C-7E786EF40FF2}"/>
                    </a:ext>
                  </a:extLst>
                </p14:cNvPr>
                <p14:cNvContentPartPr/>
                <p14:nvPr/>
              </p14:nvContentPartPr>
              <p14:xfrm>
                <a:off x="9069147" y="3670640"/>
                <a:ext cx="152280" cy="1062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6D44B00-B4E1-0BBF-E39C-7E786EF40FF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063027" y="3664520"/>
                  <a:ext cx="16452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D642E0C-D48A-C10A-550A-CD1A432FB821}"/>
                    </a:ext>
                  </a:extLst>
                </p14:cNvPr>
                <p14:cNvContentPartPr/>
                <p14:nvPr/>
              </p14:nvContentPartPr>
              <p14:xfrm>
                <a:off x="9115947" y="3914360"/>
                <a:ext cx="21240" cy="223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D642E0C-D48A-C10A-550A-CD1A432FB82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109827" y="3908240"/>
                  <a:ext cx="334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08E31FF-5AAA-4DD3-E3A3-C15C035B7B6B}"/>
                    </a:ext>
                  </a:extLst>
                </p14:cNvPr>
                <p14:cNvContentPartPr/>
                <p14:nvPr/>
              </p14:nvContentPartPr>
              <p14:xfrm>
                <a:off x="8829387" y="3705560"/>
                <a:ext cx="475920" cy="4320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08E31FF-5AAA-4DD3-E3A3-C15C035B7B6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823267" y="3699440"/>
                  <a:ext cx="488160" cy="44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0E390BE-1A97-141C-CB97-318943D8E7AA}"/>
                    </a:ext>
                  </a:extLst>
                </p14:cNvPr>
                <p14:cNvContentPartPr/>
                <p14:nvPr/>
              </p14:nvContentPartPr>
              <p14:xfrm>
                <a:off x="8634987" y="3608000"/>
                <a:ext cx="59400" cy="2754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0E390BE-1A97-141C-CB97-318943D8E7A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628867" y="3601880"/>
                  <a:ext cx="7164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C651F63-2B9A-1DA6-34D6-50E479C22532}"/>
                    </a:ext>
                  </a:extLst>
                </p14:cNvPr>
                <p14:cNvContentPartPr/>
                <p14:nvPr/>
              </p14:nvContentPartPr>
              <p14:xfrm>
                <a:off x="8419347" y="3790880"/>
                <a:ext cx="148680" cy="1483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C651F63-2B9A-1DA6-34D6-50E479C2253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413227" y="3784760"/>
                  <a:ext cx="16092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E89FA21-77C2-6129-6A07-2F3CDB4FB15F}"/>
                    </a:ext>
                  </a:extLst>
                </p14:cNvPr>
                <p14:cNvContentPartPr/>
                <p14:nvPr/>
              </p14:nvContentPartPr>
              <p14:xfrm>
                <a:off x="8133507" y="3687920"/>
                <a:ext cx="295200" cy="2743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E89FA21-77C2-6129-6A07-2F3CDB4FB15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127387" y="3681800"/>
                  <a:ext cx="30744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996C4F9-006E-16B1-DE4E-BDB18279097D}"/>
                    </a:ext>
                  </a:extLst>
                </p14:cNvPr>
                <p14:cNvContentPartPr/>
                <p14:nvPr/>
              </p14:nvContentPartPr>
              <p14:xfrm>
                <a:off x="8263107" y="3820040"/>
                <a:ext cx="21600" cy="234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996C4F9-006E-16B1-DE4E-BDB18279097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256987" y="3813920"/>
                  <a:ext cx="3384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EF897C4-DFF5-D314-9027-8ED8636505D3}"/>
                    </a:ext>
                  </a:extLst>
                </p14:cNvPr>
                <p14:cNvContentPartPr/>
                <p14:nvPr/>
              </p14:nvContentPartPr>
              <p14:xfrm>
                <a:off x="8134947" y="3525920"/>
                <a:ext cx="140760" cy="1162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EF897C4-DFF5-D314-9027-8ED8636505D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128827" y="3519800"/>
                  <a:ext cx="15300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D8B8AE8-E31F-57C9-8ADC-05275A5052B0}"/>
                    </a:ext>
                  </a:extLst>
                </p14:cNvPr>
                <p14:cNvContentPartPr/>
                <p14:nvPr/>
              </p14:nvContentPartPr>
              <p14:xfrm>
                <a:off x="7851267" y="3775760"/>
                <a:ext cx="159840" cy="1386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D8B8AE8-E31F-57C9-8ADC-05275A5052B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845147" y="3769640"/>
                  <a:ext cx="17208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AB3AAFD-BCF5-D109-E671-AC7C2F1B7A92}"/>
                    </a:ext>
                  </a:extLst>
                </p14:cNvPr>
                <p14:cNvContentPartPr/>
                <p14:nvPr/>
              </p14:nvContentPartPr>
              <p14:xfrm>
                <a:off x="7422867" y="3753080"/>
                <a:ext cx="318600" cy="2008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AB3AAFD-BCF5-D109-E671-AC7C2F1B7A9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416747" y="3746960"/>
                  <a:ext cx="3308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BFE165C-9E1F-0992-958F-88F03586271E}"/>
                    </a:ext>
                  </a:extLst>
                </p14:cNvPr>
                <p14:cNvContentPartPr/>
                <p14:nvPr/>
              </p14:nvContentPartPr>
              <p14:xfrm>
                <a:off x="7580907" y="4008680"/>
                <a:ext cx="28800" cy="172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BFE165C-9E1F-0992-958F-88F03586271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574787" y="4002560"/>
                  <a:ext cx="410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F886C2DF-89F4-F435-ADBC-FEC47E64AABD}"/>
                    </a:ext>
                  </a:extLst>
                </p14:cNvPr>
                <p14:cNvContentPartPr/>
                <p14:nvPr/>
              </p14:nvContentPartPr>
              <p14:xfrm>
                <a:off x="7688187" y="4005080"/>
                <a:ext cx="6480" cy="50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F886C2DF-89F4-F435-ADBC-FEC47E64AAB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682067" y="3998960"/>
                  <a:ext cx="1872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EB3949F-4CCD-C4D8-6FF1-36AAF64B4CC6}"/>
                    </a:ext>
                  </a:extLst>
                </p14:cNvPr>
                <p14:cNvContentPartPr/>
                <p14:nvPr/>
              </p14:nvContentPartPr>
              <p14:xfrm>
                <a:off x="7063947" y="3697280"/>
                <a:ext cx="316440" cy="2815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EB3949F-4CCD-C4D8-6FF1-36AAF64B4CC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057827" y="3691160"/>
                  <a:ext cx="32868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74D484B-0E1A-4A1C-09FB-462451A30694}"/>
                    </a:ext>
                  </a:extLst>
                </p14:cNvPr>
                <p14:cNvContentPartPr/>
                <p14:nvPr/>
              </p14:nvContentPartPr>
              <p14:xfrm>
                <a:off x="6870987" y="3617000"/>
                <a:ext cx="89280" cy="3002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74D484B-0E1A-4A1C-09FB-462451A30694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864867" y="3610880"/>
                  <a:ext cx="10152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6F6F88C-13AB-4D6E-D0AF-70E492E3CDB2}"/>
                    </a:ext>
                  </a:extLst>
                </p14:cNvPr>
                <p14:cNvContentPartPr/>
                <p14:nvPr/>
              </p14:nvContentPartPr>
              <p14:xfrm>
                <a:off x="6898707" y="4028840"/>
                <a:ext cx="11880" cy="295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6F6F88C-13AB-4D6E-D0AF-70E492E3CDB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892587" y="4022720"/>
                  <a:ext cx="24120" cy="4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89D20EDA-FDEF-0629-34BE-84F83D4B87F5}"/>
                  </a:ext>
                </a:extLst>
              </p14:cNvPr>
              <p14:cNvContentPartPr/>
              <p14:nvPr/>
            </p14:nvContentPartPr>
            <p14:xfrm>
              <a:off x="10802187" y="4388480"/>
              <a:ext cx="106560" cy="1872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89D20EDA-FDEF-0629-34BE-84F83D4B87F5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10796067" y="4382360"/>
                <a:ext cx="118800" cy="30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6" name="Group 105">
            <a:extLst>
              <a:ext uri="{FF2B5EF4-FFF2-40B4-BE49-F238E27FC236}">
                <a16:creationId xmlns:a16="http://schemas.microsoft.com/office/drawing/2014/main" id="{CFD86E6A-3860-A82C-1831-39CCB46336E6}"/>
              </a:ext>
            </a:extLst>
          </p:cNvPr>
          <p:cNvGrpSpPr/>
          <p:nvPr/>
        </p:nvGrpSpPr>
        <p:grpSpPr>
          <a:xfrm>
            <a:off x="6788187" y="4112360"/>
            <a:ext cx="3661560" cy="666360"/>
            <a:chOff x="6788187" y="4112360"/>
            <a:chExt cx="3661560" cy="66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ED48A55-893A-131D-04BB-0614C0179DD7}"/>
                    </a:ext>
                  </a:extLst>
                </p14:cNvPr>
                <p14:cNvContentPartPr/>
                <p14:nvPr/>
              </p14:nvContentPartPr>
              <p14:xfrm>
                <a:off x="10294587" y="4348160"/>
                <a:ext cx="155160" cy="1728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ED48A55-893A-131D-04BB-0614C0179DD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288467" y="4342040"/>
                  <a:ext cx="1674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E5BBCD7-1F7D-A0C7-5C61-2DF174D3CC0A}"/>
                    </a:ext>
                  </a:extLst>
                </p14:cNvPr>
                <p14:cNvContentPartPr/>
                <p14:nvPr/>
              </p14:nvContentPartPr>
              <p14:xfrm>
                <a:off x="9811827" y="4389200"/>
                <a:ext cx="392760" cy="3391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E5BBCD7-1F7D-A0C7-5C61-2DF174D3CC0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805707" y="4383080"/>
                  <a:ext cx="40500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18C4286-8F41-17AE-4496-6D335B0FF65B}"/>
                    </a:ext>
                  </a:extLst>
                </p14:cNvPr>
                <p14:cNvContentPartPr/>
                <p14:nvPr/>
              </p14:nvContentPartPr>
              <p14:xfrm>
                <a:off x="10032147" y="4659200"/>
                <a:ext cx="41760" cy="226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18C4286-8F41-17AE-4496-6D335B0FF65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026027" y="4653080"/>
                  <a:ext cx="5400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FE5FBB8-A896-CB4B-0BF4-056E15643A92}"/>
                    </a:ext>
                  </a:extLst>
                </p14:cNvPr>
                <p14:cNvContentPartPr/>
                <p14:nvPr/>
              </p14:nvContentPartPr>
              <p14:xfrm>
                <a:off x="10131147" y="4639040"/>
                <a:ext cx="5760" cy="230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FFE5FBB8-A896-CB4B-0BF4-056E15643A9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125027" y="4632920"/>
                  <a:ext cx="180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908A0F8-C0E9-4F9B-F9C1-A350275B3975}"/>
                    </a:ext>
                  </a:extLst>
                </p14:cNvPr>
                <p14:cNvContentPartPr/>
                <p14:nvPr/>
              </p14:nvContentPartPr>
              <p14:xfrm>
                <a:off x="9691947" y="4442840"/>
                <a:ext cx="200880" cy="1677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908A0F8-C0E9-4F9B-F9C1-A350275B3975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685827" y="4436720"/>
                  <a:ext cx="2131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7E41AA9-D1AC-0F6C-D2A3-481E13460A7F}"/>
                    </a:ext>
                  </a:extLst>
                </p14:cNvPr>
                <p14:cNvContentPartPr/>
                <p14:nvPr/>
              </p14:nvContentPartPr>
              <p14:xfrm>
                <a:off x="9444627" y="4502600"/>
                <a:ext cx="294120" cy="1555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7E41AA9-D1AC-0F6C-D2A3-481E13460A7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438507" y="4496480"/>
                  <a:ext cx="3063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30151139-6B09-07FA-62F5-C8B5E0305EB3}"/>
                    </a:ext>
                  </a:extLst>
                </p14:cNvPr>
                <p14:cNvContentPartPr/>
                <p14:nvPr/>
              </p14:nvContentPartPr>
              <p14:xfrm>
                <a:off x="9714987" y="4381640"/>
                <a:ext cx="7560" cy="111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30151139-6B09-07FA-62F5-C8B5E0305EB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708867" y="4375520"/>
                  <a:ext cx="198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6CD69E1-7F87-52BB-D7ED-9832CA340495}"/>
                    </a:ext>
                  </a:extLst>
                </p14:cNvPr>
                <p14:cNvContentPartPr/>
                <p14:nvPr/>
              </p14:nvContentPartPr>
              <p14:xfrm>
                <a:off x="9134667" y="4427720"/>
                <a:ext cx="266040" cy="1148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6CD69E1-7F87-52BB-D7ED-9832CA340495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128547" y="4421600"/>
                  <a:ext cx="2782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AC1595E-2910-F263-2D51-D3012B76A510}"/>
                    </a:ext>
                  </a:extLst>
                </p14:cNvPr>
                <p14:cNvContentPartPr/>
                <p14:nvPr/>
              </p14:nvContentPartPr>
              <p14:xfrm>
                <a:off x="9237267" y="4243040"/>
                <a:ext cx="20520" cy="2487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AC1595E-2910-F263-2D51-D3012B76A51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231147" y="4236920"/>
                  <a:ext cx="3276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19562A3-B9BA-EAB0-0310-F24C2BC1C5F5}"/>
                    </a:ext>
                  </a:extLst>
                </p14:cNvPr>
                <p14:cNvContentPartPr/>
                <p14:nvPr/>
              </p14:nvContentPartPr>
              <p14:xfrm>
                <a:off x="9375147" y="4303160"/>
                <a:ext cx="32040" cy="194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19562A3-B9BA-EAB0-0310-F24C2BC1C5F5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369027" y="4297040"/>
                  <a:ext cx="442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F78E68A1-C26A-AB80-70CB-C073CB315EC7}"/>
                    </a:ext>
                  </a:extLst>
                </p14:cNvPr>
                <p14:cNvContentPartPr/>
                <p14:nvPr/>
              </p14:nvContentPartPr>
              <p14:xfrm>
                <a:off x="8710587" y="4453640"/>
                <a:ext cx="522360" cy="3250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F78E68A1-C26A-AB80-70CB-C073CB315EC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704467" y="4447520"/>
                  <a:ext cx="53460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FA0E3BB-6B7B-B467-1FD7-6664EEE97542}"/>
                    </a:ext>
                  </a:extLst>
                </p14:cNvPr>
                <p14:cNvContentPartPr/>
                <p14:nvPr/>
              </p14:nvContentPartPr>
              <p14:xfrm>
                <a:off x="9386667" y="4112360"/>
                <a:ext cx="98640" cy="662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FA0E3BB-6B7B-B467-1FD7-6664EEE97542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380547" y="4106240"/>
                  <a:ext cx="1108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20ABAF5-3F4F-D77A-9BB4-42429321F311}"/>
                    </a:ext>
                  </a:extLst>
                </p14:cNvPr>
                <p14:cNvContentPartPr/>
                <p14:nvPr/>
              </p14:nvContentPartPr>
              <p14:xfrm>
                <a:off x="8630667" y="4366160"/>
                <a:ext cx="47520" cy="2786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20ABAF5-3F4F-D77A-9BB4-42429321F311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624547" y="4360040"/>
                  <a:ext cx="5976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892813F-1285-537C-8148-F5D7CDA21795}"/>
                    </a:ext>
                  </a:extLst>
                </p14:cNvPr>
                <p14:cNvContentPartPr/>
                <p14:nvPr/>
              </p14:nvContentPartPr>
              <p14:xfrm>
                <a:off x="8330427" y="4517720"/>
                <a:ext cx="210600" cy="1486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892813F-1285-537C-8148-F5D7CDA2179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324307" y="4511600"/>
                  <a:ext cx="22284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11E82BC5-67AF-F86F-1B01-361087EDE077}"/>
                    </a:ext>
                  </a:extLst>
                </p14:cNvPr>
                <p14:cNvContentPartPr/>
                <p14:nvPr/>
              </p14:nvContentPartPr>
              <p14:xfrm>
                <a:off x="8045307" y="4397120"/>
                <a:ext cx="320760" cy="2998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11E82BC5-67AF-F86F-1B01-361087EDE07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039187" y="4391000"/>
                  <a:ext cx="33300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966FEE2-3E85-6619-1C1F-F0E371D590DA}"/>
                    </a:ext>
                  </a:extLst>
                </p14:cNvPr>
                <p14:cNvContentPartPr/>
                <p14:nvPr/>
              </p14:nvContentPartPr>
              <p14:xfrm>
                <a:off x="8238267" y="4546160"/>
                <a:ext cx="26280" cy="205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966FEE2-3E85-6619-1C1F-F0E371D590DA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232147" y="4540040"/>
                  <a:ext cx="3852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10F3E3C6-EF6D-971E-1415-ED0AB7372B99}"/>
                    </a:ext>
                  </a:extLst>
                </p14:cNvPr>
                <p14:cNvContentPartPr/>
                <p14:nvPr/>
              </p14:nvContentPartPr>
              <p14:xfrm>
                <a:off x="8035227" y="4263920"/>
                <a:ext cx="170640" cy="1303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10F3E3C6-EF6D-971E-1415-ED0AB7372B9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029107" y="4257800"/>
                  <a:ext cx="18288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B8D7562-3E03-CD15-E461-2440452CE23D}"/>
                    </a:ext>
                  </a:extLst>
                </p14:cNvPr>
                <p14:cNvContentPartPr/>
                <p14:nvPr/>
              </p14:nvContentPartPr>
              <p14:xfrm>
                <a:off x="7713387" y="4429880"/>
                <a:ext cx="158400" cy="1681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B8D7562-3E03-CD15-E461-2440452CE23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707267" y="4423760"/>
                  <a:ext cx="17064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B7F9FC33-8DB3-AC24-CD8B-A80ADAF7033D}"/>
                    </a:ext>
                  </a:extLst>
                </p14:cNvPr>
                <p14:cNvContentPartPr/>
                <p14:nvPr/>
              </p14:nvContentPartPr>
              <p14:xfrm>
                <a:off x="7327827" y="4379120"/>
                <a:ext cx="307080" cy="2329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B7F9FC33-8DB3-AC24-CD8B-A80ADAF7033D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321707" y="4373000"/>
                  <a:ext cx="3193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0D8BB75-8864-91B5-DDBF-E9D355A6C106}"/>
                    </a:ext>
                  </a:extLst>
                </p14:cNvPr>
                <p14:cNvContentPartPr/>
                <p14:nvPr/>
              </p14:nvContentPartPr>
              <p14:xfrm>
                <a:off x="7479747" y="4661720"/>
                <a:ext cx="25200" cy="126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0D8BB75-8864-91B5-DDBF-E9D355A6C106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473627" y="4655600"/>
                  <a:ext cx="374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9086EB85-8B4A-0F2A-A03C-01851B775CFE}"/>
                    </a:ext>
                  </a:extLst>
                </p14:cNvPr>
                <p14:cNvContentPartPr/>
                <p14:nvPr/>
              </p14:nvContentPartPr>
              <p14:xfrm>
                <a:off x="7556787" y="4645160"/>
                <a:ext cx="20520" cy="190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9086EB85-8B4A-0F2A-A03C-01851B775CFE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550667" y="4639040"/>
                  <a:ext cx="327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77FAA8F2-3095-4851-D30B-B61E62D88873}"/>
                    </a:ext>
                  </a:extLst>
                </p14:cNvPr>
                <p14:cNvContentPartPr/>
                <p14:nvPr/>
              </p14:nvContentPartPr>
              <p14:xfrm>
                <a:off x="7044147" y="4345280"/>
                <a:ext cx="317880" cy="2368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77FAA8F2-3095-4851-D30B-B61E62D8887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038027" y="4339160"/>
                  <a:ext cx="33012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B8E3AC2C-E15B-E049-CEF4-9D55FB7DF9AC}"/>
                    </a:ext>
                  </a:extLst>
                </p14:cNvPr>
                <p14:cNvContentPartPr/>
                <p14:nvPr/>
              </p14:nvContentPartPr>
              <p14:xfrm>
                <a:off x="6788187" y="4382720"/>
                <a:ext cx="103680" cy="2358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B8E3AC2C-E15B-E049-CEF4-9D55FB7DF9AC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782067" y="4376600"/>
                  <a:ext cx="11592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533C42E-BCC2-7067-433C-D20DD0129F38}"/>
                    </a:ext>
                  </a:extLst>
                </p14:cNvPr>
                <p14:cNvContentPartPr/>
                <p14:nvPr/>
              </p14:nvContentPartPr>
              <p14:xfrm>
                <a:off x="6889347" y="4758200"/>
                <a:ext cx="3240" cy="61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533C42E-BCC2-7067-433C-D20DD0129F38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883227" y="4752080"/>
                  <a:ext cx="15480" cy="18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1F98E46D-8D45-1467-4563-86A7AC697772}"/>
                  </a:ext>
                </a:extLst>
              </p14:cNvPr>
              <p14:cNvContentPartPr/>
              <p14:nvPr/>
            </p14:nvContentPartPr>
            <p14:xfrm>
              <a:off x="8868627" y="4225400"/>
              <a:ext cx="149040" cy="360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1F98E46D-8D45-1467-4563-86A7AC697772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8862507" y="4219280"/>
                <a:ext cx="161280" cy="15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8" name="Group 127">
            <a:extLst>
              <a:ext uri="{FF2B5EF4-FFF2-40B4-BE49-F238E27FC236}">
                <a16:creationId xmlns:a16="http://schemas.microsoft.com/office/drawing/2014/main" id="{0655498C-26CF-44FF-AD06-04580A77720C}"/>
              </a:ext>
            </a:extLst>
          </p:cNvPr>
          <p:cNvGrpSpPr/>
          <p:nvPr/>
        </p:nvGrpSpPr>
        <p:grpSpPr>
          <a:xfrm>
            <a:off x="11217267" y="3474800"/>
            <a:ext cx="701280" cy="417960"/>
            <a:chOff x="11217267" y="3474800"/>
            <a:chExt cx="701280" cy="41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334B1828-EB2A-84DD-F172-4D33560D6414}"/>
                    </a:ext>
                  </a:extLst>
                </p14:cNvPr>
                <p14:cNvContentPartPr/>
                <p14:nvPr/>
              </p14:nvContentPartPr>
              <p14:xfrm>
                <a:off x="11217267" y="3489200"/>
                <a:ext cx="106920" cy="2739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334B1828-EB2A-84DD-F172-4D33560D641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1211147" y="3483080"/>
                  <a:ext cx="11916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F772AF49-D4BC-829D-54A5-FB78A4CA4308}"/>
                    </a:ext>
                  </a:extLst>
                </p14:cNvPr>
                <p14:cNvContentPartPr/>
                <p14:nvPr/>
              </p14:nvContentPartPr>
              <p14:xfrm>
                <a:off x="11370267" y="3483080"/>
                <a:ext cx="134280" cy="2538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F772AF49-D4BC-829D-54A5-FB78A4CA430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1364147" y="3476960"/>
                  <a:ext cx="14652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08F4EEDB-2A0E-D161-120B-4BF72C806E57}"/>
                    </a:ext>
                  </a:extLst>
                </p14:cNvPr>
                <p14:cNvContentPartPr/>
                <p14:nvPr/>
              </p14:nvContentPartPr>
              <p14:xfrm>
                <a:off x="11530107" y="3616640"/>
                <a:ext cx="72000" cy="946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08F4EEDB-2A0E-D161-120B-4BF72C806E5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1523987" y="3610520"/>
                  <a:ext cx="8424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90F4876B-FEE7-DFD4-22EB-F144FE2BD1D0}"/>
                    </a:ext>
                  </a:extLst>
                </p14:cNvPr>
                <p14:cNvContentPartPr/>
                <p14:nvPr/>
              </p14:nvContentPartPr>
              <p14:xfrm>
                <a:off x="11660067" y="3474800"/>
                <a:ext cx="106560" cy="3096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90F4876B-FEE7-DFD4-22EB-F144FE2BD1D0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1653947" y="3468680"/>
                  <a:ext cx="11880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A69E38CD-7542-C688-7C1E-50E798E3BE92}"/>
                    </a:ext>
                  </a:extLst>
                </p14:cNvPr>
                <p14:cNvContentPartPr/>
                <p14:nvPr/>
              </p14:nvContentPartPr>
              <p14:xfrm>
                <a:off x="11725947" y="3485960"/>
                <a:ext cx="192600" cy="4068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A69E38CD-7542-C688-7C1E-50E798E3BE92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1719827" y="3479840"/>
                  <a:ext cx="204840" cy="419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321DE999-97DB-F599-371B-164B5305F528}"/>
                  </a:ext>
                </a:extLst>
              </p14:cNvPr>
              <p14:cNvContentPartPr/>
              <p14:nvPr/>
            </p14:nvContentPartPr>
            <p14:xfrm>
              <a:off x="5620347" y="2056040"/>
              <a:ext cx="122040" cy="446292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321DE999-97DB-F599-371B-164B5305F528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5614227" y="2049920"/>
                <a:ext cx="134280" cy="4475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8" name="Group 137">
            <a:extLst>
              <a:ext uri="{FF2B5EF4-FFF2-40B4-BE49-F238E27FC236}">
                <a16:creationId xmlns:a16="http://schemas.microsoft.com/office/drawing/2014/main" id="{7E266273-7E36-E250-DE97-8FA2169A2A31}"/>
              </a:ext>
            </a:extLst>
          </p:cNvPr>
          <p:cNvGrpSpPr/>
          <p:nvPr/>
        </p:nvGrpSpPr>
        <p:grpSpPr>
          <a:xfrm>
            <a:off x="3721347" y="2431160"/>
            <a:ext cx="1575360" cy="310320"/>
            <a:chOff x="3721347" y="2431160"/>
            <a:chExt cx="1575360" cy="31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CB40BE4D-20FF-F1B0-CEA7-B6F4B0758BD8}"/>
                    </a:ext>
                  </a:extLst>
                </p14:cNvPr>
                <p14:cNvContentPartPr/>
                <p14:nvPr/>
              </p14:nvContentPartPr>
              <p14:xfrm>
                <a:off x="5148027" y="2505680"/>
                <a:ext cx="148680" cy="1360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CB40BE4D-20FF-F1B0-CEA7-B6F4B0758BD8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141907" y="2499560"/>
                  <a:ext cx="16092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D557EF4B-23A3-A5B3-FC66-55856C033C19}"/>
                    </a:ext>
                  </a:extLst>
                </p14:cNvPr>
                <p14:cNvContentPartPr/>
                <p14:nvPr/>
              </p14:nvContentPartPr>
              <p14:xfrm>
                <a:off x="4807827" y="2488400"/>
                <a:ext cx="273960" cy="2494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D557EF4B-23A3-A5B3-FC66-55856C033C19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801707" y="2482280"/>
                  <a:ext cx="28620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E96F39F5-AFE6-CE88-083B-99F5562E1E9D}"/>
                    </a:ext>
                  </a:extLst>
                </p14:cNvPr>
                <p14:cNvContentPartPr/>
                <p14:nvPr/>
              </p14:nvContentPartPr>
              <p14:xfrm>
                <a:off x="4967307" y="2705840"/>
                <a:ext cx="17280" cy="64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E96F39F5-AFE6-CE88-083B-99F5562E1E9D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961187" y="2699720"/>
                  <a:ext cx="2952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50CBAFDF-E18A-A562-EDF6-86BE90329EC1}"/>
                    </a:ext>
                  </a:extLst>
                </p14:cNvPr>
                <p14:cNvContentPartPr/>
                <p14:nvPr/>
              </p14:nvContentPartPr>
              <p14:xfrm>
                <a:off x="5007987" y="2706560"/>
                <a:ext cx="13320" cy="68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50CBAFDF-E18A-A562-EDF6-86BE90329EC1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001867" y="2700440"/>
                  <a:ext cx="255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82352384-DEB5-4218-9CFE-4EAFFF2BD6EA}"/>
                    </a:ext>
                  </a:extLst>
                </p14:cNvPr>
                <p14:cNvContentPartPr/>
                <p14:nvPr/>
              </p14:nvContentPartPr>
              <p14:xfrm>
                <a:off x="4668147" y="2513240"/>
                <a:ext cx="218160" cy="1627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82352384-DEB5-4218-9CFE-4EAFFF2BD6EA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662027" y="2507120"/>
                  <a:ext cx="23040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2358F350-E9A6-9326-4FCA-CC5A15F40F97}"/>
                    </a:ext>
                  </a:extLst>
                </p14:cNvPr>
                <p14:cNvContentPartPr/>
                <p14:nvPr/>
              </p14:nvContentPartPr>
              <p14:xfrm>
                <a:off x="4504707" y="2572640"/>
                <a:ext cx="204840" cy="1461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2358F350-E9A6-9326-4FCA-CC5A15F40F97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498587" y="2566520"/>
                  <a:ext cx="21708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57E8FBC6-5705-AE21-1296-155A7EF760E8}"/>
                    </a:ext>
                  </a:extLst>
                </p14:cNvPr>
                <p14:cNvContentPartPr/>
                <p14:nvPr/>
              </p14:nvContentPartPr>
              <p14:xfrm>
                <a:off x="4700907" y="2431160"/>
                <a:ext cx="14400" cy="90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57E8FBC6-5705-AE21-1296-155A7EF760E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694787" y="2425040"/>
                  <a:ext cx="266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54071E98-9ED7-A8BE-9DED-54D2F4E80523}"/>
                    </a:ext>
                  </a:extLst>
                </p14:cNvPr>
                <p14:cNvContentPartPr/>
                <p14:nvPr/>
              </p14:nvContentPartPr>
              <p14:xfrm>
                <a:off x="3721347" y="2471840"/>
                <a:ext cx="811080" cy="2696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54071E98-9ED7-A8BE-9DED-54D2F4E80523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3715227" y="2465720"/>
                  <a:ext cx="823320" cy="28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20EEC9F6-8348-D3CB-C9CD-F21816B0E2F6}"/>
              </a:ext>
            </a:extLst>
          </p:cNvPr>
          <p:cNvGrpSpPr/>
          <p:nvPr/>
        </p:nvGrpSpPr>
        <p:grpSpPr>
          <a:xfrm>
            <a:off x="2221587" y="2354840"/>
            <a:ext cx="1470240" cy="371160"/>
            <a:chOff x="2221587" y="2354840"/>
            <a:chExt cx="1470240" cy="37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AEF57880-997D-BF3B-7108-F19BDD6A0BCB}"/>
                    </a:ext>
                  </a:extLst>
                </p14:cNvPr>
                <p14:cNvContentPartPr/>
                <p14:nvPr/>
              </p14:nvContentPartPr>
              <p14:xfrm>
                <a:off x="3539547" y="2354840"/>
                <a:ext cx="152280" cy="2340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AEF57880-997D-BF3B-7108-F19BDD6A0BCB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3533427" y="2348720"/>
                  <a:ext cx="16452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5A8768DA-78D1-06D3-A735-AB56BE351453}"/>
                    </a:ext>
                  </a:extLst>
                </p14:cNvPr>
                <p14:cNvContentPartPr/>
                <p14:nvPr/>
              </p14:nvContentPartPr>
              <p14:xfrm>
                <a:off x="2825667" y="2463920"/>
                <a:ext cx="209520" cy="1648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5A8768DA-78D1-06D3-A735-AB56BE351453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2819547" y="2457800"/>
                  <a:ext cx="2217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F1CD87C2-09A7-6C9A-AF5D-F1F385584944}"/>
                    </a:ext>
                  </a:extLst>
                </p14:cNvPr>
                <p14:cNvContentPartPr/>
                <p14:nvPr/>
              </p14:nvContentPartPr>
              <p14:xfrm>
                <a:off x="2482947" y="2448800"/>
                <a:ext cx="284040" cy="22104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F1CD87C2-09A7-6C9A-AF5D-F1F385584944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2476827" y="2442680"/>
                  <a:ext cx="29628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F5060DD1-28B0-FABC-118B-F93E963F6AF7}"/>
                    </a:ext>
                  </a:extLst>
                </p14:cNvPr>
                <p14:cNvContentPartPr/>
                <p14:nvPr/>
              </p14:nvContentPartPr>
              <p14:xfrm>
                <a:off x="2626587" y="2702600"/>
                <a:ext cx="17280" cy="234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F5060DD1-28B0-FABC-118B-F93E963F6AF7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2620467" y="2696480"/>
                  <a:ext cx="295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B888AC34-B2D9-65E6-28D6-03D762E5D24F}"/>
                    </a:ext>
                  </a:extLst>
                </p14:cNvPr>
                <p14:cNvContentPartPr/>
                <p14:nvPr/>
              </p14:nvContentPartPr>
              <p14:xfrm>
                <a:off x="2705787" y="2710160"/>
                <a:ext cx="19800" cy="90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B888AC34-B2D9-65E6-28D6-03D762E5D24F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2699667" y="2704040"/>
                  <a:ext cx="320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809B3244-EF9F-4D11-2325-FAD0AA1349E6}"/>
                    </a:ext>
                  </a:extLst>
                </p14:cNvPr>
                <p14:cNvContentPartPr/>
                <p14:nvPr/>
              </p14:nvContentPartPr>
              <p14:xfrm>
                <a:off x="2221587" y="2422520"/>
                <a:ext cx="276840" cy="2581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809B3244-EF9F-4D11-2325-FAD0AA1349E6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2215467" y="2416400"/>
                  <a:ext cx="289080" cy="270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9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DB2A59EF-76E5-B19B-A571-67975D02CF6B}"/>
                  </a:ext>
                </a:extLst>
              </p14:cNvPr>
              <p14:cNvContentPartPr/>
              <p14:nvPr/>
            </p14:nvContentPartPr>
            <p14:xfrm>
              <a:off x="1864827" y="2366360"/>
              <a:ext cx="105120" cy="27792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DB2A59EF-76E5-B19B-A571-67975D02CF6B}"/>
                  </a:ext>
                </a:extLst>
              </p:cNvPr>
              <p:cNvPicPr/>
              <p:nvPr/>
            </p:nvPicPr>
            <p:blipFill>
              <a:blip r:embed="rId230"/>
              <a:stretch>
                <a:fillRect/>
              </a:stretch>
            </p:blipFill>
            <p:spPr>
              <a:xfrm>
                <a:off x="1858707" y="2360240"/>
                <a:ext cx="117360" cy="29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1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49BF8251-0F9A-B324-76E4-4F31AE3905EA}"/>
                  </a:ext>
                </a:extLst>
              </p14:cNvPr>
              <p14:cNvContentPartPr/>
              <p14:nvPr/>
            </p14:nvContentPartPr>
            <p14:xfrm>
              <a:off x="1933947" y="2740760"/>
              <a:ext cx="3600" cy="1224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49BF8251-0F9A-B324-76E4-4F31AE3905EA}"/>
                  </a:ext>
                </a:extLst>
              </p:cNvPr>
              <p:cNvPicPr/>
              <p:nvPr/>
            </p:nvPicPr>
            <p:blipFill>
              <a:blip r:embed="rId232"/>
              <a:stretch>
                <a:fillRect/>
              </a:stretch>
            </p:blipFill>
            <p:spPr>
              <a:xfrm>
                <a:off x="1927827" y="2734640"/>
                <a:ext cx="1584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3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2A88BBCC-6329-C14C-7300-E4080A8839AF}"/>
                  </a:ext>
                </a:extLst>
              </p14:cNvPr>
              <p14:cNvContentPartPr/>
              <p14:nvPr/>
            </p14:nvContentPartPr>
            <p14:xfrm>
              <a:off x="3262347" y="2567960"/>
              <a:ext cx="200520" cy="16344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2A88BBCC-6329-C14C-7300-E4080A8839AF}"/>
                  </a:ext>
                </a:extLst>
              </p:cNvPr>
              <p:cNvPicPr/>
              <p:nvPr/>
            </p:nvPicPr>
            <p:blipFill>
              <a:blip r:embed="rId234"/>
              <a:stretch>
                <a:fillRect/>
              </a:stretch>
            </p:blipFill>
            <p:spPr>
              <a:xfrm>
                <a:off x="3256227" y="2561840"/>
                <a:ext cx="212760" cy="17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5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429BD495-6B3E-219F-805E-B52E8E77D7AD}"/>
                  </a:ext>
                </a:extLst>
              </p14:cNvPr>
              <p14:cNvContentPartPr/>
              <p14:nvPr/>
            </p14:nvContentPartPr>
            <p14:xfrm>
              <a:off x="3108627" y="2520080"/>
              <a:ext cx="195840" cy="19224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429BD495-6B3E-219F-805E-B52E8E77D7AD}"/>
                  </a:ext>
                </a:extLst>
              </p:cNvPr>
              <p:cNvPicPr/>
              <p:nvPr/>
            </p:nvPicPr>
            <p:blipFill>
              <a:blip r:embed="rId236"/>
              <a:stretch>
                <a:fillRect/>
              </a:stretch>
            </p:blipFill>
            <p:spPr>
              <a:xfrm>
                <a:off x="3102507" y="2513960"/>
                <a:ext cx="208080" cy="204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3" name="Group 172">
            <a:extLst>
              <a:ext uri="{FF2B5EF4-FFF2-40B4-BE49-F238E27FC236}">
                <a16:creationId xmlns:a16="http://schemas.microsoft.com/office/drawing/2014/main" id="{288C977C-6D76-3BC3-8987-8553E0979BBE}"/>
              </a:ext>
            </a:extLst>
          </p:cNvPr>
          <p:cNvGrpSpPr/>
          <p:nvPr/>
        </p:nvGrpSpPr>
        <p:grpSpPr>
          <a:xfrm>
            <a:off x="4304907" y="2940200"/>
            <a:ext cx="885960" cy="486720"/>
            <a:chOff x="4304907" y="2940200"/>
            <a:chExt cx="885960" cy="48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F6BADB72-93EA-55D1-7C02-5888D7564941}"/>
                    </a:ext>
                  </a:extLst>
                </p14:cNvPr>
                <p14:cNvContentPartPr/>
                <p14:nvPr/>
              </p14:nvContentPartPr>
              <p14:xfrm>
                <a:off x="5072787" y="3104720"/>
                <a:ext cx="118080" cy="1609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F6BADB72-93EA-55D1-7C02-5888D7564941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5066667" y="3098600"/>
                  <a:ext cx="1303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244AC6A8-B39F-CB61-7D11-8693A332F4FC}"/>
                    </a:ext>
                  </a:extLst>
                </p14:cNvPr>
                <p14:cNvContentPartPr/>
                <p14:nvPr/>
              </p14:nvContentPartPr>
              <p14:xfrm>
                <a:off x="4304907" y="3124880"/>
                <a:ext cx="711000" cy="1429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244AC6A8-B39F-CB61-7D11-8693A332F4FC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4298787" y="3118760"/>
                  <a:ext cx="72324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47EF224A-AC2B-F2D3-48BF-E386F4682DE3}"/>
                    </a:ext>
                  </a:extLst>
                </p14:cNvPr>
                <p14:cNvContentPartPr/>
                <p14:nvPr/>
              </p14:nvContentPartPr>
              <p14:xfrm>
                <a:off x="4973067" y="3280760"/>
                <a:ext cx="17280" cy="388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47EF224A-AC2B-F2D3-48BF-E386F4682DE3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4966947" y="3274640"/>
                  <a:ext cx="2952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41985ECE-BE8B-2AF7-0914-03882B009D1F}"/>
                    </a:ext>
                  </a:extLst>
                </p14:cNvPr>
                <p14:cNvContentPartPr/>
                <p14:nvPr/>
              </p14:nvContentPartPr>
              <p14:xfrm>
                <a:off x="5035347" y="3291560"/>
                <a:ext cx="16200" cy="100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41985ECE-BE8B-2AF7-0914-03882B009D1F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5029227" y="3285440"/>
                  <a:ext cx="2844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2F28AE58-2473-0261-86F4-8A387278A339}"/>
                    </a:ext>
                  </a:extLst>
                </p14:cNvPr>
                <p14:cNvContentPartPr/>
                <p14:nvPr/>
              </p14:nvContentPartPr>
              <p14:xfrm>
                <a:off x="4811067" y="3059000"/>
                <a:ext cx="30600" cy="2124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2F28AE58-2473-0261-86F4-8A387278A339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4804947" y="3052880"/>
                  <a:ext cx="4284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062CCB9E-8651-7D87-3BFE-4E2338D08E4D}"/>
                    </a:ext>
                  </a:extLst>
                </p14:cNvPr>
                <p14:cNvContentPartPr/>
                <p14:nvPr/>
              </p14:nvContentPartPr>
              <p14:xfrm>
                <a:off x="4868307" y="3025160"/>
                <a:ext cx="30960" cy="370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062CCB9E-8651-7D87-3BFE-4E2338D08E4D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4862187" y="3019040"/>
                  <a:ext cx="432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FA93F46B-69E1-844A-AC21-9728464FB4FD}"/>
                    </a:ext>
                  </a:extLst>
                </p14:cNvPr>
                <p14:cNvContentPartPr/>
                <p14:nvPr/>
              </p14:nvContentPartPr>
              <p14:xfrm>
                <a:off x="4809267" y="2940200"/>
                <a:ext cx="18720" cy="504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FA93F46B-69E1-844A-AC21-9728464FB4FD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4803147" y="2934080"/>
                  <a:ext cx="3096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CDC06773-7A04-6B8F-4307-E1B20F821D03}"/>
                    </a:ext>
                  </a:extLst>
                </p14:cNvPr>
                <p14:cNvContentPartPr/>
                <p14:nvPr/>
              </p14:nvContentPartPr>
              <p14:xfrm>
                <a:off x="4471947" y="3395600"/>
                <a:ext cx="20520" cy="3132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CDC06773-7A04-6B8F-4307-E1B20F821D03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4465827" y="3389480"/>
                  <a:ext cx="32760" cy="43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3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EA00B928-0237-0D7E-2BCA-CBD722A4A160}"/>
                  </a:ext>
                </a:extLst>
              </p14:cNvPr>
              <p14:cNvContentPartPr/>
              <p14:nvPr/>
            </p14:nvContentPartPr>
            <p14:xfrm>
              <a:off x="2099907" y="2986280"/>
              <a:ext cx="149400" cy="25920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EA00B928-0237-0D7E-2BCA-CBD722A4A160}"/>
                  </a:ext>
                </a:extLst>
              </p:cNvPr>
              <p:cNvPicPr/>
              <p:nvPr/>
            </p:nvPicPr>
            <p:blipFill>
              <a:blip r:embed="rId254"/>
              <a:stretch>
                <a:fillRect/>
              </a:stretch>
            </p:blipFill>
            <p:spPr>
              <a:xfrm>
                <a:off x="2093787" y="2980160"/>
                <a:ext cx="161640" cy="27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5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7B022D72-3EF7-DB7A-F310-2DAE1AE1D488}"/>
                  </a:ext>
                </a:extLst>
              </p14:cNvPr>
              <p14:cNvContentPartPr/>
              <p14:nvPr/>
            </p14:nvContentPartPr>
            <p14:xfrm>
              <a:off x="2195307" y="3437720"/>
              <a:ext cx="19080" cy="2376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7B022D72-3EF7-DB7A-F310-2DAE1AE1D488}"/>
                  </a:ext>
                </a:extLst>
              </p:cNvPr>
              <p:cNvPicPr/>
              <p:nvPr/>
            </p:nvPicPr>
            <p:blipFill>
              <a:blip r:embed="rId256"/>
              <a:stretch>
                <a:fillRect/>
              </a:stretch>
            </p:blipFill>
            <p:spPr>
              <a:xfrm>
                <a:off x="2189187" y="3431600"/>
                <a:ext cx="3132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6" name="Group 195">
            <a:extLst>
              <a:ext uri="{FF2B5EF4-FFF2-40B4-BE49-F238E27FC236}">
                <a16:creationId xmlns:a16="http://schemas.microsoft.com/office/drawing/2014/main" id="{E00B896F-B2AD-7D7B-0681-0FCFA9A4DBDF}"/>
              </a:ext>
            </a:extLst>
          </p:cNvPr>
          <p:cNvGrpSpPr/>
          <p:nvPr/>
        </p:nvGrpSpPr>
        <p:grpSpPr>
          <a:xfrm>
            <a:off x="2199267" y="3749120"/>
            <a:ext cx="2990160" cy="515160"/>
            <a:chOff x="2199267" y="3749120"/>
            <a:chExt cx="2990160" cy="51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4095458D-821E-04BB-643E-4131CC07E3DB}"/>
                    </a:ext>
                  </a:extLst>
                </p14:cNvPr>
                <p14:cNvContentPartPr/>
                <p14:nvPr/>
              </p14:nvContentPartPr>
              <p14:xfrm>
                <a:off x="5043987" y="3826160"/>
                <a:ext cx="145440" cy="21708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4095458D-821E-04BB-643E-4131CC07E3DB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5037867" y="3820040"/>
                  <a:ext cx="15768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C6EDFE9B-E8D6-59B5-F356-8E13907F5D2C}"/>
                    </a:ext>
                  </a:extLst>
                </p14:cNvPr>
                <p14:cNvContentPartPr/>
                <p14:nvPr/>
              </p14:nvContentPartPr>
              <p14:xfrm>
                <a:off x="4757787" y="3932000"/>
                <a:ext cx="240120" cy="28368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C6EDFE9B-E8D6-59B5-F356-8E13907F5D2C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4751667" y="3925880"/>
                  <a:ext cx="25236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7EB9C664-20D7-0EDF-F9B0-68163EE0FD59}"/>
                    </a:ext>
                  </a:extLst>
                </p14:cNvPr>
                <p14:cNvContentPartPr/>
                <p14:nvPr/>
              </p14:nvContentPartPr>
              <p14:xfrm>
                <a:off x="4885227" y="4160240"/>
                <a:ext cx="43200" cy="82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7EB9C664-20D7-0EDF-F9B0-68163EE0FD59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4879107" y="4154120"/>
                  <a:ext cx="5544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EB0D6C9D-85B4-A5A9-B700-930DBD53CFC9}"/>
                    </a:ext>
                  </a:extLst>
                </p14:cNvPr>
                <p14:cNvContentPartPr/>
                <p14:nvPr/>
              </p14:nvContentPartPr>
              <p14:xfrm>
                <a:off x="4951827" y="4146560"/>
                <a:ext cx="11880" cy="108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EB0D6C9D-85B4-A5A9-B700-930DBD53CFC9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4945707" y="4140440"/>
                  <a:ext cx="241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D514DCB3-E273-4263-4945-7EFAA67C36F0}"/>
                    </a:ext>
                  </a:extLst>
                </p14:cNvPr>
                <p14:cNvContentPartPr/>
                <p14:nvPr/>
              </p14:nvContentPartPr>
              <p14:xfrm>
                <a:off x="4599387" y="3945320"/>
                <a:ext cx="192960" cy="17676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D514DCB3-E273-4263-4945-7EFAA67C36F0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4593267" y="3939200"/>
                  <a:ext cx="20520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0F485114-B366-E91E-E743-C86266437806}"/>
                    </a:ext>
                  </a:extLst>
                </p14:cNvPr>
                <p14:cNvContentPartPr/>
                <p14:nvPr/>
              </p14:nvContentPartPr>
              <p14:xfrm>
                <a:off x="4437747" y="4005440"/>
                <a:ext cx="214200" cy="13932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0F485114-B366-E91E-E743-C86266437806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4431627" y="3999320"/>
                  <a:ext cx="2264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77E8EB88-8DB4-7AC2-4F65-476BEBCB0094}"/>
                    </a:ext>
                  </a:extLst>
                </p14:cNvPr>
                <p14:cNvContentPartPr/>
                <p14:nvPr/>
              </p14:nvContentPartPr>
              <p14:xfrm>
                <a:off x="4662747" y="3815360"/>
                <a:ext cx="9000" cy="1944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77E8EB88-8DB4-7AC2-4F65-476BEBCB0094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4656627" y="3809240"/>
                  <a:ext cx="212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19888DE6-A64B-EA1C-9F42-387D0CC5E7DB}"/>
                    </a:ext>
                  </a:extLst>
                </p14:cNvPr>
                <p14:cNvContentPartPr/>
                <p14:nvPr/>
              </p14:nvContentPartPr>
              <p14:xfrm>
                <a:off x="4025547" y="3872960"/>
                <a:ext cx="448920" cy="1267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19888DE6-A64B-EA1C-9F42-387D0CC5E7DB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4019427" y="3866840"/>
                  <a:ext cx="4611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19D0F316-DF35-0334-E954-A96F789E4A53}"/>
                    </a:ext>
                  </a:extLst>
                </p14:cNvPr>
                <p14:cNvContentPartPr/>
                <p14:nvPr/>
              </p14:nvContentPartPr>
              <p14:xfrm>
                <a:off x="4121667" y="4115960"/>
                <a:ext cx="21960" cy="1332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19D0F316-DF35-0334-E954-A96F789E4A53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4115547" y="4109840"/>
                  <a:ext cx="342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230E4B9B-A3C3-EB43-9892-C5306DD14568}"/>
                    </a:ext>
                  </a:extLst>
                </p14:cNvPr>
                <p14:cNvContentPartPr/>
                <p14:nvPr/>
              </p14:nvContentPartPr>
              <p14:xfrm>
                <a:off x="3807387" y="3868640"/>
                <a:ext cx="521280" cy="39564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230E4B9B-A3C3-EB43-9892-C5306DD14568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3801267" y="3862520"/>
                  <a:ext cx="533520" cy="40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36DCB51B-419D-909C-AB15-842898A1C737}"/>
                    </a:ext>
                  </a:extLst>
                </p14:cNvPr>
                <p14:cNvContentPartPr/>
                <p14:nvPr/>
              </p14:nvContentPartPr>
              <p14:xfrm>
                <a:off x="3470787" y="3749120"/>
                <a:ext cx="205560" cy="2815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36DCB51B-419D-909C-AB15-842898A1C737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3464667" y="3743000"/>
                  <a:ext cx="21780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7D816D99-BCCD-1EDD-BA26-57100860035E}"/>
                    </a:ext>
                  </a:extLst>
                </p14:cNvPr>
                <p14:cNvContentPartPr/>
                <p14:nvPr/>
              </p14:nvContentPartPr>
              <p14:xfrm>
                <a:off x="3195027" y="4015880"/>
                <a:ext cx="163440" cy="1342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7D816D99-BCCD-1EDD-BA26-57100860035E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3188907" y="4009760"/>
                  <a:ext cx="1756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B1F92B03-4460-3430-56F1-ABA79272B90A}"/>
                    </a:ext>
                  </a:extLst>
                </p14:cNvPr>
                <p14:cNvContentPartPr/>
                <p14:nvPr/>
              </p14:nvContentPartPr>
              <p14:xfrm>
                <a:off x="2969667" y="3961160"/>
                <a:ext cx="284040" cy="18108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B1F92B03-4460-3430-56F1-ABA79272B90A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2963547" y="3955040"/>
                  <a:ext cx="29628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A4C11336-380A-FCE5-F23F-CBDEB8DC1185}"/>
                    </a:ext>
                  </a:extLst>
                </p14:cNvPr>
                <p14:cNvContentPartPr/>
                <p14:nvPr/>
              </p14:nvContentPartPr>
              <p14:xfrm>
                <a:off x="2792907" y="3907520"/>
                <a:ext cx="223200" cy="18144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A4C11336-380A-FCE5-F23F-CBDEB8DC1185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2786787" y="3901400"/>
                  <a:ext cx="23544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89DC3F94-97A4-A99A-A1D1-274D1B8698B0}"/>
                    </a:ext>
                  </a:extLst>
                </p14:cNvPr>
                <p14:cNvContentPartPr/>
                <p14:nvPr/>
              </p14:nvContentPartPr>
              <p14:xfrm>
                <a:off x="2440467" y="3915800"/>
                <a:ext cx="319680" cy="22284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89DC3F94-97A4-A99A-A1D1-274D1B8698B0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2434347" y="3909680"/>
                  <a:ext cx="33192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EE493AA0-A6E1-3CB5-BDBE-15211AD449AE}"/>
                    </a:ext>
                  </a:extLst>
                </p14:cNvPr>
                <p14:cNvContentPartPr/>
                <p14:nvPr/>
              </p14:nvContentPartPr>
              <p14:xfrm>
                <a:off x="2567547" y="4230800"/>
                <a:ext cx="41040" cy="1116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EE493AA0-A6E1-3CB5-BDBE-15211AD449AE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2561427" y="4224680"/>
                  <a:ext cx="532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E5E0040C-FFCF-A6D1-98AC-E0F9037DB7CE}"/>
                    </a:ext>
                  </a:extLst>
                </p14:cNvPr>
                <p14:cNvContentPartPr/>
                <p14:nvPr/>
              </p14:nvContentPartPr>
              <p14:xfrm>
                <a:off x="2680227" y="4233680"/>
                <a:ext cx="7920" cy="468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E5E0040C-FFCF-A6D1-98AC-E0F9037DB7CE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2674107" y="4227560"/>
                  <a:ext cx="2016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060AE882-E3AA-08EC-72A4-C58EAC61AD0F}"/>
                    </a:ext>
                  </a:extLst>
                </p14:cNvPr>
                <p14:cNvContentPartPr/>
                <p14:nvPr/>
              </p14:nvContentPartPr>
              <p14:xfrm>
                <a:off x="2199267" y="3858920"/>
                <a:ext cx="248400" cy="28548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060AE882-E3AA-08EC-72A4-C58EAC61AD0F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2193147" y="3852800"/>
                  <a:ext cx="260640" cy="29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B4FAACDE-8A11-2EEB-CF68-B26C267F7D64}"/>
              </a:ext>
            </a:extLst>
          </p:cNvPr>
          <p:cNvGrpSpPr/>
          <p:nvPr/>
        </p:nvGrpSpPr>
        <p:grpSpPr>
          <a:xfrm>
            <a:off x="1772307" y="3835880"/>
            <a:ext cx="191520" cy="418320"/>
            <a:chOff x="1772307" y="3835880"/>
            <a:chExt cx="191520" cy="41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16261DCF-12F0-574F-A3E0-A59ADDF6F8E7}"/>
                    </a:ext>
                  </a:extLst>
                </p14:cNvPr>
                <p14:cNvContentPartPr/>
                <p14:nvPr/>
              </p14:nvContentPartPr>
              <p14:xfrm>
                <a:off x="1772307" y="3835880"/>
                <a:ext cx="191520" cy="32724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16261DCF-12F0-574F-A3E0-A59ADDF6F8E7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1766187" y="3829760"/>
                  <a:ext cx="20376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A46804B2-E4B6-C73E-2844-2FAC7FE561E6}"/>
                    </a:ext>
                  </a:extLst>
                </p14:cNvPr>
                <p14:cNvContentPartPr/>
                <p14:nvPr/>
              </p14:nvContentPartPr>
              <p14:xfrm>
                <a:off x="1924947" y="4231520"/>
                <a:ext cx="5400" cy="2268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A46804B2-E4B6-C73E-2844-2FAC7FE561E6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1918827" y="4225400"/>
                  <a:ext cx="17640" cy="3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9819FA6A-264F-2810-F5E8-4F6236580094}"/>
              </a:ext>
            </a:extLst>
          </p:cNvPr>
          <p:cNvGrpSpPr/>
          <p:nvPr/>
        </p:nvGrpSpPr>
        <p:grpSpPr>
          <a:xfrm>
            <a:off x="2184867" y="4570640"/>
            <a:ext cx="3063960" cy="635040"/>
            <a:chOff x="2184867" y="4570640"/>
            <a:chExt cx="3063960" cy="63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8D9289EA-AC4E-1460-BE5E-A65CBF6F9EB2}"/>
                    </a:ext>
                  </a:extLst>
                </p14:cNvPr>
                <p14:cNvContentPartPr/>
                <p14:nvPr/>
              </p14:nvContentPartPr>
              <p14:xfrm>
                <a:off x="5101587" y="4688720"/>
                <a:ext cx="147240" cy="2019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8D9289EA-AC4E-1460-BE5E-A65CBF6F9EB2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5095467" y="4682600"/>
                  <a:ext cx="15948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4719D80E-2BD6-8655-2DE6-7158D5015DAE}"/>
                    </a:ext>
                  </a:extLst>
                </p14:cNvPr>
                <p14:cNvContentPartPr/>
                <p14:nvPr/>
              </p14:nvContentPartPr>
              <p14:xfrm>
                <a:off x="4658067" y="4754600"/>
                <a:ext cx="335520" cy="34272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4719D80E-2BD6-8655-2DE6-7158D5015DAE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4651947" y="4748480"/>
                  <a:ext cx="34776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4E5215ED-3086-FE92-58C4-BB2CF528D895}"/>
                    </a:ext>
                  </a:extLst>
                </p14:cNvPr>
                <p14:cNvContentPartPr/>
                <p14:nvPr/>
              </p14:nvContentPartPr>
              <p14:xfrm>
                <a:off x="4868667" y="5057720"/>
                <a:ext cx="29520" cy="1548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4E5215ED-3086-FE92-58C4-BB2CF528D895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4862547" y="5051600"/>
                  <a:ext cx="417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A26FC8CD-6016-CE1A-89D9-CFF013DD3E06}"/>
                    </a:ext>
                  </a:extLst>
                </p14:cNvPr>
                <p14:cNvContentPartPr/>
                <p14:nvPr/>
              </p14:nvContentPartPr>
              <p14:xfrm>
                <a:off x="4943547" y="5040440"/>
                <a:ext cx="13320" cy="324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A26FC8CD-6016-CE1A-89D9-CFF013DD3E06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4937427" y="5034320"/>
                  <a:ext cx="2556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FB4AD205-2C44-20D6-66CE-8E4C317ADD7B}"/>
                    </a:ext>
                  </a:extLst>
                </p14:cNvPr>
                <p14:cNvContentPartPr/>
                <p14:nvPr/>
              </p14:nvContentPartPr>
              <p14:xfrm>
                <a:off x="4555827" y="4807160"/>
                <a:ext cx="205920" cy="18936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FB4AD205-2C44-20D6-66CE-8E4C317ADD7B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4549707" y="4801040"/>
                  <a:ext cx="21816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5CC59A6A-9CAD-0E65-2976-7042FCB4AF3E}"/>
                    </a:ext>
                  </a:extLst>
                </p14:cNvPr>
                <p14:cNvContentPartPr/>
                <p14:nvPr/>
              </p14:nvContentPartPr>
              <p14:xfrm>
                <a:off x="4326147" y="4896800"/>
                <a:ext cx="263160" cy="19368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5CC59A6A-9CAD-0E65-2976-7042FCB4AF3E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4320027" y="4890680"/>
                  <a:ext cx="2754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D0941C59-BB04-C86F-6D25-5DDF67F0ED43}"/>
                    </a:ext>
                  </a:extLst>
                </p14:cNvPr>
                <p14:cNvContentPartPr/>
                <p14:nvPr/>
              </p14:nvContentPartPr>
              <p14:xfrm>
                <a:off x="4554747" y="4749920"/>
                <a:ext cx="51480" cy="3060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D0941C59-BB04-C86F-6D25-5DDF67F0ED43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4548627" y="4743800"/>
                  <a:ext cx="637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91B2A3AA-D9DC-824F-C5A7-CF7E75C4691C}"/>
                    </a:ext>
                  </a:extLst>
                </p14:cNvPr>
                <p14:cNvContentPartPr/>
                <p14:nvPr/>
              </p14:nvContentPartPr>
              <p14:xfrm>
                <a:off x="3985947" y="4860440"/>
                <a:ext cx="294480" cy="11772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91B2A3AA-D9DC-824F-C5A7-CF7E75C4691C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3979827" y="4854320"/>
                  <a:ext cx="3067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9064C55E-C0B5-B2D2-B994-34381B8B26CF}"/>
                    </a:ext>
                  </a:extLst>
                </p14:cNvPr>
                <p14:cNvContentPartPr/>
                <p14:nvPr/>
              </p14:nvContentPartPr>
              <p14:xfrm>
                <a:off x="4137507" y="4677200"/>
                <a:ext cx="18720" cy="24732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9064C55E-C0B5-B2D2-B994-34381B8B26CF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4131387" y="4671080"/>
                  <a:ext cx="3096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7F433C30-C404-9AC6-EAC9-B736CCEE21E2}"/>
                    </a:ext>
                  </a:extLst>
                </p14:cNvPr>
                <p14:cNvContentPartPr/>
                <p14:nvPr/>
              </p14:nvContentPartPr>
              <p14:xfrm>
                <a:off x="4308147" y="4661360"/>
                <a:ext cx="7200" cy="1908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7F433C30-C404-9AC6-EAC9-B736CCEE21E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302027" y="4655240"/>
                  <a:ext cx="1944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27A3DBA6-043E-51B9-CB95-C24E5793CA9C}"/>
                    </a:ext>
                  </a:extLst>
                </p14:cNvPr>
                <p14:cNvContentPartPr/>
                <p14:nvPr/>
              </p14:nvContentPartPr>
              <p14:xfrm>
                <a:off x="3490227" y="4799600"/>
                <a:ext cx="558000" cy="40608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27A3DBA6-043E-51B9-CB95-C24E5793CA9C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3484107" y="4793480"/>
                  <a:ext cx="570240" cy="41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2FE2295D-DD22-ADF7-75FB-979BCFB9FF0C}"/>
                    </a:ext>
                  </a:extLst>
                </p14:cNvPr>
                <p14:cNvContentPartPr/>
                <p14:nvPr/>
              </p14:nvContentPartPr>
              <p14:xfrm>
                <a:off x="3975147" y="4570640"/>
                <a:ext cx="143280" cy="11736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2FE2295D-DD22-ADF7-75FB-979BCFB9FF0C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3969027" y="4564520"/>
                  <a:ext cx="1555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A67BFBA3-29EB-2395-3ECD-AF51EA3EEB7B}"/>
                    </a:ext>
                  </a:extLst>
                </p14:cNvPr>
                <p14:cNvContentPartPr/>
                <p14:nvPr/>
              </p14:nvContentPartPr>
              <p14:xfrm>
                <a:off x="3401667" y="4630400"/>
                <a:ext cx="210240" cy="31824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A67BFBA3-29EB-2395-3ECD-AF51EA3EEB7B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3395547" y="4624280"/>
                  <a:ext cx="22248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D250D3BD-6C9F-DDB9-7BB5-14ABBAF4076E}"/>
                    </a:ext>
                  </a:extLst>
                </p14:cNvPr>
                <p14:cNvContentPartPr/>
                <p14:nvPr/>
              </p14:nvContentPartPr>
              <p14:xfrm>
                <a:off x="3126627" y="4922720"/>
                <a:ext cx="181440" cy="17100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D250D3BD-6C9F-DDB9-7BB5-14ABBAF4076E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3120507" y="4916600"/>
                  <a:ext cx="1936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BFDE777E-35AF-7B6C-1FCF-A471570607EC}"/>
                    </a:ext>
                  </a:extLst>
                </p14:cNvPr>
                <p14:cNvContentPartPr/>
                <p14:nvPr/>
              </p14:nvContentPartPr>
              <p14:xfrm>
                <a:off x="2914587" y="4847480"/>
                <a:ext cx="292680" cy="23760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BFDE777E-35AF-7B6C-1FCF-A471570607EC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2908467" y="4841360"/>
                  <a:ext cx="30492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D6340624-698F-FD4C-B994-85A3558402EE}"/>
                    </a:ext>
                  </a:extLst>
                </p14:cNvPr>
                <p14:cNvContentPartPr/>
                <p14:nvPr/>
              </p14:nvContentPartPr>
              <p14:xfrm>
                <a:off x="2741427" y="4842080"/>
                <a:ext cx="252000" cy="16308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D6340624-698F-FD4C-B994-85A3558402EE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2735307" y="4835960"/>
                  <a:ext cx="2642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5964D302-2ACA-11B2-69E5-5A88DAAC3852}"/>
                    </a:ext>
                  </a:extLst>
                </p14:cNvPr>
                <p14:cNvContentPartPr/>
                <p14:nvPr/>
              </p14:nvContentPartPr>
              <p14:xfrm>
                <a:off x="2459907" y="4818680"/>
                <a:ext cx="234360" cy="17748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5964D302-2ACA-11B2-69E5-5A88DAAC3852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2453787" y="4812560"/>
                  <a:ext cx="24660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416FDDC6-848F-B55F-7541-5AF392D0FB69}"/>
                    </a:ext>
                  </a:extLst>
                </p14:cNvPr>
                <p14:cNvContentPartPr/>
                <p14:nvPr/>
              </p14:nvContentPartPr>
              <p14:xfrm>
                <a:off x="2547747" y="5105240"/>
                <a:ext cx="37440" cy="864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416FDDC6-848F-B55F-7541-5AF392D0FB69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2541627" y="5099120"/>
                  <a:ext cx="4968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AFF6DF17-8E38-033A-2171-671BF2571E94}"/>
                    </a:ext>
                  </a:extLst>
                </p14:cNvPr>
                <p14:cNvContentPartPr/>
                <p14:nvPr/>
              </p14:nvContentPartPr>
              <p14:xfrm>
                <a:off x="2651067" y="5106320"/>
                <a:ext cx="3960" cy="1296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AFF6DF17-8E38-033A-2171-671BF2571E94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2644947" y="5100200"/>
                  <a:ext cx="162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5C8F0FB5-E7FE-4AA6-F3BF-6AFDB4ECE669}"/>
                    </a:ext>
                  </a:extLst>
                </p14:cNvPr>
                <p14:cNvContentPartPr/>
                <p14:nvPr/>
              </p14:nvContentPartPr>
              <p14:xfrm>
                <a:off x="2184867" y="4739120"/>
                <a:ext cx="322560" cy="23688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5C8F0FB5-E7FE-4AA6-F3BF-6AFDB4ECE669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2178747" y="4733000"/>
                  <a:ext cx="334800" cy="249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5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C7123737-C1AF-7801-AEB0-EEC6BD3A9A0F}"/>
                  </a:ext>
                </a:extLst>
              </p14:cNvPr>
              <p14:cNvContentPartPr/>
              <p14:nvPr/>
            </p14:nvContentPartPr>
            <p14:xfrm>
              <a:off x="1857987" y="4700240"/>
              <a:ext cx="123840" cy="306360"/>
            </p14:xfrm>
          </p:contentPart>
        </mc:Choice>
        <mc:Fallback xmlns=""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C7123737-C1AF-7801-AEB0-EEC6BD3A9A0F}"/>
                  </a:ext>
                </a:extLst>
              </p:cNvPr>
              <p:cNvPicPr/>
              <p:nvPr/>
            </p:nvPicPr>
            <p:blipFill>
              <a:blip r:embed="rId336"/>
              <a:stretch>
                <a:fillRect/>
              </a:stretch>
            </p:blipFill>
            <p:spPr>
              <a:xfrm>
                <a:off x="1851867" y="4694120"/>
                <a:ext cx="136080" cy="31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7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4C37DE59-2F72-2092-822E-50BEEFFAA94B}"/>
                  </a:ext>
                </a:extLst>
              </p14:cNvPr>
              <p14:cNvContentPartPr/>
              <p14:nvPr/>
            </p14:nvContentPartPr>
            <p14:xfrm>
              <a:off x="1942227" y="5133320"/>
              <a:ext cx="16200" cy="22320"/>
            </p14:xfrm>
          </p:contentPart>
        </mc:Choice>
        <mc:Fallback xmlns=""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4C37DE59-2F72-2092-822E-50BEEFFAA94B}"/>
                  </a:ext>
                </a:extLst>
              </p:cNvPr>
              <p:cNvPicPr/>
              <p:nvPr/>
            </p:nvPicPr>
            <p:blipFill>
              <a:blip r:embed="rId338"/>
              <a:stretch>
                <a:fillRect/>
              </a:stretch>
            </p:blipFill>
            <p:spPr>
              <a:xfrm>
                <a:off x="1936107" y="5127200"/>
                <a:ext cx="28440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9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F9F40E5B-B4D1-C30F-DEE1-E066862E4EAC}"/>
                  </a:ext>
                </a:extLst>
              </p14:cNvPr>
              <p14:cNvContentPartPr/>
              <p14:nvPr/>
            </p14:nvContentPartPr>
            <p14:xfrm>
              <a:off x="4082067" y="1819880"/>
              <a:ext cx="121680" cy="387360"/>
            </p14:xfrm>
          </p:contentPart>
        </mc:Choice>
        <mc:Fallback xmlns=""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F9F40E5B-B4D1-C30F-DEE1-E066862E4EAC}"/>
                  </a:ext>
                </a:extLst>
              </p:cNvPr>
              <p:cNvPicPr/>
              <p:nvPr/>
            </p:nvPicPr>
            <p:blipFill>
              <a:blip r:embed="rId340"/>
              <a:stretch>
                <a:fillRect/>
              </a:stretch>
            </p:blipFill>
            <p:spPr>
              <a:xfrm>
                <a:off x="4075947" y="1813760"/>
                <a:ext cx="133920" cy="39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22" name="Group 221">
            <a:extLst>
              <a:ext uri="{FF2B5EF4-FFF2-40B4-BE49-F238E27FC236}">
                <a16:creationId xmlns:a16="http://schemas.microsoft.com/office/drawing/2014/main" id="{70D2044F-FBBF-9724-6F45-B5671933D1AE}"/>
              </a:ext>
            </a:extLst>
          </p:cNvPr>
          <p:cNvGrpSpPr/>
          <p:nvPr/>
        </p:nvGrpSpPr>
        <p:grpSpPr>
          <a:xfrm>
            <a:off x="2512827" y="3021560"/>
            <a:ext cx="1605960" cy="429840"/>
            <a:chOff x="2512827" y="3021560"/>
            <a:chExt cx="1605960" cy="42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F0F85CDA-2461-D117-29A9-9AADDE344E2A}"/>
                    </a:ext>
                  </a:extLst>
                </p14:cNvPr>
                <p14:cNvContentPartPr/>
                <p14:nvPr/>
              </p14:nvContentPartPr>
              <p14:xfrm>
                <a:off x="3956067" y="3021560"/>
                <a:ext cx="162720" cy="27720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F0F85CDA-2461-D117-29A9-9AADDE344E2A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3949947" y="3015440"/>
                  <a:ext cx="17496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AC7A0157-3943-BD72-2ACC-0CCBF483843D}"/>
                    </a:ext>
                  </a:extLst>
                </p14:cNvPr>
                <p14:cNvContentPartPr/>
                <p14:nvPr/>
              </p14:nvContentPartPr>
              <p14:xfrm>
                <a:off x="3717747" y="3247640"/>
                <a:ext cx="162360" cy="1468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AC7A0157-3943-BD72-2ACC-0CCBF483843D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3711627" y="3241520"/>
                  <a:ext cx="17460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5F824943-1428-0F01-BEC4-8EDC75991D1E}"/>
                    </a:ext>
                  </a:extLst>
                </p14:cNvPr>
                <p14:cNvContentPartPr/>
                <p14:nvPr/>
              </p14:nvContentPartPr>
              <p14:xfrm>
                <a:off x="3432267" y="3205880"/>
                <a:ext cx="318600" cy="2343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5F824943-1428-0F01-BEC4-8EDC75991D1E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3426147" y="3199760"/>
                  <a:ext cx="33084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9EE638FB-D50C-C1A4-FB5A-AF9980B627D6}"/>
                    </a:ext>
                  </a:extLst>
                </p14:cNvPr>
                <p14:cNvContentPartPr/>
                <p14:nvPr/>
              </p14:nvContentPartPr>
              <p14:xfrm>
                <a:off x="3186027" y="3168080"/>
                <a:ext cx="250200" cy="15804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9EE638FB-D50C-C1A4-FB5A-AF9980B627D6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3179907" y="3161960"/>
                  <a:ext cx="2624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AA7AB840-21FE-9414-4733-76A714F4E376}"/>
                    </a:ext>
                  </a:extLst>
                </p14:cNvPr>
                <p14:cNvContentPartPr/>
                <p14:nvPr/>
              </p14:nvContentPartPr>
              <p14:xfrm>
                <a:off x="2822427" y="3149720"/>
                <a:ext cx="295200" cy="19728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AA7AB840-21FE-9414-4733-76A714F4E376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2816307" y="3143600"/>
                  <a:ext cx="30744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8B8352F0-6BCE-1358-845F-28E579ABE10D}"/>
                    </a:ext>
                  </a:extLst>
                </p14:cNvPr>
                <p14:cNvContentPartPr/>
                <p14:nvPr/>
              </p14:nvContentPartPr>
              <p14:xfrm>
                <a:off x="2969667" y="3408920"/>
                <a:ext cx="59760" cy="2124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8B8352F0-6BCE-1358-845F-28E579ABE10D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2963547" y="3402800"/>
                  <a:ext cx="720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DC518939-4E21-F173-A339-5ED3FE9F2476}"/>
                    </a:ext>
                  </a:extLst>
                </p14:cNvPr>
                <p14:cNvContentPartPr/>
                <p14:nvPr/>
              </p14:nvContentPartPr>
              <p14:xfrm>
                <a:off x="3089187" y="3393800"/>
                <a:ext cx="3240" cy="100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DC518939-4E21-F173-A339-5ED3FE9F2476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3083067" y="3387680"/>
                  <a:ext cx="154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C4556FA4-0E97-AE9A-8421-34B6EA50F89D}"/>
                    </a:ext>
                  </a:extLst>
                </p14:cNvPr>
                <p14:cNvContentPartPr/>
                <p14:nvPr/>
              </p14:nvContentPartPr>
              <p14:xfrm>
                <a:off x="2512827" y="3060440"/>
                <a:ext cx="313920" cy="2401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C4556FA4-0E97-AE9A-8421-34B6EA50F89D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2506707" y="3054320"/>
                  <a:ext cx="32616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56B09E1E-5902-1158-2463-742C32AFCDD8}"/>
                    </a:ext>
                  </a:extLst>
                </p14:cNvPr>
                <p14:cNvContentPartPr/>
                <p14:nvPr/>
              </p14:nvContentPartPr>
              <p14:xfrm>
                <a:off x="3089187" y="3413240"/>
                <a:ext cx="13320" cy="3816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56B09E1E-5902-1158-2463-742C32AFCDD8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3083067" y="3407120"/>
                  <a:ext cx="25560" cy="50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00814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C0A1D-E806-423C-F6F1-9DBB761B3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D712D-3B12-D8DB-4576-29A59629A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>
                <a:cs typeface="B Nazanin" panose="00000400000000000000" pitchFamily="2" charset="-78"/>
              </a:rPr>
              <a:t>مرور افعال و ضمائر ملکی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CBE88-7892-F696-5E94-22339B892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A" sz="2400" dirty="0">
                <a:cs typeface="B Nazanin" panose="00000400000000000000" pitchFamily="2" charset="-78"/>
              </a:rPr>
              <a:t>I </a:t>
            </a:r>
            <a:r>
              <a:rPr lang="fr-CA" sz="2400" dirty="0" err="1">
                <a:cs typeface="B Nazanin" panose="00000400000000000000" pitchFamily="2" charset="-78"/>
              </a:rPr>
              <a:t>was</a:t>
            </a:r>
            <a:r>
              <a:rPr lang="fr-CA" sz="2400" dirty="0">
                <a:cs typeface="B Nazanin" panose="00000400000000000000" pitchFamily="2" charset="-78"/>
              </a:rPr>
              <a:t> </a:t>
            </a:r>
            <a:r>
              <a:rPr lang="fr-CA" sz="2400" dirty="0" err="1">
                <a:cs typeface="B Nazanin" panose="00000400000000000000" pitchFamily="2" charset="-78"/>
              </a:rPr>
              <a:t>going</a:t>
            </a:r>
            <a:r>
              <a:rPr lang="fr-CA" sz="2400" dirty="0">
                <a:cs typeface="B Nazanin" panose="00000400000000000000" pitchFamily="2" charset="-78"/>
              </a:rPr>
              <a:t> to the </a:t>
            </a:r>
            <a:r>
              <a:rPr lang="fr-CA" sz="2400" dirty="0" err="1">
                <a:cs typeface="B Nazanin" panose="00000400000000000000" pitchFamily="2" charset="-78"/>
              </a:rPr>
              <a:t>university</a:t>
            </a:r>
            <a:r>
              <a:rPr lang="fr-CA" sz="2400" dirty="0">
                <a:cs typeface="B Nazanin" panose="00000400000000000000" pitchFamily="2" charset="-78"/>
              </a:rPr>
              <a:t> </a:t>
            </a:r>
            <a:r>
              <a:rPr lang="fr-CA" sz="2400" dirty="0" err="1">
                <a:cs typeface="B Nazanin" panose="00000400000000000000" pitchFamily="2" charset="-78"/>
              </a:rPr>
              <a:t>yesterday</a:t>
            </a:r>
            <a:r>
              <a:rPr lang="fr-CA" sz="2400" dirty="0">
                <a:cs typeface="B Nazanin" panose="00000400000000000000" pitchFamily="2" charset="-78"/>
              </a:rPr>
              <a:t>, I </a:t>
            </a:r>
            <a:r>
              <a:rPr lang="fr-CA" sz="2400" dirty="0" err="1">
                <a:cs typeface="B Nazanin" panose="00000400000000000000" pitchFamily="2" charset="-78"/>
              </a:rPr>
              <a:t>saw</a:t>
            </a:r>
            <a:r>
              <a:rPr lang="fr-CA" sz="2400" dirty="0">
                <a:cs typeface="B Nazanin" panose="00000400000000000000" pitchFamily="2" charset="-78"/>
              </a:rPr>
              <a:t> Mani and Mina. They </a:t>
            </a:r>
            <a:r>
              <a:rPr lang="fr-CA" sz="2400" dirty="0" err="1">
                <a:cs typeface="B Nazanin" panose="00000400000000000000" pitchFamily="2" charset="-78"/>
              </a:rPr>
              <a:t>were</a:t>
            </a:r>
            <a:r>
              <a:rPr lang="fr-CA" sz="2400" dirty="0">
                <a:cs typeface="B Nazanin" panose="00000400000000000000" pitchFamily="2" charset="-78"/>
              </a:rPr>
              <a:t> </a:t>
            </a:r>
            <a:r>
              <a:rPr lang="fr-CA" sz="2400" dirty="0" err="1">
                <a:cs typeface="B Nazanin" panose="00000400000000000000" pitchFamily="2" charset="-78"/>
              </a:rPr>
              <a:t>going</a:t>
            </a:r>
            <a:r>
              <a:rPr lang="fr-CA" sz="2400" dirty="0">
                <a:cs typeface="B Nazanin" panose="00000400000000000000" pitchFamily="2" charset="-78"/>
              </a:rPr>
              <a:t> to </a:t>
            </a:r>
            <a:r>
              <a:rPr lang="fr-CA" sz="2400" dirty="0" err="1">
                <a:cs typeface="B Nazanin" panose="00000400000000000000" pitchFamily="2" charset="-78"/>
              </a:rPr>
              <a:t>their</a:t>
            </a:r>
            <a:r>
              <a:rPr lang="fr-CA" sz="2400" dirty="0">
                <a:cs typeface="B Nazanin" panose="00000400000000000000" pitchFamily="2" charset="-78"/>
              </a:rPr>
              <a:t> </a:t>
            </a:r>
            <a:r>
              <a:rPr lang="fr-CA" sz="2400" dirty="0" err="1">
                <a:cs typeface="B Nazanin" panose="00000400000000000000" pitchFamily="2" charset="-78"/>
              </a:rPr>
              <a:t>school</a:t>
            </a:r>
            <a:r>
              <a:rPr lang="fr-CA" sz="2400" dirty="0">
                <a:cs typeface="B Nazanin" panose="00000400000000000000" pitchFamily="2" charset="-78"/>
              </a:rPr>
              <a:t>.</a:t>
            </a:r>
          </a:p>
          <a:p>
            <a:endParaRPr lang="fr-CA" sz="2400" dirty="0">
              <a:cs typeface="B Nazanin" panose="00000400000000000000" pitchFamily="2" charset="-78"/>
            </a:endParaRPr>
          </a:p>
          <a:p>
            <a:pPr marL="0" indent="0">
              <a:buNone/>
            </a:pPr>
            <a:endParaRPr lang="fr-CA" sz="2400" dirty="0">
              <a:cs typeface="B Nazanin" panose="00000400000000000000" pitchFamily="2" charset="-78"/>
            </a:endParaRPr>
          </a:p>
          <a:p>
            <a:endParaRPr lang="fr-CA" sz="2400" dirty="0">
              <a:cs typeface="B Nazanin" panose="00000400000000000000" pitchFamily="2" charset="-78"/>
            </a:endParaRPr>
          </a:p>
          <a:p>
            <a:r>
              <a:rPr lang="fr-CA" sz="2400" dirty="0">
                <a:cs typeface="B Nazanin" panose="00000400000000000000" pitchFamily="2" charset="-78"/>
              </a:rPr>
              <a:t>Mahtab! </a:t>
            </a:r>
            <a:r>
              <a:rPr lang="fr-CA" sz="2400" dirty="0" err="1">
                <a:cs typeface="B Nazanin" panose="00000400000000000000" pitchFamily="2" charset="-78"/>
              </a:rPr>
              <a:t>Please</a:t>
            </a:r>
            <a:r>
              <a:rPr lang="fr-CA" sz="2400" dirty="0">
                <a:cs typeface="B Nazanin" panose="00000400000000000000" pitchFamily="2" charset="-78"/>
              </a:rPr>
              <a:t> close the </a:t>
            </a:r>
            <a:r>
              <a:rPr lang="fr-CA" sz="2400" dirty="0" err="1">
                <a:cs typeface="B Nazanin" panose="00000400000000000000" pitchFamily="2" charset="-78"/>
              </a:rPr>
              <a:t>door</a:t>
            </a:r>
            <a:r>
              <a:rPr lang="fr-CA" sz="2400" dirty="0">
                <a:cs typeface="B Nazanin" panose="00000400000000000000" pitchFamily="2" charset="-78"/>
              </a:rPr>
              <a:t>. </a:t>
            </a:r>
            <a:r>
              <a:rPr lang="fr-CA" sz="2400" dirty="0" err="1">
                <a:cs typeface="B Nazanin" panose="00000400000000000000" pitchFamily="2" charset="-78"/>
              </a:rPr>
              <a:t>I’m</a:t>
            </a:r>
            <a:r>
              <a:rPr lang="fr-CA" sz="2400" dirty="0">
                <a:cs typeface="B Nazanin" panose="00000400000000000000" pitchFamily="2" charset="-78"/>
              </a:rPr>
              <a:t> </a:t>
            </a:r>
            <a:r>
              <a:rPr lang="fr-CA" sz="2400" dirty="0" err="1">
                <a:cs typeface="B Nazanin" panose="00000400000000000000" pitchFamily="2" charset="-78"/>
              </a:rPr>
              <a:t>closing</a:t>
            </a:r>
            <a:r>
              <a:rPr lang="fr-CA" sz="2400" dirty="0">
                <a:cs typeface="B Nazanin" panose="00000400000000000000" pitchFamily="2" charset="-78"/>
              </a:rPr>
              <a:t> </a:t>
            </a:r>
            <a:r>
              <a:rPr lang="fr-CA" sz="2400" dirty="0" err="1">
                <a:cs typeface="B Nazanin" panose="00000400000000000000" pitchFamily="2" charset="-78"/>
              </a:rPr>
              <a:t>that</a:t>
            </a:r>
            <a:r>
              <a:rPr lang="fr-CA" sz="2400" dirty="0">
                <a:cs typeface="B Nazanin" panose="00000400000000000000" pitchFamily="2" charset="-78"/>
              </a:rPr>
              <a:t> right </a:t>
            </a:r>
            <a:r>
              <a:rPr lang="fr-CA" sz="2400" dirty="0" err="1">
                <a:cs typeface="B Nazanin" panose="00000400000000000000" pitchFamily="2" charset="-78"/>
              </a:rPr>
              <a:t>now</a:t>
            </a:r>
            <a:r>
              <a:rPr lang="fr-CA" sz="2400" dirty="0">
                <a:cs typeface="B Nazanin" panose="00000400000000000000" pitchFamily="2" charset="-78"/>
              </a:rPr>
              <a:t>. </a:t>
            </a:r>
          </a:p>
          <a:p>
            <a:endParaRPr lang="fr-CA" sz="2400" dirty="0">
              <a:cs typeface="B Nazanin" panose="00000400000000000000" pitchFamily="2" charset="-78"/>
            </a:endParaRPr>
          </a:p>
          <a:p>
            <a:endParaRPr lang="fr-CA" sz="2400" dirty="0">
              <a:cs typeface="B Nazanin" panose="00000400000000000000" pitchFamily="2" charset="-78"/>
            </a:endParaRPr>
          </a:p>
          <a:p>
            <a:pPr marL="0" indent="0">
              <a:buNone/>
            </a:pPr>
            <a:endParaRPr lang="fr-CA" sz="2400" dirty="0">
              <a:cs typeface="B Nazanin" panose="00000400000000000000" pitchFamily="2" charset="-78"/>
            </a:endParaRPr>
          </a:p>
          <a:p>
            <a:endParaRPr lang="fa-IR" sz="2400" dirty="0">
              <a:cs typeface="B Nazanin" panose="00000400000000000000" pitchFamily="2" charset="-78"/>
            </a:endParaRPr>
          </a:p>
          <a:p>
            <a:pPr algn="r" rtl="1"/>
            <a:endParaRPr lang="fa-IR" sz="2400" dirty="0">
              <a:cs typeface="B Nazanin" panose="00000400000000000000" pitchFamily="2" charset="-78"/>
            </a:endParaRPr>
          </a:p>
          <a:p>
            <a:pPr marL="0" indent="0" algn="r">
              <a:buNone/>
            </a:pPr>
            <a:endParaRPr lang="en-CA" sz="2400" dirty="0">
              <a:cs typeface="B Nazanin" panose="00000400000000000000" pitchFamily="2" charset="-78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4800383-C484-289C-54C4-C9150373AE7F}"/>
                  </a:ext>
                </a:extLst>
              </p14:cNvPr>
              <p14:cNvContentPartPr/>
              <p14:nvPr/>
            </p14:nvContentPartPr>
            <p14:xfrm>
              <a:off x="10519587" y="2650400"/>
              <a:ext cx="112320" cy="18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4800383-C484-289C-54C4-C9150373AE7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513467" y="2644280"/>
                <a:ext cx="124560" cy="30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9B095C98-1892-E6E7-23FF-F8B25A7AF1A1}"/>
              </a:ext>
            </a:extLst>
          </p:cNvPr>
          <p:cNvGrpSpPr/>
          <p:nvPr/>
        </p:nvGrpSpPr>
        <p:grpSpPr>
          <a:xfrm>
            <a:off x="9234387" y="2566880"/>
            <a:ext cx="1099440" cy="237960"/>
            <a:chOff x="9234387" y="2566880"/>
            <a:chExt cx="1099440" cy="23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37DD719-2689-24DB-596F-4A3C095BD7A7}"/>
                    </a:ext>
                  </a:extLst>
                </p14:cNvPr>
                <p14:cNvContentPartPr/>
                <p14:nvPr/>
              </p14:nvContentPartPr>
              <p14:xfrm>
                <a:off x="9991107" y="2587400"/>
                <a:ext cx="342720" cy="1825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37DD719-2689-24DB-596F-4A3C095BD7A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984987" y="2581280"/>
                  <a:ext cx="35496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D43E7B7-DBF9-7A65-F27A-99A199B95149}"/>
                    </a:ext>
                  </a:extLst>
                </p14:cNvPr>
                <p14:cNvContentPartPr/>
                <p14:nvPr/>
              </p14:nvContentPartPr>
              <p14:xfrm>
                <a:off x="10089027" y="2672000"/>
                <a:ext cx="10800" cy="187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D43E7B7-DBF9-7A65-F27A-99A199B9514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082907" y="2665880"/>
                  <a:ext cx="230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56C053B-6A10-1AC0-DDBE-B96C076FAA83}"/>
                    </a:ext>
                  </a:extLst>
                </p14:cNvPr>
                <p14:cNvContentPartPr/>
                <p14:nvPr/>
              </p14:nvContentPartPr>
              <p14:xfrm>
                <a:off x="9785907" y="2623040"/>
                <a:ext cx="147960" cy="1015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56C053B-6A10-1AC0-DDBE-B96C076FAA8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779787" y="2616920"/>
                  <a:ext cx="1602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37A9374-175F-F857-39A0-C99D38DB23ED}"/>
                    </a:ext>
                  </a:extLst>
                </p14:cNvPr>
                <p14:cNvContentPartPr/>
                <p14:nvPr/>
              </p14:nvContentPartPr>
              <p14:xfrm>
                <a:off x="9516627" y="2607200"/>
                <a:ext cx="259920" cy="1976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37A9374-175F-F857-39A0-C99D38DB23E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510507" y="2601080"/>
                  <a:ext cx="27216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E55CE1F-AF07-40F8-2424-532184E6AAFF}"/>
                    </a:ext>
                  </a:extLst>
                </p14:cNvPr>
                <p14:cNvContentPartPr/>
                <p14:nvPr/>
              </p14:nvContentPartPr>
              <p14:xfrm>
                <a:off x="9626427" y="2773520"/>
                <a:ext cx="22680" cy="129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E55CE1F-AF07-40F8-2424-532184E6AAF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620307" y="2767400"/>
                  <a:ext cx="349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CCCC220-9DCE-03A7-79D1-D99CD4B5FBD3}"/>
                    </a:ext>
                  </a:extLst>
                </p14:cNvPr>
                <p14:cNvContentPartPr/>
                <p14:nvPr/>
              </p14:nvContentPartPr>
              <p14:xfrm>
                <a:off x="9688707" y="2764880"/>
                <a:ext cx="20520" cy="190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CCCC220-9DCE-03A7-79D1-D99CD4B5FBD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682587" y="2758760"/>
                  <a:ext cx="327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03DD6F5-723B-87B9-230F-E02A59279CEB}"/>
                    </a:ext>
                  </a:extLst>
                </p14:cNvPr>
                <p14:cNvContentPartPr/>
                <p14:nvPr/>
              </p14:nvContentPartPr>
              <p14:xfrm>
                <a:off x="9409707" y="2607560"/>
                <a:ext cx="159480" cy="133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03DD6F5-723B-87B9-230F-E02A59279CE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403587" y="2601440"/>
                  <a:ext cx="1717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2816B77-C407-9E30-EE04-CEDDBCBC5FCF}"/>
                    </a:ext>
                  </a:extLst>
                </p14:cNvPr>
                <p14:cNvContentPartPr/>
                <p14:nvPr/>
              </p14:nvContentPartPr>
              <p14:xfrm>
                <a:off x="9234387" y="2664080"/>
                <a:ext cx="207360" cy="1224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2816B77-C407-9E30-EE04-CEDDBCBC5FC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228267" y="2657960"/>
                  <a:ext cx="2196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35F6457-793F-5A0B-BBB9-A9DB95B9DB1D}"/>
                    </a:ext>
                  </a:extLst>
                </p14:cNvPr>
                <p14:cNvContentPartPr/>
                <p14:nvPr/>
              </p14:nvContentPartPr>
              <p14:xfrm>
                <a:off x="9416547" y="2566880"/>
                <a:ext cx="10440" cy="82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35F6457-793F-5A0B-BBB9-A9DB95B9DB1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410427" y="2560760"/>
                  <a:ext cx="22680" cy="2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5A87DED-982E-64AC-B7B4-14F76E0FFF8C}"/>
                  </a:ext>
                </a:extLst>
              </p14:cNvPr>
              <p14:cNvContentPartPr/>
              <p14:nvPr/>
            </p14:nvContentPartPr>
            <p14:xfrm>
              <a:off x="1363347" y="1764080"/>
              <a:ext cx="1132200" cy="1306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5A87DED-982E-64AC-B7B4-14F76E0FFF8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357227" y="1757960"/>
                <a:ext cx="114444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A968B352-F23E-0B26-573F-EA71227CECEB}"/>
                  </a:ext>
                </a:extLst>
              </p14:cNvPr>
              <p14:cNvContentPartPr/>
              <p14:nvPr/>
            </p14:nvContentPartPr>
            <p14:xfrm>
              <a:off x="8097147" y="2575520"/>
              <a:ext cx="179640" cy="1051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A968B352-F23E-0B26-573F-EA71227CECE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091027" y="2569400"/>
                <a:ext cx="191880" cy="11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FDBF9157-4E71-B65B-0A91-21078BC86943}"/>
                  </a:ext>
                </a:extLst>
              </p14:cNvPr>
              <p14:cNvContentPartPr/>
              <p14:nvPr/>
            </p14:nvContentPartPr>
            <p14:xfrm>
              <a:off x="8173107" y="2771360"/>
              <a:ext cx="16200" cy="201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FDBF9157-4E71-B65B-0A91-21078BC8694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166987" y="2765240"/>
                <a:ext cx="28440" cy="3240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E9C68C88-E893-3BF7-B32C-3258C5E6FC03}"/>
              </a:ext>
            </a:extLst>
          </p:cNvPr>
          <p:cNvGrpSpPr/>
          <p:nvPr/>
        </p:nvGrpSpPr>
        <p:grpSpPr>
          <a:xfrm>
            <a:off x="7020027" y="2274920"/>
            <a:ext cx="954000" cy="446040"/>
            <a:chOff x="7020027" y="2274920"/>
            <a:chExt cx="954000" cy="44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92500F3-E90B-D54E-ED28-F7329EE52376}"/>
                    </a:ext>
                  </a:extLst>
                </p14:cNvPr>
                <p14:cNvContentPartPr/>
                <p14:nvPr/>
              </p14:nvContentPartPr>
              <p14:xfrm>
                <a:off x="7872867" y="2607560"/>
                <a:ext cx="101160" cy="1134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92500F3-E90B-D54E-ED28-F7329EE5237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866747" y="2601440"/>
                  <a:ext cx="1134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6D87A1B-FCE1-6A9F-2BC7-FAC95AF9933F}"/>
                    </a:ext>
                  </a:extLst>
                </p14:cNvPr>
                <p14:cNvContentPartPr/>
                <p14:nvPr/>
              </p14:nvContentPartPr>
              <p14:xfrm>
                <a:off x="7776747" y="2480120"/>
                <a:ext cx="30600" cy="1933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6D87A1B-FCE1-6A9F-2BC7-FAC95AF9933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770627" y="2474000"/>
                  <a:ext cx="4284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77BC8D3-A2E6-D32F-10BD-626AB69D7460}"/>
                    </a:ext>
                  </a:extLst>
                </p14:cNvPr>
                <p14:cNvContentPartPr/>
                <p14:nvPr/>
              </p14:nvContentPartPr>
              <p14:xfrm>
                <a:off x="7145667" y="2389040"/>
                <a:ext cx="568080" cy="3110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77BC8D3-A2E6-D32F-10BD-626AB69D746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139547" y="2382920"/>
                  <a:ext cx="58032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F509879-5D58-AAFE-11DC-B2F419F8CB39}"/>
                    </a:ext>
                  </a:extLst>
                </p14:cNvPr>
                <p14:cNvContentPartPr/>
                <p14:nvPr/>
              </p14:nvContentPartPr>
              <p14:xfrm>
                <a:off x="7641027" y="2455640"/>
                <a:ext cx="8280" cy="262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F509879-5D58-AAFE-11DC-B2F419F8CB3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634907" y="2449520"/>
                  <a:ext cx="205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B96A678-BC34-4010-EDA3-C449623FAB0A}"/>
                    </a:ext>
                  </a:extLst>
                </p14:cNvPr>
                <p14:cNvContentPartPr/>
                <p14:nvPr/>
              </p14:nvContentPartPr>
              <p14:xfrm>
                <a:off x="7434387" y="2501360"/>
                <a:ext cx="102600" cy="295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B96A678-BC34-4010-EDA3-C449623FAB0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428267" y="2495240"/>
                  <a:ext cx="1148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E148979-B430-8638-D141-A956B8ED3EC4}"/>
                    </a:ext>
                  </a:extLst>
                </p14:cNvPr>
                <p14:cNvContentPartPr/>
                <p14:nvPr/>
              </p14:nvContentPartPr>
              <p14:xfrm>
                <a:off x="7472907" y="2430080"/>
                <a:ext cx="19440" cy="216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E148979-B430-8638-D141-A956B8ED3EC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466787" y="2423960"/>
                  <a:ext cx="316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AA2A8F7-74F4-C1EB-AA51-AE31574D21B9}"/>
                    </a:ext>
                  </a:extLst>
                </p14:cNvPr>
                <p14:cNvContentPartPr/>
                <p14:nvPr/>
              </p14:nvContentPartPr>
              <p14:xfrm>
                <a:off x="7295067" y="2287520"/>
                <a:ext cx="221760" cy="2091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AA2A8F7-74F4-C1EB-AA51-AE31574D21B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288947" y="2281400"/>
                  <a:ext cx="23400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8BACBF0-A346-5E6F-C4FF-5AD8238B20E5}"/>
                    </a:ext>
                  </a:extLst>
                </p14:cNvPr>
                <p14:cNvContentPartPr/>
                <p14:nvPr/>
              </p14:nvContentPartPr>
              <p14:xfrm>
                <a:off x="7274187" y="2274920"/>
                <a:ext cx="171360" cy="1623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8BACBF0-A346-5E6F-C4FF-5AD8238B20E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268067" y="2268800"/>
                  <a:ext cx="18360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1D32119-FDEA-89DA-55F8-9B61059910FD}"/>
                    </a:ext>
                  </a:extLst>
                </p14:cNvPr>
                <p14:cNvContentPartPr/>
                <p14:nvPr/>
              </p14:nvContentPartPr>
              <p14:xfrm>
                <a:off x="7020027" y="2574800"/>
                <a:ext cx="82800" cy="806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1D32119-FDEA-89DA-55F8-9B61059910F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013907" y="2568680"/>
                  <a:ext cx="95040" cy="9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2D683740-DEE6-B1E7-E15C-D76EAF870719}"/>
              </a:ext>
            </a:extLst>
          </p:cNvPr>
          <p:cNvGrpSpPr/>
          <p:nvPr/>
        </p:nvGrpSpPr>
        <p:grpSpPr>
          <a:xfrm>
            <a:off x="8407827" y="2383640"/>
            <a:ext cx="746640" cy="549000"/>
            <a:chOff x="8407827" y="2383640"/>
            <a:chExt cx="746640" cy="54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E59B0EE-B2F5-AAE4-6823-DEF62DE80602}"/>
                    </a:ext>
                  </a:extLst>
                </p14:cNvPr>
                <p14:cNvContentPartPr/>
                <p14:nvPr/>
              </p14:nvContentPartPr>
              <p14:xfrm>
                <a:off x="8817507" y="2383640"/>
                <a:ext cx="2880" cy="36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E59B0EE-B2F5-AAE4-6823-DEF62DE8060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811387" y="2377520"/>
                  <a:ext cx="1512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C92CB21-E850-EC2D-712A-64EBF8864045}"/>
                    </a:ext>
                  </a:extLst>
                </p14:cNvPr>
                <p14:cNvContentPartPr/>
                <p14:nvPr/>
              </p14:nvContentPartPr>
              <p14:xfrm>
                <a:off x="9035667" y="2632040"/>
                <a:ext cx="118800" cy="1069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C92CB21-E850-EC2D-712A-64EBF886404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029547" y="2625920"/>
                  <a:ext cx="13104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898A1F5-8877-87DF-9E1A-1D7819EA8353}"/>
                    </a:ext>
                  </a:extLst>
                </p14:cNvPr>
                <p14:cNvContentPartPr/>
                <p14:nvPr/>
              </p14:nvContentPartPr>
              <p14:xfrm>
                <a:off x="8922267" y="2511800"/>
                <a:ext cx="24480" cy="201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898A1F5-8877-87DF-9E1A-1D7819EA835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916147" y="2505680"/>
                  <a:ext cx="3672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8EE4DEB-2E12-E3C5-7275-D6B7E7248F6B}"/>
                    </a:ext>
                  </a:extLst>
                </p14:cNvPr>
                <p14:cNvContentPartPr/>
                <p14:nvPr/>
              </p14:nvContentPartPr>
              <p14:xfrm>
                <a:off x="8407827" y="2582360"/>
                <a:ext cx="437760" cy="3502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8EE4DEB-2E12-E3C5-7275-D6B7E7248F6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401707" y="2576240"/>
                  <a:ext cx="45000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F7C00C9-7922-6267-CA62-2F5E45CEE022}"/>
                    </a:ext>
                  </a:extLst>
                </p14:cNvPr>
                <p14:cNvContentPartPr/>
                <p14:nvPr/>
              </p14:nvContentPartPr>
              <p14:xfrm>
                <a:off x="8751627" y="2453840"/>
                <a:ext cx="17640" cy="29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F7C00C9-7922-6267-CA62-2F5E45CEE02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745507" y="2447720"/>
                  <a:ext cx="298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4383473-E619-F7D3-EDC9-A06B7CF7EC3A}"/>
                    </a:ext>
                  </a:extLst>
                </p14:cNvPr>
                <p14:cNvContentPartPr/>
                <p14:nvPr/>
              </p14:nvContentPartPr>
              <p14:xfrm>
                <a:off x="8805267" y="2461760"/>
                <a:ext cx="15480" cy="262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4383473-E619-F7D3-EDC9-A06B7CF7EC3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799147" y="2455640"/>
                  <a:ext cx="277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F9AE098-653A-AF8E-C4F0-87DB71011C2F}"/>
                    </a:ext>
                  </a:extLst>
                </p14:cNvPr>
                <p14:cNvContentPartPr/>
                <p14:nvPr/>
              </p14:nvContentPartPr>
              <p14:xfrm>
                <a:off x="8574867" y="2465720"/>
                <a:ext cx="2880" cy="122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F9AE098-653A-AF8E-C4F0-87DB71011C2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568747" y="2459600"/>
                  <a:ext cx="151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7B55993-4D3C-B3C7-3131-A49798C78D79}"/>
                    </a:ext>
                  </a:extLst>
                </p14:cNvPr>
                <p14:cNvContentPartPr/>
                <p14:nvPr/>
              </p14:nvContentPartPr>
              <p14:xfrm>
                <a:off x="8637147" y="2454200"/>
                <a:ext cx="36360" cy="50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7B55993-4D3C-B3C7-3131-A49798C78D7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631027" y="2448080"/>
                  <a:ext cx="4860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D714AE2-0411-69AD-4FAB-399E8B4138AE}"/>
                    </a:ext>
                  </a:extLst>
                </p14:cNvPr>
                <p14:cNvContentPartPr/>
                <p14:nvPr/>
              </p14:nvContentPartPr>
              <p14:xfrm>
                <a:off x="8812467" y="2387960"/>
                <a:ext cx="20520" cy="93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D714AE2-0411-69AD-4FAB-399E8B4138A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806347" y="2381840"/>
                  <a:ext cx="32760" cy="2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92D87E4-58B0-1A5A-B687-BAE9A2897098}"/>
              </a:ext>
            </a:extLst>
          </p:cNvPr>
          <p:cNvGrpSpPr/>
          <p:nvPr/>
        </p:nvGrpSpPr>
        <p:grpSpPr>
          <a:xfrm>
            <a:off x="6042987" y="2391920"/>
            <a:ext cx="870120" cy="578880"/>
            <a:chOff x="6042987" y="2391920"/>
            <a:chExt cx="870120" cy="57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00F6CDD-F436-4F14-94A6-2050664AE213}"/>
                    </a:ext>
                  </a:extLst>
                </p14:cNvPr>
                <p14:cNvContentPartPr/>
                <p14:nvPr/>
              </p14:nvContentPartPr>
              <p14:xfrm>
                <a:off x="6611067" y="2557160"/>
                <a:ext cx="302040" cy="2178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00F6CDD-F436-4F14-94A6-2050664AE21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604947" y="2551040"/>
                  <a:ext cx="31428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9D46464-FD0B-93B2-3422-9E7CAE2C4ABA}"/>
                    </a:ext>
                  </a:extLst>
                </p14:cNvPr>
                <p14:cNvContentPartPr/>
                <p14:nvPr/>
              </p14:nvContentPartPr>
              <p14:xfrm>
                <a:off x="6347187" y="2643920"/>
                <a:ext cx="223200" cy="1296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9D46464-FD0B-93B2-3422-9E7CAE2C4AB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341067" y="2637800"/>
                  <a:ext cx="23544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AAD13D8-928D-5EDE-398E-176ABC5336C5}"/>
                    </a:ext>
                  </a:extLst>
                </p14:cNvPr>
                <p14:cNvContentPartPr/>
                <p14:nvPr/>
              </p14:nvContentPartPr>
              <p14:xfrm>
                <a:off x="6042987" y="2546000"/>
                <a:ext cx="455040" cy="4248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AAD13D8-928D-5EDE-398E-176ABC5336C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036867" y="2539880"/>
                  <a:ext cx="467280" cy="43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FE8633D-6611-4F44-8249-D830F1D8D3F7}"/>
                    </a:ext>
                  </a:extLst>
                </p14:cNvPr>
                <p14:cNvContentPartPr/>
                <p14:nvPr/>
              </p14:nvContentPartPr>
              <p14:xfrm>
                <a:off x="6482547" y="2391920"/>
                <a:ext cx="33120" cy="306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FE8633D-6611-4F44-8249-D830F1D8D3F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476427" y="2385800"/>
                  <a:ext cx="453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ECFC307-E1EA-9A4C-59A5-484879ECF2E4}"/>
                    </a:ext>
                  </a:extLst>
                </p14:cNvPr>
                <p14:cNvContentPartPr/>
                <p14:nvPr/>
              </p14:nvContentPartPr>
              <p14:xfrm>
                <a:off x="6279507" y="2467520"/>
                <a:ext cx="13320" cy="140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ECFC307-E1EA-9A4C-59A5-484879ECF2E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273387" y="2461400"/>
                  <a:ext cx="255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4C06E9C-84ED-3F32-A0DC-95E0443EB160}"/>
                    </a:ext>
                  </a:extLst>
                </p14:cNvPr>
                <p14:cNvContentPartPr/>
                <p14:nvPr/>
              </p14:nvContentPartPr>
              <p14:xfrm>
                <a:off x="6343227" y="2456000"/>
                <a:ext cx="33480" cy="144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4C06E9C-84ED-3F32-A0DC-95E0443EB16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337107" y="2449880"/>
                  <a:ext cx="45720" cy="26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03604874-446A-0232-B34A-DA096000193A}"/>
                  </a:ext>
                </a:extLst>
              </p14:cNvPr>
              <p14:cNvContentPartPr/>
              <p14:nvPr/>
            </p14:nvContentPartPr>
            <p14:xfrm>
              <a:off x="5959107" y="2699720"/>
              <a:ext cx="12240" cy="1152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03604874-446A-0232-B34A-DA096000193A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5952627" y="2693600"/>
                <a:ext cx="2448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0E38C20B-03BE-8A89-7A46-ED0D66B9981C}"/>
                  </a:ext>
                </a:extLst>
              </p14:cNvPr>
              <p14:cNvContentPartPr/>
              <p14:nvPr/>
            </p14:nvContentPartPr>
            <p14:xfrm>
              <a:off x="3818907" y="2814560"/>
              <a:ext cx="2160" cy="1440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0E38C20B-03BE-8A89-7A46-ED0D66B9981C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812787" y="2808440"/>
                <a:ext cx="1440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20C7837F-829E-4AA7-E7CD-3AACFAE24A33}"/>
                  </a:ext>
                </a:extLst>
              </p14:cNvPr>
              <p14:cNvContentPartPr/>
              <p14:nvPr/>
            </p14:nvContentPartPr>
            <p14:xfrm>
              <a:off x="4510107" y="2889800"/>
              <a:ext cx="873720" cy="2340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20C7837F-829E-4AA7-E7CD-3AACFAE24A33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503987" y="2883320"/>
                <a:ext cx="885960" cy="35640"/>
              </a:xfrm>
              <a:prstGeom prst="rect">
                <a:avLst/>
              </a:prstGeom>
            </p:spPr>
          </p:pic>
        </mc:Fallback>
      </mc:AlternateContent>
      <p:grpSp>
        <p:nvGrpSpPr>
          <p:cNvPr id="86" name="Group 85">
            <a:extLst>
              <a:ext uri="{FF2B5EF4-FFF2-40B4-BE49-F238E27FC236}">
                <a16:creationId xmlns:a16="http://schemas.microsoft.com/office/drawing/2014/main" id="{40DE0F94-6A64-2929-E6C3-9709104E4C00}"/>
              </a:ext>
            </a:extLst>
          </p:cNvPr>
          <p:cNvGrpSpPr/>
          <p:nvPr/>
        </p:nvGrpSpPr>
        <p:grpSpPr>
          <a:xfrm>
            <a:off x="500787" y="243440"/>
            <a:ext cx="363600" cy="275400"/>
            <a:chOff x="500787" y="243440"/>
            <a:chExt cx="363600" cy="27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C9183C2-23B9-8965-8AED-808633DCA5BD}"/>
                    </a:ext>
                  </a:extLst>
                </p14:cNvPr>
                <p14:cNvContentPartPr/>
                <p14:nvPr/>
              </p14:nvContentPartPr>
              <p14:xfrm>
                <a:off x="500787" y="243440"/>
                <a:ext cx="169560" cy="2505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C9183C2-23B9-8965-8AED-808633DCA5B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94667" y="237320"/>
                  <a:ext cx="18180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53215EF-675B-33ED-4792-EC554D525178}"/>
                    </a:ext>
                  </a:extLst>
                </p14:cNvPr>
                <p14:cNvContentPartPr/>
                <p14:nvPr/>
              </p14:nvContentPartPr>
              <p14:xfrm>
                <a:off x="779787" y="247760"/>
                <a:ext cx="84600" cy="2710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53215EF-675B-33ED-4792-EC554D52517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73667" y="241640"/>
                  <a:ext cx="96840" cy="283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A408D6EE-B25F-3CE4-C99D-F12B283616F9}"/>
                  </a:ext>
                </a:extLst>
              </p14:cNvPr>
              <p14:cNvContentPartPr/>
              <p14:nvPr/>
            </p14:nvContentPartPr>
            <p14:xfrm>
              <a:off x="545787" y="621800"/>
              <a:ext cx="382320" cy="216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A408D6EE-B25F-3CE4-C99D-F12B283616F9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539667" y="615680"/>
                <a:ext cx="394560" cy="1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DD899E4C-9B2F-678F-9B6A-D968E12B396B}"/>
                  </a:ext>
                </a:extLst>
              </p14:cNvPr>
              <p14:cNvContentPartPr/>
              <p14:nvPr/>
            </p14:nvContentPartPr>
            <p14:xfrm>
              <a:off x="4003947" y="2618000"/>
              <a:ext cx="146160" cy="12708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DD899E4C-9B2F-678F-9B6A-D968E12B396B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3997827" y="2611880"/>
                <a:ext cx="158400" cy="1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413D15F6-D04E-7CCA-6454-E1AE39CE883E}"/>
                  </a:ext>
                </a:extLst>
              </p14:cNvPr>
              <p14:cNvContentPartPr/>
              <p14:nvPr/>
            </p14:nvContentPartPr>
            <p14:xfrm>
              <a:off x="3701907" y="2595680"/>
              <a:ext cx="235800" cy="17820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413D15F6-D04E-7CCA-6454-E1AE39CE883E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3695787" y="2589560"/>
                <a:ext cx="248040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BD46F5E1-D122-678D-D4CF-F29A6048AB82}"/>
                  </a:ext>
                </a:extLst>
              </p14:cNvPr>
              <p14:cNvContentPartPr/>
              <p14:nvPr/>
            </p14:nvContentPartPr>
            <p14:xfrm>
              <a:off x="3801627" y="2826440"/>
              <a:ext cx="6840" cy="468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BD46F5E1-D122-678D-D4CF-F29A6048AB82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3795507" y="2820320"/>
                <a:ext cx="19080" cy="1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030DA20B-8277-627E-0B62-27D634413D3A}"/>
                  </a:ext>
                </a:extLst>
              </p14:cNvPr>
              <p14:cNvContentPartPr/>
              <p14:nvPr/>
            </p14:nvContentPartPr>
            <p14:xfrm>
              <a:off x="3882267" y="2808080"/>
              <a:ext cx="19440" cy="2196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030DA20B-8277-627E-0B62-27D634413D3A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3876147" y="2801960"/>
                <a:ext cx="3168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8033A622-4C38-3CEF-F5C8-76ECCCF734C0}"/>
                  </a:ext>
                </a:extLst>
              </p14:cNvPr>
              <p14:cNvContentPartPr/>
              <p14:nvPr/>
            </p14:nvContentPartPr>
            <p14:xfrm>
              <a:off x="3554307" y="2633840"/>
              <a:ext cx="110160" cy="34200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8033A622-4C38-3CEF-F5C8-76ECCCF734C0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3548187" y="2627720"/>
                <a:ext cx="122400" cy="35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221D3AD5-F534-72B1-E2B2-5CBD3F9E56AF}"/>
                  </a:ext>
                </a:extLst>
              </p14:cNvPr>
              <p14:cNvContentPartPr/>
              <p14:nvPr/>
            </p14:nvContentPartPr>
            <p14:xfrm>
              <a:off x="3438387" y="2687840"/>
              <a:ext cx="9720" cy="327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221D3AD5-F534-72B1-E2B2-5CBD3F9E56AF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3432267" y="2681720"/>
                <a:ext cx="2196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A2F2E27E-3604-A9FE-6D15-460CA59DA9BE}"/>
                  </a:ext>
                </a:extLst>
              </p14:cNvPr>
              <p14:cNvContentPartPr/>
              <p14:nvPr/>
            </p14:nvContentPartPr>
            <p14:xfrm>
              <a:off x="4224987" y="2664800"/>
              <a:ext cx="89640" cy="9540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A2F2E27E-3604-A9FE-6D15-460CA59DA9BE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4218867" y="2658680"/>
                <a:ext cx="10188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206435D5-DD7F-7210-0D8E-18CE2AB14E18}"/>
                  </a:ext>
                </a:extLst>
              </p14:cNvPr>
              <p14:cNvContentPartPr/>
              <p14:nvPr/>
            </p14:nvContentPartPr>
            <p14:xfrm>
              <a:off x="4208067" y="2498120"/>
              <a:ext cx="28080" cy="20268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206435D5-DD7F-7210-0D8E-18CE2AB14E18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4201947" y="2492000"/>
                <a:ext cx="40320" cy="21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DFA3BB5A-CB14-3885-1E9E-BCA2804F3D9A}"/>
                  </a:ext>
                </a:extLst>
              </p14:cNvPr>
              <p14:cNvContentPartPr/>
              <p14:nvPr/>
            </p14:nvContentPartPr>
            <p14:xfrm>
              <a:off x="3277107" y="2629160"/>
              <a:ext cx="30600" cy="15948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DFA3BB5A-CB14-3885-1E9E-BCA2804F3D9A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3270987" y="2623040"/>
                <a:ext cx="4284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968EEF49-9FD6-080B-0FB3-E78127FA4E2F}"/>
                  </a:ext>
                </a:extLst>
              </p14:cNvPr>
              <p14:cNvContentPartPr/>
              <p14:nvPr/>
            </p14:nvContentPartPr>
            <p14:xfrm>
              <a:off x="3288267" y="2439440"/>
              <a:ext cx="227880" cy="12996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968EEF49-9FD6-080B-0FB3-E78127FA4E2F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3282147" y="2433320"/>
                <a:ext cx="240120" cy="14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F0F3FF46-417D-E59F-4FD8-22FA77631FB0}"/>
                  </a:ext>
                </a:extLst>
              </p14:cNvPr>
              <p14:cNvContentPartPr/>
              <p14:nvPr/>
            </p14:nvContentPartPr>
            <p14:xfrm>
              <a:off x="2968587" y="2564000"/>
              <a:ext cx="200880" cy="36504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F0F3FF46-417D-E59F-4FD8-22FA77631FB0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2962467" y="2557880"/>
                <a:ext cx="213120" cy="37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CE048020-6171-2299-7126-53D5704701E5}"/>
                  </a:ext>
                </a:extLst>
              </p14:cNvPr>
              <p14:cNvContentPartPr/>
              <p14:nvPr/>
            </p14:nvContentPartPr>
            <p14:xfrm>
              <a:off x="3120867" y="2551400"/>
              <a:ext cx="5760" cy="2304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CE048020-6171-2299-7126-53D5704701E5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3114747" y="2545280"/>
                <a:ext cx="1800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387D5067-CBF9-DB8E-8D45-8DBBE6F163B4}"/>
                  </a:ext>
                </a:extLst>
              </p14:cNvPr>
              <p14:cNvContentPartPr/>
              <p14:nvPr/>
            </p14:nvContentPartPr>
            <p14:xfrm>
              <a:off x="2773467" y="2696840"/>
              <a:ext cx="60120" cy="10008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387D5067-CBF9-DB8E-8D45-8DBBE6F163B4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2767347" y="2690720"/>
                <a:ext cx="7236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865BEDA2-1820-8D6A-FF0A-AF995A171C4F}"/>
                  </a:ext>
                </a:extLst>
              </p14:cNvPr>
              <p14:cNvContentPartPr/>
              <p14:nvPr/>
            </p14:nvContentPartPr>
            <p14:xfrm>
              <a:off x="2724867" y="2783600"/>
              <a:ext cx="117720" cy="4644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865BEDA2-1820-8D6A-FF0A-AF995A171C4F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2718747" y="2777480"/>
                <a:ext cx="12996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41168CFE-F2DF-C976-4641-721627A3D05D}"/>
                  </a:ext>
                </a:extLst>
              </p14:cNvPr>
              <p14:cNvContentPartPr/>
              <p14:nvPr/>
            </p14:nvContentPartPr>
            <p14:xfrm>
              <a:off x="2670507" y="2593880"/>
              <a:ext cx="33120" cy="20592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41168CFE-F2DF-C976-4641-721627A3D05D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2664387" y="2587760"/>
                <a:ext cx="45360" cy="21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36472470-7915-B4CC-4530-37456378E2E2}"/>
                  </a:ext>
                </a:extLst>
              </p14:cNvPr>
              <p14:cNvContentPartPr/>
              <p14:nvPr/>
            </p14:nvContentPartPr>
            <p14:xfrm>
              <a:off x="2062467" y="2686040"/>
              <a:ext cx="560520" cy="17892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36472470-7915-B4CC-4530-37456378E2E2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2056347" y="2679920"/>
                <a:ext cx="57276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86FEC9BA-F2DE-43C0-EA4A-D28C302E7CA5}"/>
                  </a:ext>
                </a:extLst>
              </p14:cNvPr>
              <p14:cNvContentPartPr/>
              <p14:nvPr/>
            </p14:nvContentPartPr>
            <p14:xfrm>
              <a:off x="2419587" y="2651480"/>
              <a:ext cx="38880" cy="2196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86FEC9BA-F2DE-43C0-EA4A-D28C302E7CA5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2413467" y="2645360"/>
                <a:ext cx="5112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5B5AB725-1446-72BF-25CA-C51D09496270}"/>
                  </a:ext>
                </a:extLst>
              </p14:cNvPr>
              <p14:cNvContentPartPr/>
              <p14:nvPr/>
            </p14:nvContentPartPr>
            <p14:xfrm>
              <a:off x="2483307" y="2648960"/>
              <a:ext cx="32040" cy="1512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5B5AB725-1446-72BF-25CA-C51D09496270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2477187" y="2642840"/>
                <a:ext cx="4428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76A0623E-1CDA-F842-B25D-65DDBFB01401}"/>
                  </a:ext>
                </a:extLst>
              </p14:cNvPr>
              <p14:cNvContentPartPr/>
              <p14:nvPr/>
            </p14:nvContentPartPr>
            <p14:xfrm>
              <a:off x="2446587" y="2561120"/>
              <a:ext cx="9000" cy="3312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76A0623E-1CDA-F842-B25D-65DDBFB01401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2440467" y="2555000"/>
                <a:ext cx="2124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72D0EED2-4E03-B877-C35D-C66C26A1264D}"/>
                  </a:ext>
                </a:extLst>
              </p14:cNvPr>
              <p14:cNvContentPartPr/>
              <p14:nvPr/>
            </p14:nvContentPartPr>
            <p14:xfrm>
              <a:off x="2293227" y="2638520"/>
              <a:ext cx="14760" cy="1908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72D0EED2-4E03-B877-C35D-C66C26A1264D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2287107" y="2632400"/>
                <a:ext cx="2700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452372DD-B9BF-F66A-0273-5865D67B833F}"/>
                  </a:ext>
                </a:extLst>
              </p14:cNvPr>
              <p14:cNvContentPartPr/>
              <p14:nvPr/>
            </p14:nvContentPartPr>
            <p14:xfrm>
              <a:off x="2337147" y="2635280"/>
              <a:ext cx="36000" cy="1836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452372DD-B9BF-F66A-0273-5865D67B833F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2331027" y="2629160"/>
                <a:ext cx="4824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205B3461-89C9-13CF-0EF0-057CBA2D2A89}"/>
                  </a:ext>
                </a:extLst>
              </p14:cNvPr>
              <p14:cNvContentPartPr/>
              <p14:nvPr/>
            </p14:nvContentPartPr>
            <p14:xfrm>
              <a:off x="2202147" y="2632400"/>
              <a:ext cx="8280" cy="648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205B3461-89C9-13CF-0EF0-057CBA2D2A89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2196027" y="2626280"/>
                <a:ext cx="2052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5EABF4AD-149A-C383-EBD3-808D3B2816E0}"/>
                  </a:ext>
                </a:extLst>
              </p14:cNvPr>
              <p14:cNvContentPartPr/>
              <p14:nvPr/>
            </p14:nvContentPartPr>
            <p14:xfrm>
              <a:off x="3450627" y="2714120"/>
              <a:ext cx="13680" cy="1188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5EABF4AD-149A-C383-EBD3-808D3B2816E0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3444507" y="2708000"/>
                <a:ext cx="25920" cy="24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8" name="Group 107">
            <a:extLst>
              <a:ext uri="{FF2B5EF4-FFF2-40B4-BE49-F238E27FC236}">
                <a16:creationId xmlns:a16="http://schemas.microsoft.com/office/drawing/2014/main" id="{6B48B794-8C71-EC29-6FA5-89B3FC7FF66A}"/>
              </a:ext>
            </a:extLst>
          </p:cNvPr>
          <p:cNvGrpSpPr/>
          <p:nvPr/>
        </p:nvGrpSpPr>
        <p:grpSpPr>
          <a:xfrm>
            <a:off x="1092987" y="2707280"/>
            <a:ext cx="871560" cy="252720"/>
            <a:chOff x="1092987" y="2707280"/>
            <a:chExt cx="871560" cy="25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635CD18-CA1C-2324-68A9-CD6E97FCCFCD}"/>
                    </a:ext>
                  </a:extLst>
                </p14:cNvPr>
                <p14:cNvContentPartPr/>
                <p14:nvPr/>
              </p14:nvContentPartPr>
              <p14:xfrm>
                <a:off x="1830267" y="2726000"/>
                <a:ext cx="134280" cy="1533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635CD18-CA1C-2324-68A9-CD6E97FCCFC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824147" y="2719880"/>
                  <a:ext cx="14652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5C6CD2BF-807B-50CE-62B1-760F0B50E309}"/>
                    </a:ext>
                  </a:extLst>
                </p14:cNvPr>
                <p14:cNvContentPartPr/>
                <p14:nvPr/>
              </p14:nvContentPartPr>
              <p14:xfrm>
                <a:off x="1847187" y="2937680"/>
                <a:ext cx="21600" cy="223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5C6CD2BF-807B-50CE-62B1-760F0B50E309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841067" y="2931560"/>
                  <a:ext cx="338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4DF0389-746C-A91A-B62C-91912E1096AE}"/>
                    </a:ext>
                  </a:extLst>
                </p14:cNvPr>
                <p14:cNvContentPartPr/>
                <p14:nvPr/>
              </p14:nvContentPartPr>
              <p14:xfrm>
                <a:off x="1458027" y="2729960"/>
                <a:ext cx="255960" cy="1468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4DF0389-746C-A91A-B62C-91912E1096A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451907" y="2723840"/>
                  <a:ext cx="26820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ABA8644-FED8-A5AB-6C69-9AFA53A5AA76}"/>
                    </a:ext>
                  </a:extLst>
                </p14:cNvPr>
                <p14:cNvContentPartPr/>
                <p14:nvPr/>
              </p14:nvContentPartPr>
              <p14:xfrm>
                <a:off x="1298907" y="2787560"/>
                <a:ext cx="149400" cy="1119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0ABA8644-FED8-A5AB-6C69-9AFA53A5AA7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292787" y="2781440"/>
                  <a:ext cx="1616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D60EB1F4-464B-C50E-98E0-5B05A5CFE55C}"/>
                    </a:ext>
                  </a:extLst>
                </p14:cNvPr>
                <p14:cNvContentPartPr/>
                <p14:nvPr/>
              </p14:nvContentPartPr>
              <p14:xfrm>
                <a:off x="1092987" y="2707280"/>
                <a:ext cx="293760" cy="144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D60EB1F4-464B-C50E-98E0-5B05A5CFE55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86867" y="2701160"/>
                  <a:ext cx="306000" cy="156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A4E49836-592D-278B-863D-FE95BC028C6D}"/>
                  </a:ext>
                </a:extLst>
              </p14:cNvPr>
              <p14:cNvContentPartPr/>
              <p14:nvPr/>
            </p14:nvContentPartPr>
            <p14:xfrm>
              <a:off x="1563507" y="2546360"/>
              <a:ext cx="494280" cy="1116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A4E49836-592D-278B-863D-FE95BC028C6D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1557387" y="2540240"/>
                <a:ext cx="506520" cy="23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7" name="Group 116">
            <a:extLst>
              <a:ext uri="{FF2B5EF4-FFF2-40B4-BE49-F238E27FC236}">
                <a16:creationId xmlns:a16="http://schemas.microsoft.com/office/drawing/2014/main" id="{3E3C8147-C90D-419E-69CD-392BEB6A87B1}"/>
              </a:ext>
            </a:extLst>
          </p:cNvPr>
          <p:cNvGrpSpPr/>
          <p:nvPr/>
        </p:nvGrpSpPr>
        <p:grpSpPr>
          <a:xfrm>
            <a:off x="439947" y="2541680"/>
            <a:ext cx="615960" cy="271800"/>
            <a:chOff x="439947" y="2541680"/>
            <a:chExt cx="615960" cy="27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06AACE9D-8B2A-5C85-A980-7EE1C654E3BA}"/>
                    </a:ext>
                  </a:extLst>
                </p14:cNvPr>
                <p14:cNvContentPartPr/>
                <p14:nvPr/>
              </p14:nvContentPartPr>
              <p14:xfrm>
                <a:off x="815427" y="2543480"/>
                <a:ext cx="240480" cy="2538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06AACE9D-8B2A-5C85-A980-7EE1C654E3B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09307" y="2537360"/>
                  <a:ext cx="25272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39767C6-BC9F-FC7F-3171-DE53AFA63567}"/>
                    </a:ext>
                  </a:extLst>
                </p14:cNvPr>
                <p14:cNvContentPartPr/>
                <p14:nvPr/>
              </p14:nvContentPartPr>
              <p14:xfrm>
                <a:off x="917307" y="2612960"/>
                <a:ext cx="17640" cy="169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39767C6-BC9F-FC7F-3171-DE53AFA6356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11187" y="2606840"/>
                  <a:ext cx="298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1FDC2EA6-3CEF-0CD2-52E2-D9E22F77AD52}"/>
                    </a:ext>
                  </a:extLst>
                </p14:cNvPr>
                <p14:cNvContentPartPr/>
                <p14:nvPr/>
              </p14:nvContentPartPr>
              <p14:xfrm>
                <a:off x="961947" y="2598920"/>
                <a:ext cx="23040" cy="237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1FDC2EA6-3CEF-0CD2-52E2-D9E22F77AD5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55827" y="2592800"/>
                  <a:ext cx="352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01918913-D364-9EA1-15FE-01EF0522038B}"/>
                    </a:ext>
                  </a:extLst>
                </p14:cNvPr>
                <p14:cNvContentPartPr/>
                <p14:nvPr/>
              </p14:nvContentPartPr>
              <p14:xfrm>
                <a:off x="927747" y="2541680"/>
                <a:ext cx="12240" cy="151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01918913-D364-9EA1-15FE-01EF0522038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21627" y="2535560"/>
                  <a:ext cx="2448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32058061-900C-F68A-E8CC-6BD2F91611A8}"/>
                    </a:ext>
                  </a:extLst>
                </p14:cNvPr>
                <p14:cNvContentPartPr/>
                <p14:nvPr/>
              </p14:nvContentPartPr>
              <p14:xfrm>
                <a:off x="439947" y="2572280"/>
                <a:ext cx="277560" cy="2412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32058061-900C-F68A-E8CC-6BD2F91611A8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33827" y="2566160"/>
                  <a:ext cx="28980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BE240208-2A6C-709A-1430-AADD1B3C27B3}"/>
                    </a:ext>
                  </a:extLst>
                </p14:cNvPr>
                <p14:cNvContentPartPr/>
                <p14:nvPr/>
              </p14:nvContentPartPr>
              <p14:xfrm>
                <a:off x="574947" y="2684960"/>
                <a:ext cx="18360" cy="219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BE240208-2A6C-709A-1430-AADD1B3C27B3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68827" y="2678840"/>
                  <a:ext cx="3060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200541F4-A769-239E-08A8-19EE04004804}"/>
              </a:ext>
            </a:extLst>
          </p:cNvPr>
          <p:cNvGrpSpPr/>
          <p:nvPr/>
        </p:nvGrpSpPr>
        <p:grpSpPr>
          <a:xfrm>
            <a:off x="9153387" y="2900600"/>
            <a:ext cx="1125360" cy="304200"/>
            <a:chOff x="9153387" y="2900600"/>
            <a:chExt cx="1125360" cy="30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94216D0A-A887-6266-A52B-E2EF3DF8F324}"/>
                    </a:ext>
                  </a:extLst>
                </p14:cNvPr>
                <p14:cNvContentPartPr/>
                <p14:nvPr/>
              </p14:nvContentPartPr>
              <p14:xfrm>
                <a:off x="9936747" y="3036680"/>
                <a:ext cx="342000" cy="1681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4216D0A-A887-6266-A52B-E2EF3DF8F324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930627" y="3030560"/>
                  <a:ext cx="35424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569206D0-D03B-0D79-6242-86501B1A1F2C}"/>
                    </a:ext>
                  </a:extLst>
                </p14:cNvPr>
                <p14:cNvContentPartPr/>
                <p14:nvPr/>
              </p14:nvContentPartPr>
              <p14:xfrm>
                <a:off x="9677547" y="3107240"/>
                <a:ext cx="173880" cy="846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569206D0-D03B-0D79-6242-86501B1A1F2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671427" y="3101120"/>
                  <a:ext cx="1861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A48DA66-8D14-44EC-750A-8E4693A5F40C}"/>
                    </a:ext>
                  </a:extLst>
                </p14:cNvPr>
                <p14:cNvContentPartPr/>
                <p14:nvPr/>
              </p14:nvContentPartPr>
              <p14:xfrm>
                <a:off x="9235467" y="3011840"/>
                <a:ext cx="498960" cy="1544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A48DA66-8D14-44EC-750A-8E4693A5F40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229347" y="3005720"/>
                  <a:ext cx="51120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0FDFEFD4-88AC-E014-32FE-619AA74F955A}"/>
                    </a:ext>
                  </a:extLst>
                </p14:cNvPr>
                <p14:cNvContentPartPr/>
                <p14:nvPr/>
              </p14:nvContentPartPr>
              <p14:xfrm>
                <a:off x="9687987" y="2900600"/>
                <a:ext cx="22680" cy="226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0FDFEFD4-88AC-E014-32FE-619AA74F955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681867" y="2894480"/>
                  <a:ext cx="349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B199F5AF-B225-B54F-4A50-A64EAE8FC557}"/>
                    </a:ext>
                  </a:extLst>
                </p14:cNvPr>
                <p14:cNvContentPartPr/>
                <p14:nvPr/>
              </p14:nvContentPartPr>
              <p14:xfrm>
                <a:off x="9506547" y="2954600"/>
                <a:ext cx="15120" cy="144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199F5AF-B225-B54F-4A50-A64EAE8FC557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500427" y="2948480"/>
                  <a:ext cx="2736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D6B6F8E5-98A3-B3C3-1FD3-997C30937524}"/>
                    </a:ext>
                  </a:extLst>
                </p14:cNvPr>
                <p14:cNvContentPartPr/>
                <p14:nvPr/>
              </p14:nvContentPartPr>
              <p14:xfrm>
                <a:off x="9579267" y="2962160"/>
                <a:ext cx="3600" cy="183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D6B6F8E5-98A3-B3C3-1FD3-997C30937524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573147" y="2956040"/>
                  <a:ext cx="1584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C8F8BC11-933E-610A-0791-11D078623524}"/>
                    </a:ext>
                  </a:extLst>
                </p14:cNvPr>
                <p14:cNvContentPartPr/>
                <p14:nvPr/>
              </p14:nvContentPartPr>
              <p14:xfrm>
                <a:off x="9407187" y="2924360"/>
                <a:ext cx="15840" cy="133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C8F8BC11-933E-610A-0791-11D07862352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401067" y="2918240"/>
                  <a:ext cx="280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49435D9F-F71D-29A7-A985-9EF1C76024D9}"/>
                    </a:ext>
                  </a:extLst>
                </p14:cNvPr>
                <p14:cNvContentPartPr/>
                <p14:nvPr/>
              </p14:nvContentPartPr>
              <p14:xfrm>
                <a:off x="9153387" y="3114440"/>
                <a:ext cx="6840" cy="90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49435D9F-F71D-29A7-A985-9EF1C76024D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147267" y="3108320"/>
                  <a:ext cx="19080" cy="2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A6C83A22-86D9-11D3-4803-F360B8B2BB62}"/>
              </a:ext>
            </a:extLst>
          </p:cNvPr>
          <p:cNvGrpSpPr/>
          <p:nvPr/>
        </p:nvGrpSpPr>
        <p:grpSpPr>
          <a:xfrm>
            <a:off x="4412187" y="2431880"/>
            <a:ext cx="1446480" cy="577080"/>
            <a:chOff x="4412187" y="2431880"/>
            <a:chExt cx="1446480" cy="57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C43158C-0878-8F10-B1DE-681C2993FAE7}"/>
                    </a:ext>
                  </a:extLst>
                </p14:cNvPr>
                <p14:cNvContentPartPr/>
                <p14:nvPr/>
              </p14:nvContentPartPr>
              <p14:xfrm>
                <a:off x="5506587" y="2606840"/>
                <a:ext cx="337320" cy="2109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C43158C-0878-8F10-B1DE-681C2993FAE7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500467" y="2600720"/>
                  <a:ext cx="34956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7CCDB23-6271-1B70-248D-BC79DF8E5A74}"/>
                    </a:ext>
                  </a:extLst>
                </p14:cNvPr>
                <p14:cNvContentPartPr/>
                <p14:nvPr/>
              </p14:nvContentPartPr>
              <p14:xfrm>
                <a:off x="5607027" y="2708360"/>
                <a:ext cx="10080" cy="122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7CCDB23-6271-1B70-248D-BC79DF8E5A74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600907" y="2702240"/>
                  <a:ext cx="223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2625E43-0236-A0D7-26AD-90ACFB125795}"/>
                    </a:ext>
                  </a:extLst>
                </p14:cNvPr>
                <p14:cNvContentPartPr/>
                <p14:nvPr/>
              </p14:nvContentPartPr>
              <p14:xfrm>
                <a:off x="5316147" y="2462120"/>
                <a:ext cx="132480" cy="2534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2625E43-0236-A0D7-26AD-90ACFB125795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310027" y="2456000"/>
                  <a:ext cx="14472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B62FBE9-AF5A-5B2A-284F-4058C715BE2A}"/>
                    </a:ext>
                  </a:extLst>
                </p14:cNvPr>
                <p14:cNvContentPartPr/>
                <p14:nvPr/>
              </p14:nvContentPartPr>
              <p14:xfrm>
                <a:off x="5022027" y="2563280"/>
                <a:ext cx="241560" cy="2433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B62FBE9-AF5A-5B2A-284F-4058C715BE2A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015907" y="2557160"/>
                  <a:ext cx="25380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B57CD20-981A-9687-342F-5C12195DBC4D}"/>
                    </a:ext>
                  </a:extLst>
                </p14:cNvPr>
                <p14:cNvContentPartPr/>
                <p14:nvPr/>
              </p14:nvContentPartPr>
              <p14:xfrm>
                <a:off x="5146947" y="2493800"/>
                <a:ext cx="17640" cy="255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B57CD20-981A-9687-342F-5C12195DBC4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140827" y="2487680"/>
                  <a:ext cx="2988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1D9F869-FF87-7B89-162C-08A7F297A6B2}"/>
                    </a:ext>
                  </a:extLst>
                </p14:cNvPr>
                <p14:cNvContentPartPr/>
                <p14:nvPr/>
              </p14:nvContentPartPr>
              <p14:xfrm>
                <a:off x="4713147" y="2658680"/>
                <a:ext cx="222120" cy="1519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1D9F869-FF87-7B89-162C-08A7F297A6B2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707027" y="2652560"/>
                  <a:ext cx="2343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2595718-149D-706F-1E16-BA2E659CE9E5}"/>
                    </a:ext>
                  </a:extLst>
                </p14:cNvPr>
                <p14:cNvContentPartPr/>
                <p14:nvPr/>
              </p14:nvContentPartPr>
              <p14:xfrm>
                <a:off x="4412187" y="2431880"/>
                <a:ext cx="348480" cy="2923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2595718-149D-706F-1E16-BA2E659CE9E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406067" y="2425760"/>
                  <a:ext cx="36072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99299E4-7E57-5F6E-216B-5B2581C536F0}"/>
                    </a:ext>
                  </a:extLst>
                </p14:cNvPr>
                <p14:cNvContentPartPr/>
                <p14:nvPr/>
              </p14:nvContentPartPr>
              <p14:xfrm>
                <a:off x="4521987" y="2788640"/>
                <a:ext cx="5760" cy="118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99299E4-7E57-5F6E-216B-5B2581C536F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515867" y="2782520"/>
                  <a:ext cx="180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A05D935-D60C-B3D5-FE14-5320467D0E64}"/>
                    </a:ext>
                  </a:extLst>
                </p14:cNvPr>
                <p14:cNvContentPartPr/>
                <p14:nvPr/>
              </p14:nvContentPartPr>
              <p14:xfrm>
                <a:off x="4582467" y="2794400"/>
                <a:ext cx="6120" cy="140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A05D935-D60C-B3D5-FE14-5320467D0E6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576347" y="2788280"/>
                  <a:ext cx="183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A965346-BC5C-F932-7EAB-43D739D8102F}"/>
                    </a:ext>
                  </a:extLst>
                </p14:cNvPr>
                <p14:cNvContentPartPr/>
                <p14:nvPr/>
              </p14:nvContentPartPr>
              <p14:xfrm>
                <a:off x="4505067" y="2474000"/>
                <a:ext cx="14760" cy="360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A965346-BC5C-F932-7EAB-43D739D8102F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498947" y="2467880"/>
                  <a:ext cx="270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3E4A5D78-455A-E6C1-D42A-13DD4F961467}"/>
                    </a:ext>
                  </a:extLst>
                </p14:cNvPr>
                <p14:cNvContentPartPr/>
                <p14:nvPr/>
              </p14:nvContentPartPr>
              <p14:xfrm>
                <a:off x="5509467" y="2436200"/>
                <a:ext cx="349200" cy="5727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3E4A5D78-455A-E6C1-D42A-13DD4F96146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503347" y="2430080"/>
                  <a:ext cx="361440" cy="58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777BB958-1B3E-2565-399A-F05C8796994B}"/>
                    </a:ext>
                  </a:extLst>
                </p14:cNvPr>
                <p14:cNvContentPartPr/>
                <p14:nvPr/>
              </p14:nvContentPartPr>
              <p14:xfrm>
                <a:off x="5631507" y="2440880"/>
                <a:ext cx="188280" cy="5655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777BB958-1B3E-2565-399A-F05C8796994B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625387" y="2434760"/>
                  <a:ext cx="200520" cy="577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00A836AD-A665-28C6-653A-76BE8A147C8E}"/>
                  </a:ext>
                </a:extLst>
              </p14:cNvPr>
              <p14:cNvContentPartPr/>
              <p14:nvPr/>
            </p14:nvContentPartPr>
            <p14:xfrm>
              <a:off x="10406907" y="3565880"/>
              <a:ext cx="146160" cy="1656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00A836AD-A665-28C6-653A-76BE8A147C8E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10400787" y="3559760"/>
                <a:ext cx="158400" cy="28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3" name="Group 152">
            <a:extLst>
              <a:ext uri="{FF2B5EF4-FFF2-40B4-BE49-F238E27FC236}">
                <a16:creationId xmlns:a16="http://schemas.microsoft.com/office/drawing/2014/main" id="{322CD303-45DB-6AA2-3970-17DB91FFC837}"/>
              </a:ext>
            </a:extLst>
          </p:cNvPr>
          <p:cNvGrpSpPr/>
          <p:nvPr/>
        </p:nvGrpSpPr>
        <p:grpSpPr>
          <a:xfrm>
            <a:off x="7473627" y="3501080"/>
            <a:ext cx="916920" cy="443880"/>
            <a:chOff x="7473627" y="3501080"/>
            <a:chExt cx="916920" cy="44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37780CA1-ADC8-C2B7-EAD2-AB7CDDBF777B}"/>
                    </a:ext>
                  </a:extLst>
                </p14:cNvPr>
                <p14:cNvContentPartPr/>
                <p14:nvPr/>
              </p14:nvContentPartPr>
              <p14:xfrm>
                <a:off x="8096427" y="3501080"/>
                <a:ext cx="294120" cy="22320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37780CA1-ADC8-C2B7-EAD2-AB7CDDBF777B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090307" y="3494960"/>
                  <a:ext cx="30636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F03642D7-54B2-5DCC-A5EE-E44EF6141C1F}"/>
                    </a:ext>
                  </a:extLst>
                </p14:cNvPr>
                <p14:cNvContentPartPr/>
                <p14:nvPr/>
              </p14:nvContentPartPr>
              <p14:xfrm>
                <a:off x="7875387" y="3608360"/>
                <a:ext cx="163080" cy="1299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F03642D7-54B2-5DCC-A5EE-E44EF6141C1F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869267" y="3602240"/>
                  <a:ext cx="1753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4B6EE217-F6FF-DD65-CC7C-E7CE6B70BD2C}"/>
                    </a:ext>
                  </a:extLst>
                </p14:cNvPr>
                <p14:cNvContentPartPr/>
                <p14:nvPr/>
              </p14:nvContentPartPr>
              <p14:xfrm>
                <a:off x="7473627" y="3529520"/>
                <a:ext cx="481680" cy="4154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4B6EE217-F6FF-DD65-CC7C-E7CE6B70BD2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467507" y="3523400"/>
                  <a:ext cx="493920" cy="42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622C5473-2C77-1AB6-93EE-B687F7A4AF51}"/>
              </a:ext>
            </a:extLst>
          </p:cNvPr>
          <p:cNvGrpSpPr/>
          <p:nvPr/>
        </p:nvGrpSpPr>
        <p:grpSpPr>
          <a:xfrm>
            <a:off x="7693587" y="3395600"/>
            <a:ext cx="211320" cy="42840"/>
            <a:chOff x="7693587" y="3395600"/>
            <a:chExt cx="211320" cy="4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F348CA76-721D-00A4-1CD1-3D3B15FC6A4A}"/>
                    </a:ext>
                  </a:extLst>
                </p14:cNvPr>
                <p14:cNvContentPartPr/>
                <p14:nvPr/>
              </p14:nvContentPartPr>
              <p14:xfrm>
                <a:off x="7890147" y="3395600"/>
                <a:ext cx="14760" cy="147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F348CA76-721D-00A4-1CD1-3D3B15FC6A4A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7884027" y="3389480"/>
                  <a:ext cx="2700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F488D6CD-C32F-1EDC-7C5B-B3DC797D4774}"/>
                    </a:ext>
                  </a:extLst>
                </p14:cNvPr>
                <p14:cNvContentPartPr/>
                <p14:nvPr/>
              </p14:nvContentPartPr>
              <p14:xfrm>
                <a:off x="7693587" y="3428000"/>
                <a:ext cx="9000" cy="104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F488D6CD-C32F-1EDC-7C5B-B3DC797D4774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687467" y="3421880"/>
                  <a:ext cx="2124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5EE430F3-1FA7-7B14-7220-53192B4790F6}"/>
                    </a:ext>
                  </a:extLst>
                </p14:cNvPr>
                <p14:cNvContentPartPr/>
                <p14:nvPr/>
              </p14:nvContentPartPr>
              <p14:xfrm>
                <a:off x="7754787" y="3403880"/>
                <a:ext cx="9720" cy="277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5EE430F3-1FA7-7B14-7220-53192B4790F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748667" y="3397760"/>
                  <a:ext cx="21960" cy="3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928720E6-9519-BCF9-01C4-C80A706BE0F5}"/>
              </a:ext>
            </a:extLst>
          </p:cNvPr>
          <p:cNvGrpSpPr/>
          <p:nvPr/>
        </p:nvGrpSpPr>
        <p:grpSpPr>
          <a:xfrm>
            <a:off x="6549507" y="3122720"/>
            <a:ext cx="884880" cy="571680"/>
            <a:chOff x="6549507" y="3122720"/>
            <a:chExt cx="884880" cy="57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0FE0E03E-108A-1AC6-9F3C-6B907E4ABE3B}"/>
                    </a:ext>
                  </a:extLst>
                </p14:cNvPr>
                <p14:cNvContentPartPr/>
                <p14:nvPr/>
              </p14:nvContentPartPr>
              <p14:xfrm>
                <a:off x="7309467" y="3560840"/>
                <a:ext cx="124920" cy="1335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0FE0E03E-108A-1AC6-9F3C-6B907E4ABE3B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303347" y="3554720"/>
                  <a:ext cx="13716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9F4F445D-CE87-B1AC-F449-6D8EDD3B05E9}"/>
                    </a:ext>
                  </a:extLst>
                </p14:cNvPr>
                <p14:cNvContentPartPr/>
                <p14:nvPr/>
              </p14:nvContentPartPr>
              <p14:xfrm>
                <a:off x="7280307" y="3422960"/>
                <a:ext cx="28080" cy="1684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9F4F445D-CE87-B1AC-F449-6D8EDD3B05E9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274187" y="3416840"/>
                  <a:ext cx="4032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CEF8FB58-797F-CE5E-0E42-294BC7AAD684}"/>
                    </a:ext>
                  </a:extLst>
                </p14:cNvPr>
                <p14:cNvContentPartPr/>
                <p14:nvPr/>
              </p14:nvContentPartPr>
              <p14:xfrm>
                <a:off x="6712587" y="3311360"/>
                <a:ext cx="476280" cy="3294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CEF8FB58-797F-CE5E-0E42-294BC7AAD684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706467" y="3305240"/>
                  <a:ext cx="48852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30311D91-8444-B42E-D9E3-79A867E8ECC5}"/>
                    </a:ext>
                  </a:extLst>
                </p14:cNvPr>
                <p14:cNvContentPartPr/>
                <p14:nvPr/>
              </p14:nvContentPartPr>
              <p14:xfrm>
                <a:off x="7171947" y="3406400"/>
                <a:ext cx="5760" cy="244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30311D91-8444-B42E-D9E3-79A867E8ECC5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165827" y="3400280"/>
                  <a:ext cx="180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AE12CA6F-71A9-C898-C8D5-25C98A3550A5}"/>
                    </a:ext>
                  </a:extLst>
                </p14:cNvPr>
                <p14:cNvContentPartPr/>
                <p14:nvPr/>
              </p14:nvContentPartPr>
              <p14:xfrm>
                <a:off x="7000587" y="3428360"/>
                <a:ext cx="82800" cy="309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AE12CA6F-71A9-C898-C8D5-25C98A3550A5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994467" y="3422240"/>
                  <a:ext cx="950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75F4A62C-A8B4-F2A2-5B13-3E230F952091}"/>
                    </a:ext>
                  </a:extLst>
                </p14:cNvPr>
                <p14:cNvContentPartPr/>
                <p14:nvPr/>
              </p14:nvContentPartPr>
              <p14:xfrm>
                <a:off x="7043067" y="3362120"/>
                <a:ext cx="12600" cy="183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75F4A62C-A8B4-F2A2-5B13-3E230F952091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036947" y="3356000"/>
                  <a:ext cx="2484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6D5F561A-8739-45C6-3A23-17F6BBA04129}"/>
                    </a:ext>
                  </a:extLst>
                </p14:cNvPr>
                <p14:cNvContentPartPr/>
                <p14:nvPr/>
              </p14:nvContentPartPr>
              <p14:xfrm>
                <a:off x="6886107" y="3129200"/>
                <a:ext cx="228960" cy="2678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6D5F561A-8739-45C6-3A23-17F6BBA04129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879987" y="3123080"/>
                  <a:ext cx="24120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8E7DF728-2C9D-9D44-4821-BBC7244E7C07}"/>
                    </a:ext>
                  </a:extLst>
                </p14:cNvPr>
                <p14:cNvContentPartPr/>
                <p14:nvPr/>
              </p14:nvContentPartPr>
              <p14:xfrm>
                <a:off x="6893307" y="3122720"/>
                <a:ext cx="153720" cy="17892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8E7DF728-2C9D-9D44-4821-BBC7244E7C07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887187" y="3116600"/>
                  <a:ext cx="16596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B3E62C9C-34E2-D69C-77FB-D9ABD38D7AE0}"/>
                    </a:ext>
                  </a:extLst>
                </p14:cNvPr>
                <p14:cNvContentPartPr/>
                <p14:nvPr/>
              </p14:nvContentPartPr>
              <p14:xfrm>
                <a:off x="6549507" y="3490280"/>
                <a:ext cx="88560" cy="10872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B3E62C9C-34E2-D69C-77FB-D9ABD38D7AE0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543387" y="3484160"/>
                  <a:ext cx="100800" cy="120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E54E32BB-FE0D-F8FD-BE48-374CA3EF2F52}"/>
                  </a:ext>
                </a:extLst>
              </p14:cNvPr>
              <p14:cNvContentPartPr/>
              <p14:nvPr/>
            </p14:nvContentPartPr>
            <p14:xfrm>
              <a:off x="6347187" y="3535640"/>
              <a:ext cx="33480" cy="1332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E54E32BB-FE0D-F8FD-BE48-374CA3EF2F52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6341067" y="3529520"/>
                <a:ext cx="45720" cy="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3F9B1B6C-07D4-B547-B5E6-04F87D9B810B}"/>
                  </a:ext>
                </a:extLst>
              </p14:cNvPr>
              <p14:cNvContentPartPr/>
              <p14:nvPr/>
            </p14:nvContentPartPr>
            <p14:xfrm>
              <a:off x="7736427" y="3792680"/>
              <a:ext cx="1409760" cy="7380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3F9B1B6C-07D4-B547-B5E6-04F87D9B810B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7730307" y="3786560"/>
                <a:ext cx="1422000" cy="86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13" name="Group 212">
            <a:extLst>
              <a:ext uri="{FF2B5EF4-FFF2-40B4-BE49-F238E27FC236}">
                <a16:creationId xmlns:a16="http://schemas.microsoft.com/office/drawing/2014/main" id="{8EFCBAA5-135C-7383-5467-7D40A1E8A2B0}"/>
              </a:ext>
            </a:extLst>
          </p:cNvPr>
          <p:cNvGrpSpPr/>
          <p:nvPr/>
        </p:nvGrpSpPr>
        <p:grpSpPr>
          <a:xfrm>
            <a:off x="8496027" y="3335840"/>
            <a:ext cx="3686760" cy="1884600"/>
            <a:chOff x="8496027" y="3335840"/>
            <a:chExt cx="3686760" cy="188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E685891-EE81-09B7-413E-929CC5F5A3E3}"/>
                    </a:ext>
                  </a:extLst>
                </p14:cNvPr>
                <p14:cNvContentPartPr/>
                <p14:nvPr/>
              </p14:nvContentPartPr>
              <p14:xfrm>
                <a:off x="9933507" y="3506120"/>
                <a:ext cx="133560" cy="1418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E685891-EE81-09B7-413E-929CC5F5A3E3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927387" y="3500000"/>
                  <a:ext cx="14580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62BACFA-41E1-BF9C-B209-3A837AEDFEF5}"/>
                    </a:ext>
                  </a:extLst>
                </p14:cNvPr>
                <p14:cNvContentPartPr/>
                <p14:nvPr/>
              </p14:nvContentPartPr>
              <p14:xfrm>
                <a:off x="9606267" y="3501080"/>
                <a:ext cx="289800" cy="2822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62BACFA-41E1-BF9C-B209-3A837AEDFEF5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600147" y="3494960"/>
                  <a:ext cx="30204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40E201B1-4138-B853-4D76-BCF5E07F76A8}"/>
                    </a:ext>
                  </a:extLst>
                </p14:cNvPr>
                <p14:cNvContentPartPr/>
                <p14:nvPr/>
              </p14:nvContentPartPr>
              <p14:xfrm>
                <a:off x="9769707" y="3731840"/>
                <a:ext cx="18000" cy="212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40E201B1-4138-B853-4D76-BCF5E07F76A8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763587" y="3725720"/>
                  <a:ext cx="3024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7654A2E9-E5D8-6421-0E82-A2FD5EC34708}"/>
                    </a:ext>
                  </a:extLst>
                </p14:cNvPr>
                <p14:cNvContentPartPr/>
                <p14:nvPr/>
              </p14:nvContentPartPr>
              <p14:xfrm>
                <a:off x="9834507" y="3726440"/>
                <a:ext cx="3960" cy="331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7654A2E9-E5D8-6421-0E82-A2FD5EC34708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9828387" y="3720320"/>
                  <a:ext cx="162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06F6F894-F371-C155-8211-945EF3BE57D9}"/>
                    </a:ext>
                  </a:extLst>
                </p14:cNvPr>
                <p14:cNvContentPartPr/>
                <p14:nvPr/>
              </p14:nvContentPartPr>
              <p14:xfrm>
                <a:off x="9472707" y="3542480"/>
                <a:ext cx="194040" cy="1803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06F6F894-F371-C155-8211-945EF3BE57D9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9466587" y="3536360"/>
                  <a:ext cx="20628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6F37648D-4546-F900-9FAD-B8F4A81B41AC}"/>
                    </a:ext>
                  </a:extLst>
                </p14:cNvPr>
                <p14:cNvContentPartPr/>
                <p14:nvPr/>
              </p14:nvContentPartPr>
              <p14:xfrm>
                <a:off x="9296667" y="3586040"/>
                <a:ext cx="240120" cy="16092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6F37648D-4546-F900-9FAD-B8F4A81B41AC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9290547" y="3579920"/>
                  <a:ext cx="2523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9F6DA488-4F1B-83DD-B70D-697AF6745B3E}"/>
                    </a:ext>
                  </a:extLst>
                </p14:cNvPr>
                <p14:cNvContentPartPr/>
                <p14:nvPr/>
              </p14:nvContentPartPr>
              <p14:xfrm>
                <a:off x="9525987" y="3453920"/>
                <a:ext cx="15480" cy="147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9F6DA488-4F1B-83DD-B70D-697AF6745B3E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9519867" y="3447800"/>
                  <a:ext cx="277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134E52D-4D54-27AB-46E6-9B235E1CC501}"/>
                    </a:ext>
                  </a:extLst>
                </p14:cNvPr>
                <p14:cNvContentPartPr/>
                <p14:nvPr/>
              </p14:nvContentPartPr>
              <p14:xfrm>
                <a:off x="9104067" y="3520880"/>
                <a:ext cx="127440" cy="1479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134E52D-4D54-27AB-46E6-9B235E1CC501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9097947" y="3514760"/>
                  <a:ext cx="1396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6CFD27FB-00BE-34CE-410E-1751842B248C}"/>
                    </a:ext>
                  </a:extLst>
                </p14:cNvPr>
                <p14:cNvContentPartPr/>
                <p14:nvPr/>
              </p14:nvContentPartPr>
              <p14:xfrm>
                <a:off x="9045387" y="3401360"/>
                <a:ext cx="21240" cy="2080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6CFD27FB-00BE-34CE-410E-1751842B248C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9039267" y="3395240"/>
                  <a:ext cx="3348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624B9940-49AD-D4FD-BE67-9FAB9CC1E80A}"/>
                    </a:ext>
                  </a:extLst>
                </p14:cNvPr>
                <p14:cNvContentPartPr/>
                <p14:nvPr/>
              </p14:nvContentPartPr>
              <p14:xfrm>
                <a:off x="8496027" y="3528440"/>
                <a:ext cx="483480" cy="3052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624B9940-49AD-D4FD-BE67-9FAB9CC1E80A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8489907" y="3522320"/>
                  <a:ext cx="49572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5C404D4F-0D43-94FA-54FB-13AE2FECBCF9}"/>
                    </a:ext>
                  </a:extLst>
                </p14:cNvPr>
                <p14:cNvContentPartPr/>
                <p14:nvPr/>
              </p14:nvContentPartPr>
              <p14:xfrm>
                <a:off x="8839467" y="3410000"/>
                <a:ext cx="2520" cy="169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5C404D4F-0D43-94FA-54FB-13AE2FECBCF9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8833347" y="3403880"/>
                  <a:ext cx="147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A6E2D436-F710-0E5E-4557-EFA7A4FADB87}"/>
                    </a:ext>
                  </a:extLst>
                </p14:cNvPr>
                <p14:cNvContentPartPr/>
                <p14:nvPr/>
              </p14:nvContentPartPr>
              <p14:xfrm>
                <a:off x="8884467" y="3411440"/>
                <a:ext cx="25200" cy="316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A6E2D436-F710-0E5E-4557-EFA7A4FADB87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878347" y="3405320"/>
                  <a:ext cx="374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27CBB36C-A951-E571-7BB2-A7E6374D78C5}"/>
                    </a:ext>
                  </a:extLst>
                </p14:cNvPr>
                <p14:cNvContentPartPr/>
                <p14:nvPr/>
              </p14:nvContentPartPr>
              <p14:xfrm>
                <a:off x="8860347" y="3335840"/>
                <a:ext cx="13680" cy="165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27CBB36C-A951-E571-7BB2-A7E6374D78C5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854227" y="3329720"/>
                  <a:ext cx="259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469A044A-95C0-2E05-816D-55F16CB29C2F}"/>
                    </a:ext>
                  </a:extLst>
                </p14:cNvPr>
                <p14:cNvContentPartPr/>
                <p14:nvPr/>
              </p14:nvContentPartPr>
              <p14:xfrm>
                <a:off x="8651547" y="3438800"/>
                <a:ext cx="3240" cy="241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469A044A-95C0-2E05-816D-55F16CB29C2F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645427" y="3432680"/>
                  <a:ext cx="154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EABC4B8C-3B1B-5CEC-6B60-80DC30255CAF}"/>
                    </a:ext>
                  </a:extLst>
                </p14:cNvPr>
                <p14:cNvContentPartPr/>
                <p14:nvPr/>
              </p14:nvContentPartPr>
              <p14:xfrm>
                <a:off x="8713107" y="3428000"/>
                <a:ext cx="8640" cy="79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EABC4B8C-3B1B-5CEC-6B60-80DC30255CAF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706987" y="3421880"/>
                  <a:ext cx="2088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4A112BAA-697B-F5C5-E502-DA457A3F7A79}"/>
                    </a:ext>
                  </a:extLst>
                </p14:cNvPr>
                <p14:cNvContentPartPr/>
                <p14:nvPr/>
              </p14:nvContentPartPr>
              <p14:xfrm>
                <a:off x="8998227" y="4040000"/>
                <a:ext cx="121320" cy="32292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4A112BAA-697B-F5C5-E502-DA457A3F7A79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992107" y="4033880"/>
                  <a:ext cx="13356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1D05B899-B9AE-2A78-CF9F-61724F9AA5CD}"/>
                    </a:ext>
                  </a:extLst>
                </p14:cNvPr>
                <p14:cNvContentPartPr/>
                <p14:nvPr/>
              </p14:nvContentPartPr>
              <p14:xfrm>
                <a:off x="9154107" y="4072400"/>
                <a:ext cx="148680" cy="21780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1D05B899-B9AE-2A78-CF9F-61724F9AA5CD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147987" y="4066280"/>
                  <a:ext cx="16092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F9D130D2-7519-4C06-EB8C-898091C1487A}"/>
                    </a:ext>
                  </a:extLst>
                </p14:cNvPr>
                <p14:cNvContentPartPr/>
                <p14:nvPr/>
              </p14:nvContentPartPr>
              <p14:xfrm>
                <a:off x="9418347" y="4128560"/>
                <a:ext cx="112320" cy="11376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F9D130D2-7519-4C06-EB8C-898091C1487A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412227" y="4122440"/>
                  <a:ext cx="12456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47F25B9E-6EBE-8C4E-AA0C-E4629D1536E5}"/>
                    </a:ext>
                  </a:extLst>
                </p14:cNvPr>
                <p14:cNvContentPartPr/>
                <p14:nvPr/>
              </p14:nvContentPartPr>
              <p14:xfrm>
                <a:off x="9596187" y="4036760"/>
                <a:ext cx="15480" cy="17424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47F25B9E-6EBE-8C4E-AA0C-E4629D1536E5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9590067" y="4030640"/>
                  <a:ext cx="2772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2B2498B7-E833-D7E0-2B4D-8CDD44D7D570}"/>
                    </a:ext>
                  </a:extLst>
                </p14:cNvPr>
                <p14:cNvContentPartPr/>
                <p14:nvPr/>
              </p14:nvContentPartPr>
              <p14:xfrm>
                <a:off x="9660627" y="4137920"/>
                <a:ext cx="80640" cy="23580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2B2498B7-E833-D7E0-2B4D-8CDD44D7D570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9654507" y="4131800"/>
                  <a:ext cx="9288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86E6D6F8-EB8C-1F64-51F0-1058C41C5792}"/>
                    </a:ext>
                  </a:extLst>
                </p14:cNvPr>
                <p14:cNvContentPartPr/>
                <p14:nvPr/>
              </p14:nvContentPartPr>
              <p14:xfrm>
                <a:off x="9911187" y="4065920"/>
                <a:ext cx="209520" cy="15948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86E6D6F8-EB8C-1F64-51F0-1058C41C5792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9905067" y="4059800"/>
                  <a:ext cx="22176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1C0AF08F-D877-D07D-6465-2214F2EBFCE1}"/>
                    </a:ext>
                  </a:extLst>
                </p14:cNvPr>
                <p14:cNvContentPartPr/>
                <p14:nvPr/>
              </p14:nvContentPartPr>
              <p14:xfrm>
                <a:off x="10185867" y="3983480"/>
                <a:ext cx="89280" cy="24696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1C0AF08F-D877-D07D-6465-2214F2EBFCE1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0179747" y="3977360"/>
                  <a:ext cx="10152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D628496A-CB0A-BA6C-0DC3-2F8C50D07C6F}"/>
                    </a:ext>
                  </a:extLst>
                </p14:cNvPr>
                <p14:cNvContentPartPr/>
                <p14:nvPr/>
              </p14:nvContentPartPr>
              <p14:xfrm>
                <a:off x="10333827" y="4062680"/>
                <a:ext cx="354600" cy="13896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D628496A-CB0A-BA6C-0DC3-2F8C50D07C6F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0327707" y="4056560"/>
                  <a:ext cx="36684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6DC784F2-DE41-DBB6-CF80-1435087893BB}"/>
                    </a:ext>
                  </a:extLst>
                </p14:cNvPr>
                <p14:cNvContentPartPr/>
                <p14:nvPr/>
              </p14:nvContentPartPr>
              <p14:xfrm>
                <a:off x="10895427" y="3935960"/>
                <a:ext cx="237960" cy="14940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6DC784F2-DE41-DBB6-CF80-1435087893BB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0889307" y="3929840"/>
                  <a:ext cx="2502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831CBBA0-2C41-7796-9198-F15A70044AAD}"/>
                    </a:ext>
                  </a:extLst>
                </p14:cNvPr>
                <p14:cNvContentPartPr/>
                <p14:nvPr/>
              </p14:nvContentPartPr>
              <p14:xfrm>
                <a:off x="11170467" y="3955760"/>
                <a:ext cx="120240" cy="14400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831CBBA0-2C41-7796-9198-F15A70044AAD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1164347" y="3949640"/>
                  <a:ext cx="1324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1A900533-8558-ECF9-7D95-D9D1680CC55A}"/>
                    </a:ext>
                  </a:extLst>
                </p14:cNvPr>
                <p14:cNvContentPartPr/>
                <p14:nvPr/>
              </p14:nvContentPartPr>
              <p14:xfrm>
                <a:off x="11478267" y="3735800"/>
                <a:ext cx="168480" cy="35136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1A900533-8558-ECF9-7D95-D9D1680CC55A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1472147" y="3729680"/>
                  <a:ext cx="18072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E4A22C4A-ED79-A192-CD82-D9128CC8D81E}"/>
                    </a:ext>
                  </a:extLst>
                </p14:cNvPr>
                <p14:cNvContentPartPr/>
                <p14:nvPr/>
              </p14:nvContentPartPr>
              <p14:xfrm>
                <a:off x="11667267" y="3932360"/>
                <a:ext cx="101880" cy="11448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E4A22C4A-ED79-A192-CD82-D9128CC8D81E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1661147" y="3926240"/>
                  <a:ext cx="11412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B08E9755-E9B4-32EE-37AC-50BEEDB06673}"/>
                    </a:ext>
                  </a:extLst>
                </p14:cNvPr>
                <p14:cNvContentPartPr/>
                <p14:nvPr/>
              </p14:nvContentPartPr>
              <p14:xfrm>
                <a:off x="11776347" y="3947840"/>
                <a:ext cx="64800" cy="1202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B08E9755-E9B4-32EE-37AC-50BEEDB06673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1770227" y="3941720"/>
                  <a:ext cx="7704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BEC8DE8D-B393-22D7-C965-F545B654BADB}"/>
                    </a:ext>
                  </a:extLst>
                </p14:cNvPr>
                <p14:cNvContentPartPr/>
                <p14:nvPr/>
              </p14:nvContentPartPr>
              <p14:xfrm>
                <a:off x="11862747" y="3840920"/>
                <a:ext cx="54360" cy="846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BEC8DE8D-B393-22D7-C965-F545B654BADB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1856627" y="3834800"/>
                  <a:ext cx="666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8724096C-FBAB-7345-37EA-A24A14ABF9E4}"/>
                    </a:ext>
                  </a:extLst>
                </p14:cNvPr>
                <p14:cNvContentPartPr/>
                <p14:nvPr/>
              </p14:nvContentPartPr>
              <p14:xfrm>
                <a:off x="11962827" y="3727520"/>
                <a:ext cx="105480" cy="34524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8724096C-FBAB-7345-37EA-A24A14ABF9E4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1956707" y="3721400"/>
                  <a:ext cx="11772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82EE977A-9841-4C10-1D67-FA96634E1D54}"/>
                    </a:ext>
                  </a:extLst>
                </p14:cNvPr>
                <p14:cNvContentPartPr/>
                <p14:nvPr/>
              </p14:nvContentPartPr>
              <p14:xfrm>
                <a:off x="11976507" y="3831560"/>
                <a:ext cx="206280" cy="97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82EE977A-9841-4C10-1D67-FA96634E1D54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1970387" y="3825440"/>
                  <a:ext cx="21852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A5966B2A-9B93-C7D8-F343-9B8A28123EF8}"/>
                    </a:ext>
                  </a:extLst>
                </p14:cNvPr>
                <p14:cNvContentPartPr/>
                <p14:nvPr/>
              </p14:nvContentPartPr>
              <p14:xfrm>
                <a:off x="9553347" y="4421960"/>
                <a:ext cx="151560" cy="3034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A5966B2A-9B93-C7D8-F343-9B8A28123EF8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9547227" y="4415840"/>
                  <a:ext cx="16380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10728591-0AE3-64DF-420F-C05615C18BC3}"/>
                    </a:ext>
                  </a:extLst>
                </p14:cNvPr>
                <p14:cNvContentPartPr/>
                <p14:nvPr/>
              </p14:nvContentPartPr>
              <p14:xfrm>
                <a:off x="9713187" y="4551560"/>
                <a:ext cx="272160" cy="18360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10728591-0AE3-64DF-420F-C05615C18BC3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707067" y="4545080"/>
                  <a:ext cx="2844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780B74C1-2C20-2338-B61F-2303F7ABB598}"/>
                    </a:ext>
                  </a:extLst>
                </p14:cNvPr>
                <p14:cNvContentPartPr/>
                <p14:nvPr/>
              </p14:nvContentPartPr>
              <p14:xfrm>
                <a:off x="10022427" y="4559480"/>
                <a:ext cx="123840" cy="17280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780B74C1-2C20-2338-B61F-2303F7ABB598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0016307" y="4553360"/>
                  <a:ext cx="1360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F263C1FE-5ADB-A287-5699-C08D6FF1C3DF}"/>
                    </a:ext>
                  </a:extLst>
                </p14:cNvPr>
                <p14:cNvContentPartPr/>
                <p14:nvPr/>
              </p14:nvContentPartPr>
              <p14:xfrm>
                <a:off x="10230867" y="4574600"/>
                <a:ext cx="119160" cy="13032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F263C1FE-5ADB-A287-5699-C08D6FF1C3DF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0224747" y="4568480"/>
                  <a:ext cx="1314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BFD7380B-1DA3-89BC-152E-D2CA86ACB4F8}"/>
                    </a:ext>
                  </a:extLst>
                </p14:cNvPr>
                <p14:cNvContentPartPr/>
                <p14:nvPr/>
              </p14:nvContentPartPr>
              <p14:xfrm>
                <a:off x="10361187" y="4579280"/>
                <a:ext cx="131400" cy="9720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BFD7380B-1DA3-89BC-152E-D2CA86ACB4F8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0355067" y="4573160"/>
                  <a:ext cx="1436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FAA15671-DFF6-CAEE-E729-5661ED6B0585}"/>
                    </a:ext>
                  </a:extLst>
                </p14:cNvPr>
                <p14:cNvContentPartPr/>
                <p14:nvPr/>
              </p14:nvContentPartPr>
              <p14:xfrm>
                <a:off x="10617867" y="4556600"/>
                <a:ext cx="82440" cy="13464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FAA15671-DFF6-CAEE-E729-5661ED6B0585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0611747" y="4550480"/>
                  <a:ext cx="946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09B9308B-F23B-1ADA-E945-42F9AA9C36E4}"/>
                    </a:ext>
                  </a:extLst>
                </p14:cNvPr>
                <p14:cNvContentPartPr/>
                <p14:nvPr/>
              </p14:nvContentPartPr>
              <p14:xfrm>
                <a:off x="10743147" y="4410080"/>
                <a:ext cx="155520" cy="27036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09B9308B-F23B-1ADA-E945-42F9AA9C36E4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0737027" y="4403960"/>
                  <a:ext cx="16776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0810312E-CA04-2213-7B2C-B533FF190059}"/>
                    </a:ext>
                  </a:extLst>
                </p14:cNvPr>
                <p14:cNvContentPartPr/>
                <p14:nvPr/>
              </p14:nvContentPartPr>
              <p14:xfrm>
                <a:off x="10843227" y="4492520"/>
                <a:ext cx="161280" cy="25236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0810312E-CA04-2213-7B2C-B533FF190059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0837107" y="4486400"/>
                  <a:ext cx="17352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DEB33F31-467A-18FE-9829-1DA4CC8354AB}"/>
                    </a:ext>
                  </a:extLst>
                </p14:cNvPr>
                <p14:cNvContentPartPr/>
                <p14:nvPr/>
              </p14:nvContentPartPr>
              <p14:xfrm>
                <a:off x="11087667" y="4390280"/>
                <a:ext cx="15120" cy="2160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DEB33F31-467A-18FE-9829-1DA4CC8354AB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1081547" y="4384160"/>
                  <a:ext cx="273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98903F0A-23AD-5994-EEFB-9BE311128A2C}"/>
                    </a:ext>
                  </a:extLst>
                </p14:cNvPr>
                <p14:cNvContentPartPr/>
                <p14:nvPr/>
              </p14:nvContentPartPr>
              <p14:xfrm>
                <a:off x="11076147" y="4491440"/>
                <a:ext cx="104760" cy="14724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98903F0A-23AD-5994-EEFB-9BE311128A2C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1070027" y="4485320"/>
                  <a:ext cx="1170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34698F36-6CE8-B121-B247-C4978149686D}"/>
                    </a:ext>
                  </a:extLst>
                </p14:cNvPr>
                <p14:cNvContentPartPr/>
                <p14:nvPr/>
              </p14:nvContentPartPr>
              <p14:xfrm>
                <a:off x="11181267" y="4481360"/>
                <a:ext cx="121680" cy="1548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34698F36-6CE8-B121-B247-C4978149686D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1175147" y="4475240"/>
                  <a:ext cx="1339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C4B777C5-996D-C719-7D4E-FDBADED36C4E}"/>
                    </a:ext>
                  </a:extLst>
                </p14:cNvPr>
                <p14:cNvContentPartPr/>
                <p14:nvPr/>
              </p14:nvContentPartPr>
              <p14:xfrm>
                <a:off x="11351187" y="4263920"/>
                <a:ext cx="164880" cy="39024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C4B777C5-996D-C719-7D4E-FDBADED36C4E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1345067" y="4257800"/>
                  <a:ext cx="17712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46ADD65F-138C-6B10-2681-55CF6FFB912A}"/>
                    </a:ext>
                  </a:extLst>
                </p14:cNvPr>
                <p14:cNvContentPartPr/>
                <p14:nvPr/>
              </p14:nvContentPartPr>
              <p14:xfrm>
                <a:off x="11388987" y="4361480"/>
                <a:ext cx="225720" cy="5076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46ADD65F-138C-6B10-2681-55CF6FFB912A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1382867" y="4355360"/>
                  <a:ext cx="23796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92C1540F-ACCE-051F-A91F-5E109CB67367}"/>
                    </a:ext>
                  </a:extLst>
                </p14:cNvPr>
                <p14:cNvContentPartPr/>
                <p14:nvPr/>
              </p14:nvContentPartPr>
              <p14:xfrm>
                <a:off x="11639907" y="4452560"/>
                <a:ext cx="88200" cy="13284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92C1540F-ACCE-051F-A91F-5E109CB67367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1633787" y="4446440"/>
                  <a:ext cx="10044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9796A481-CCB7-3D05-4A7A-C4D5131E835D}"/>
                    </a:ext>
                  </a:extLst>
                </p14:cNvPr>
                <p14:cNvContentPartPr/>
                <p14:nvPr/>
              </p14:nvContentPartPr>
              <p14:xfrm>
                <a:off x="11783907" y="4345640"/>
                <a:ext cx="23040" cy="2808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9796A481-CCB7-3D05-4A7A-C4D5131E835D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1777787" y="4339520"/>
                  <a:ext cx="352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36324620-8E53-334B-EEAA-7F52B4E8F422}"/>
                    </a:ext>
                  </a:extLst>
                </p14:cNvPr>
                <p14:cNvContentPartPr/>
                <p14:nvPr/>
              </p14:nvContentPartPr>
              <p14:xfrm>
                <a:off x="11759787" y="4439600"/>
                <a:ext cx="241920" cy="16992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36324620-8E53-334B-EEAA-7F52B4E8F422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1753667" y="4433480"/>
                  <a:ext cx="25416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EA4A4F49-E66A-29EB-D8B1-E4A90B026963}"/>
                    </a:ext>
                  </a:extLst>
                </p14:cNvPr>
                <p14:cNvContentPartPr/>
                <p14:nvPr/>
              </p14:nvContentPartPr>
              <p14:xfrm>
                <a:off x="9596547" y="4905080"/>
                <a:ext cx="149760" cy="29268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EA4A4F49-E66A-29EB-D8B1-E4A90B026963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9590427" y="4898960"/>
                  <a:ext cx="16200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AE2CFAE0-7083-4935-3F78-E72D5345EF56}"/>
                    </a:ext>
                  </a:extLst>
                </p14:cNvPr>
                <p14:cNvContentPartPr/>
                <p14:nvPr/>
              </p14:nvContentPartPr>
              <p14:xfrm>
                <a:off x="9599427" y="4910480"/>
                <a:ext cx="477720" cy="27180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AE2CFAE0-7083-4935-3F78-E72D5345EF56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9593307" y="4904360"/>
                  <a:ext cx="48996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44606394-73DF-1630-483F-031B6D84BFE7}"/>
                    </a:ext>
                  </a:extLst>
                </p14:cNvPr>
                <p14:cNvContentPartPr/>
                <p14:nvPr/>
              </p14:nvContentPartPr>
              <p14:xfrm>
                <a:off x="10194867" y="4936040"/>
                <a:ext cx="78840" cy="21852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44606394-73DF-1630-483F-031B6D84BFE7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0188747" y="4929920"/>
                  <a:ext cx="9108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B60DE69F-31DF-E5CA-B72E-496C715FC600}"/>
                    </a:ext>
                  </a:extLst>
                </p14:cNvPr>
                <p14:cNvContentPartPr/>
                <p14:nvPr/>
              </p14:nvContentPartPr>
              <p14:xfrm>
                <a:off x="10347867" y="5005160"/>
                <a:ext cx="204840" cy="14220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B60DE69F-31DF-E5CA-B72E-496C715FC600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0341747" y="4999040"/>
                  <a:ext cx="21708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EA0C853C-2266-E7DB-6F2B-1638CE745D6E}"/>
                    </a:ext>
                  </a:extLst>
                </p14:cNvPr>
                <p14:cNvContentPartPr/>
                <p14:nvPr/>
              </p14:nvContentPartPr>
              <p14:xfrm>
                <a:off x="10598067" y="4803560"/>
                <a:ext cx="81720" cy="34632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EA0C853C-2266-E7DB-6F2B-1638CE745D6E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0591947" y="4797440"/>
                  <a:ext cx="9396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6211F9A0-BE42-5B3E-29F7-60793B928FDC}"/>
                    </a:ext>
                  </a:extLst>
                </p14:cNvPr>
                <p14:cNvContentPartPr/>
                <p14:nvPr/>
              </p14:nvContentPartPr>
              <p14:xfrm>
                <a:off x="10583667" y="4952600"/>
                <a:ext cx="160200" cy="1260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6211F9A0-BE42-5B3E-29F7-60793B928FDC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0577547" y="4946480"/>
                  <a:ext cx="1724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7A0304EE-AA25-4C86-AD72-B52C9089B7EE}"/>
                    </a:ext>
                  </a:extLst>
                </p14:cNvPr>
                <p14:cNvContentPartPr/>
                <p14:nvPr/>
              </p14:nvContentPartPr>
              <p14:xfrm>
                <a:off x="10714707" y="5009840"/>
                <a:ext cx="88920" cy="14076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7A0304EE-AA25-4C86-AD72-B52C9089B7EE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0708587" y="5003720"/>
                  <a:ext cx="10116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BCF16396-DA27-8F1C-91E1-631D9A31EDCE}"/>
                    </a:ext>
                  </a:extLst>
                </p14:cNvPr>
                <p14:cNvContentPartPr/>
                <p14:nvPr/>
              </p14:nvContentPartPr>
              <p14:xfrm>
                <a:off x="10876347" y="4966640"/>
                <a:ext cx="102240" cy="14004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BCF16396-DA27-8F1C-91E1-631D9A31EDCE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0870227" y="4960520"/>
                  <a:ext cx="11448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1DFF9391-7F7B-5834-D2D4-A21ECC3C226F}"/>
                    </a:ext>
                  </a:extLst>
                </p14:cNvPr>
                <p14:cNvContentPartPr/>
                <p14:nvPr/>
              </p14:nvContentPartPr>
              <p14:xfrm>
                <a:off x="11048427" y="4954400"/>
                <a:ext cx="97200" cy="16524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1DFF9391-7F7B-5834-D2D4-A21ECC3C226F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1042307" y="4948280"/>
                  <a:ext cx="10944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21C1AB69-105B-49BF-3EC6-89AF870AA219}"/>
                    </a:ext>
                  </a:extLst>
                </p14:cNvPr>
                <p14:cNvContentPartPr/>
                <p14:nvPr/>
              </p14:nvContentPartPr>
              <p14:xfrm>
                <a:off x="11157507" y="4970600"/>
                <a:ext cx="168480" cy="15408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21C1AB69-105B-49BF-3EC6-89AF870AA219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1151387" y="4964480"/>
                  <a:ext cx="18072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D36D685B-638E-6837-26E2-02A803FC9F2D}"/>
                    </a:ext>
                  </a:extLst>
                </p14:cNvPr>
                <p14:cNvContentPartPr/>
                <p14:nvPr/>
              </p14:nvContentPartPr>
              <p14:xfrm>
                <a:off x="11278827" y="4851440"/>
                <a:ext cx="205560" cy="36900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D36D685B-638E-6837-26E2-02A803FC9F2D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1272707" y="4845320"/>
                  <a:ext cx="217800" cy="381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0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9AAEAF84-E490-15E0-C400-081E341FD804}"/>
                  </a:ext>
                </a:extLst>
              </p14:cNvPr>
              <p14:cNvContentPartPr/>
              <p14:nvPr/>
            </p14:nvContentPartPr>
            <p14:xfrm>
              <a:off x="6376707" y="3525920"/>
              <a:ext cx="18720" cy="27360"/>
            </p14:xfrm>
          </p:contentPart>
        </mc:Choice>
        <mc:Fallback xmlns=""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9AAEAF84-E490-15E0-C400-081E341FD804}"/>
                  </a:ext>
                </a:extLst>
              </p:cNvPr>
              <p:cNvPicPr/>
              <p:nvPr/>
            </p:nvPicPr>
            <p:blipFill>
              <a:blip r:embed="rId351"/>
              <a:stretch>
                <a:fillRect/>
              </a:stretch>
            </p:blipFill>
            <p:spPr>
              <a:xfrm>
                <a:off x="6370587" y="3519800"/>
                <a:ext cx="30960" cy="3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25" name="Group 224">
            <a:extLst>
              <a:ext uri="{FF2B5EF4-FFF2-40B4-BE49-F238E27FC236}">
                <a16:creationId xmlns:a16="http://schemas.microsoft.com/office/drawing/2014/main" id="{5B05E355-1DDD-ACB6-52B1-3E2DBC7F2973}"/>
              </a:ext>
            </a:extLst>
          </p:cNvPr>
          <p:cNvGrpSpPr/>
          <p:nvPr/>
        </p:nvGrpSpPr>
        <p:grpSpPr>
          <a:xfrm>
            <a:off x="5171787" y="3351320"/>
            <a:ext cx="1018080" cy="389520"/>
            <a:chOff x="5171787" y="3351320"/>
            <a:chExt cx="1018080" cy="38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3E38D924-B8BF-385F-03B9-43BFAEE3DCE0}"/>
                    </a:ext>
                  </a:extLst>
                </p14:cNvPr>
                <p14:cNvContentPartPr/>
                <p14:nvPr/>
              </p14:nvContentPartPr>
              <p14:xfrm>
                <a:off x="6033627" y="3374720"/>
                <a:ext cx="156240" cy="22572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3E38D924-B8BF-385F-03B9-43BFAEE3DCE0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6027507" y="3368600"/>
                  <a:ext cx="16848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C4FFCB82-EEEF-DC22-58FD-FA14FB5BB9FC}"/>
                    </a:ext>
                  </a:extLst>
                </p14:cNvPr>
                <p14:cNvContentPartPr/>
                <p14:nvPr/>
              </p14:nvContentPartPr>
              <p14:xfrm>
                <a:off x="5664987" y="3456800"/>
                <a:ext cx="289080" cy="28404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C4FFCB82-EEEF-DC22-58FD-FA14FB5BB9FC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5658867" y="3450680"/>
                  <a:ext cx="30132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D606F69B-A32D-F089-C99F-6DD62EBE7D9C}"/>
                    </a:ext>
                  </a:extLst>
                </p14:cNvPr>
                <p14:cNvContentPartPr/>
                <p14:nvPr/>
              </p14:nvContentPartPr>
              <p14:xfrm>
                <a:off x="5867307" y="3404960"/>
                <a:ext cx="12960" cy="1080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D606F69B-A32D-F089-C99F-6DD62EBE7D9C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5861187" y="3398840"/>
                  <a:ext cx="2520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92C5E6EF-E729-F330-251C-1D769F1F40BC}"/>
                    </a:ext>
                  </a:extLst>
                </p14:cNvPr>
                <p14:cNvContentPartPr/>
                <p14:nvPr/>
              </p14:nvContentPartPr>
              <p14:xfrm>
                <a:off x="5652027" y="3373280"/>
                <a:ext cx="105120" cy="8640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92C5E6EF-E729-F330-251C-1D769F1F40BC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5645907" y="3367160"/>
                  <a:ext cx="11736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235B7AD5-8507-BAD6-41BE-225CBDE93805}"/>
                    </a:ext>
                  </a:extLst>
                </p14:cNvPr>
                <p14:cNvContentPartPr/>
                <p14:nvPr/>
              </p14:nvContentPartPr>
              <p14:xfrm>
                <a:off x="5171787" y="3351320"/>
                <a:ext cx="403920" cy="30168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235B7AD5-8507-BAD6-41BE-225CBDE93805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5165667" y="3345200"/>
                  <a:ext cx="41616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1C2F4E0E-1875-FBA6-E289-415BAC8C218E}"/>
                    </a:ext>
                  </a:extLst>
                </p14:cNvPr>
                <p14:cNvContentPartPr/>
                <p14:nvPr/>
              </p14:nvContentPartPr>
              <p14:xfrm>
                <a:off x="5380947" y="3722840"/>
                <a:ext cx="10080" cy="684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1C2F4E0E-1875-FBA6-E289-415BAC8C218E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5374827" y="3716720"/>
                  <a:ext cx="223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4BD1543C-520D-6A5F-761A-5DE944512068}"/>
                    </a:ext>
                  </a:extLst>
                </p14:cNvPr>
                <p14:cNvContentPartPr/>
                <p14:nvPr/>
              </p14:nvContentPartPr>
              <p14:xfrm>
                <a:off x="5448267" y="3717800"/>
                <a:ext cx="20160" cy="1296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4BD1543C-520D-6A5F-761A-5DE944512068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5442147" y="3711680"/>
                  <a:ext cx="324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E704C060-D6F2-C22B-F2AB-B52225B7169B}"/>
                    </a:ext>
                  </a:extLst>
                </p14:cNvPr>
                <p14:cNvContentPartPr/>
                <p14:nvPr/>
              </p14:nvContentPartPr>
              <p14:xfrm>
                <a:off x="5309667" y="3419720"/>
                <a:ext cx="11160" cy="2412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E704C060-D6F2-C22B-F2AB-B52225B7169B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5303547" y="3413600"/>
                  <a:ext cx="23400" cy="3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7437F3A1-3415-E3B2-0B7A-D2ECF797DE42}"/>
              </a:ext>
            </a:extLst>
          </p:cNvPr>
          <p:cNvGrpSpPr/>
          <p:nvPr/>
        </p:nvGrpSpPr>
        <p:grpSpPr>
          <a:xfrm>
            <a:off x="4259907" y="3485600"/>
            <a:ext cx="856440" cy="411840"/>
            <a:chOff x="4259907" y="3485600"/>
            <a:chExt cx="856440" cy="41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15C795D5-202F-0FB0-495F-C34FA5B5AA75}"/>
                    </a:ext>
                  </a:extLst>
                </p14:cNvPr>
                <p14:cNvContentPartPr/>
                <p14:nvPr/>
              </p14:nvContentPartPr>
              <p14:xfrm>
                <a:off x="5013747" y="3609080"/>
                <a:ext cx="102600" cy="12960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15C795D5-202F-0FB0-495F-C34FA5B5AA75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5007627" y="3602960"/>
                  <a:ext cx="11484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D0F0CFF9-32A2-7FB6-72F6-55A2E88B8711}"/>
                    </a:ext>
                  </a:extLst>
                </p14:cNvPr>
                <p14:cNvContentPartPr/>
                <p14:nvPr/>
              </p14:nvContentPartPr>
              <p14:xfrm>
                <a:off x="4854627" y="3572360"/>
                <a:ext cx="165960" cy="18000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D0F0CFF9-32A2-7FB6-72F6-55A2E88B8711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4848507" y="3566240"/>
                  <a:ext cx="17820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6DE3A36C-EF27-8014-6790-45EC7022C7F8}"/>
                    </a:ext>
                  </a:extLst>
                </p14:cNvPr>
                <p14:cNvContentPartPr/>
                <p14:nvPr/>
              </p14:nvContentPartPr>
              <p14:xfrm>
                <a:off x="4701987" y="3533840"/>
                <a:ext cx="158040" cy="14328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6DE3A36C-EF27-8014-6790-45EC7022C7F8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4695867" y="3527720"/>
                  <a:ext cx="17028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0D0A1D6B-E18E-9AB2-81C6-A00DB328EC68}"/>
                    </a:ext>
                  </a:extLst>
                </p14:cNvPr>
                <p14:cNvContentPartPr/>
                <p14:nvPr/>
              </p14:nvContentPartPr>
              <p14:xfrm>
                <a:off x="4443867" y="3485600"/>
                <a:ext cx="194760" cy="19260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0D0A1D6B-E18E-9AB2-81C6-A00DB328EC68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4437747" y="3479480"/>
                  <a:ext cx="20700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6F86545A-1060-1F2B-8066-F725D9EA81A2}"/>
                    </a:ext>
                  </a:extLst>
                </p14:cNvPr>
                <p14:cNvContentPartPr/>
                <p14:nvPr/>
              </p14:nvContentPartPr>
              <p14:xfrm>
                <a:off x="4520187" y="3738320"/>
                <a:ext cx="41400" cy="3744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6F86545A-1060-1F2B-8066-F725D9EA81A2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4514067" y="3732200"/>
                  <a:ext cx="536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33EE6CCF-3702-A8E2-2B95-15E714D64FD1}"/>
                    </a:ext>
                  </a:extLst>
                </p14:cNvPr>
                <p14:cNvContentPartPr/>
                <p14:nvPr/>
              </p14:nvContentPartPr>
              <p14:xfrm>
                <a:off x="4606227" y="3737240"/>
                <a:ext cx="17280" cy="2484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33EE6CCF-3702-A8E2-2B95-15E714D64FD1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4600107" y="3731120"/>
                  <a:ext cx="295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F8961A30-0F8A-DAEB-4E39-F1845989ED61}"/>
                    </a:ext>
                  </a:extLst>
                </p14:cNvPr>
                <p14:cNvContentPartPr/>
                <p14:nvPr/>
              </p14:nvContentPartPr>
              <p14:xfrm>
                <a:off x="4259907" y="3496400"/>
                <a:ext cx="185400" cy="40104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F8961A30-0F8A-DAEB-4E39-F1845989ED61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4253787" y="3490280"/>
                  <a:ext cx="197640" cy="413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2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B3497356-31D6-03CE-1189-AE1B8389AB00}"/>
                  </a:ext>
                </a:extLst>
              </p14:cNvPr>
              <p14:cNvContentPartPr/>
              <p14:nvPr/>
            </p14:nvContentPartPr>
            <p14:xfrm>
              <a:off x="4093227" y="3623840"/>
              <a:ext cx="1800" cy="10440"/>
            </p14:xfrm>
          </p:contentPart>
        </mc:Choice>
        <mc:Fallback xmlns=""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B3497356-31D6-03CE-1189-AE1B8389AB00}"/>
                  </a:ext>
                </a:extLst>
              </p:cNvPr>
              <p:cNvPicPr/>
              <p:nvPr/>
            </p:nvPicPr>
            <p:blipFill>
              <a:blip r:embed="rId383"/>
              <a:stretch>
                <a:fillRect/>
              </a:stretch>
            </p:blipFill>
            <p:spPr>
              <a:xfrm>
                <a:off x="4087107" y="3617720"/>
                <a:ext cx="14040" cy="22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43" name="Group 242">
            <a:extLst>
              <a:ext uri="{FF2B5EF4-FFF2-40B4-BE49-F238E27FC236}">
                <a16:creationId xmlns:a16="http://schemas.microsoft.com/office/drawing/2014/main" id="{533E85F2-F6AA-5918-B544-6822AE8171C3}"/>
              </a:ext>
            </a:extLst>
          </p:cNvPr>
          <p:cNvGrpSpPr/>
          <p:nvPr/>
        </p:nvGrpSpPr>
        <p:grpSpPr>
          <a:xfrm>
            <a:off x="3351267" y="3384080"/>
            <a:ext cx="740880" cy="406440"/>
            <a:chOff x="3351267" y="3384080"/>
            <a:chExt cx="740880" cy="40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D6C23656-D345-1668-69E0-87191005D00B}"/>
                    </a:ext>
                  </a:extLst>
                </p14:cNvPr>
                <p14:cNvContentPartPr/>
                <p14:nvPr/>
              </p14:nvContentPartPr>
              <p14:xfrm>
                <a:off x="4070907" y="3622760"/>
                <a:ext cx="21240" cy="1008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D6C23656-D345-1668-69E0-87191005D00B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4064787" y="3616640"/>
                  <a:ext cx="334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997D2C78-DE8D-A0F6-49BE-E36566F783A4}"/>
                    </a:ext>
                  </a:extLst>
                </p14:cNvPr>
                <p14:cNvContentPartPr/>
                <p14:nvPr/>
              </p14:nvContentPartPr>
              <p14:xfrm>
                <a:off x="3880107" y="3452120"/>
                <a:ext cx="47880" cy="21384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997D2C78-DE8D-A0F6-49BE-E36566F783A4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3873987" y="3446000"/>
                  <a:ext cx="6012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BC049808-BF01-0E0F-0D72-8D8B133F32AB}"/>
                    </a:ext>
                  </a:extLst>
                </p14:cNvPr>
                <p14:cNvContentPartPr/>
                <p14:nvPr/>
              </p14:nvContentPartPr>
              <p14:xfrm>
                <a:off x="3625227" y="3554360"/>
                <a:ext cx="205920" cy="15264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BC049808-BF01-0E0F-0D72-8D8B133F32AB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3619107" y="3548240"/>
                  <a:ext cx="2181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317B8C14-E8EA-8851-3039-E9F988716101}"/>
                    </a:ext>
                  </a:extLst>
                </p14:cNvPr>
                <p14:cNvContentPartPr/>
                <p14:nvPr/>
              </p14:nvContentPartPr>
              <p14:xfrm>
                <a:off x="3566187" y="3384080"/>
                <a:ext cx="109440" cy="24732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317B8C14-E8EA-8851-3039-E9F988716101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3560067" y="3377960"/>
                  <a:ext cx="12168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269FBF5E-1663-28D4-C50E-9134BBC62864}"/>
                    </a:ext>
                  </a:extLst>
                </p14:cNvPr>
                <p14:cNvContentPartPr/>
                <p14:nvPr/>
              </p14:nvContentPartPr>
              <p14:xfrm>
                <a:off x="3635307" y="3448520"/>
                <a:ext cx="33120" cy="1620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269FBF5E-1663-28D4-C50E-9134BBC62864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3629187" y="3442400"/>
                  <a:ext cx="453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850A1812-6A9C-618F-1017-7EFAF83B0682}"/>
                    </a:ext>
                  </a:extLst>
                </p14:cNvPr>
                <p14:cNvContentPartPr/>
                <p14:nvPr/>
              </p14:nvContentPartPr>
              <p14:xfrm>
                <a:off x="3859587" y="3408560"/>
                <a:ext cx="135360" cy="38196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850A1812-6A9C-618F-1017-7EFAF83B0682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3853467" y="3402440"/>
                  <a:ext cx="147600" cy="39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CBB873C5-5C88-3DB7-067D-031A05BC24EF}"/>
                    </a:ext>
                  </a:extLst>
                </p14:cNvPr>
                <p14:cNvContentPartPr/>
                <p14:nvPr/>
              </p14:nvContentPartPr>
              <p14:xfrm>
                <a:off x="3351267" y="3395240"/>
                <a:ext cx="190440" cy="37044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CBB873C5-5C88-3DB7-067D-031A05BC24EF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3345147" y="3389120"/>
                  <a:ext cx="202680" cy="38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DCF5A55E-1FA8-D3FC-D04E-7866D0B7E61B}"/>
              </a:ext>
            </a:extLst>
          </p:cNvPr>
          <p:cNvGrpSpPr/>
          <p:nvPr/>
        </p:nvGrpSpPr>
        <p:grpSpPr>
          <a:xfrm>
            <a:off x="1669707" y="3357800"/>
            <a:ext cx="1590480" cy="587520"/>
            <a:chOff x="1669707" y="3357800"/>
            <a:chExt cx="1590480" cy="58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23E8CE4A-2FD1-D531-BAFB-DC7218C59B2C}"/>
                    </a:ext>
                  </a:extLst>
                </p14:cNvPr>
                <p14:cNvContentPartPr/>
                <p14:nvPr/>
              </p14:nvContentPartPr>
              <p14:xfrm>
                <a:off x="3159387" y="3536000"/>
                <a:ext cx="100800" cy="12096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23E8CE4A-2FD1-D531-BAFB-DC7218C59B2C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3153267" y="3529880"/>
                  <a:ext cx="1130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BBB87EF5-CDF5-AE72-ECD4-2DB1F0DFA2A0}"/>
                    </a:ext>
                  </a:extLst>
                </p14:cNvPr>
                <p14:cNvContentPartPr/>
                <p14:nvPr/>
              </p14:nvContentPartPr>
              <p14:xfrm>
                <a:off x="3105027" y="3405320"/>
                <a:ext cx="11160" cy="19584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BBB87EF5-CDF5-AE72-ECD4-2DB1F0DFA2A0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3098907" y="3399200"/>
                  <a:ext cx="234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C77FBADF-A202-8DCD-1D97-86D7448B0171}"/>
                    </a:ext>
                  </a:extLst>
                </p14:cNvPr>
                <p14:cNvContentPartPr/>
                <p14:nvPr/>
              </p14:nvContentPartPr>
              <p14:xfrm>
                <a:off x="2533707" y="3521960"/>
                <a:ext cx="497880" cy="21384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C77FBADF-A202-8DCD-1D97-86D7448B0171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2527587" y="3515840"/>
                  <a:ext cx="51012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E8767344-7141-67B8-6DC0-F9E758950BD2}"/>
                    </a:ext>
                  </a:extLst>
                </p14:cNvPr>
                <p14:cNvContentPartPr/>
                <p14:nvPr/>
              </p14:nvContentPartPr>
              <p14:xfrm>
                <a:off x="2946987" y="3443480"/>
                <a:ext cx="8280" cy="1800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E8767344-7141-67B8-6DC0-F9E758950BD2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2940867" y="3437360"/>
                  <a:ext cx="205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CCDADD48-EF7E-7A36-C943-02F21869D8A2}"/>
                    </a:ext>
                  </a:extLst>
                </p14:cNvPr>
                <p14:cNvContentPartPr/>
                <p14:nvPr/>
              </p14:nvContentPartPr>
              <p14:xfrm>
                <a:off x="2989107" y="3440600"/>
                <a:ext cx="14040" cy="1620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CCDADD48-EF7E-7A36-C943-02F21869D8A2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2982987" y="3434480"/>
                  <a:ext cx="262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6913F571-9CD6-E0AE-0D73-FA328FFB6963}"/>
                    </a:ext>
                  </a:extLst>
                </p14:cNvPr>
                <p14:cNvContentPartPr/>
                <p14:nvPr/>
              </p14:nvContentPartPr>
              <p14:xfrm>
                <a:off x="2968587" y="3357800"/>
                <a:ext cx="2520" cy="504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6913F571-9CD6-E0AE-0D73-FA328FFB6963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2962467" y="3351680"/>
                  <a:ext cx="1476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0075697C-5B4B-C9DB-66DD-1DB2B08421E6}"/>
                    </a:ext>
                  </a:extLst>
                </p14:cNvPr>
                <p14:cNvContentPartPr/>
                <p14:nvPr/>
              </p14:nvContentPartPr>
              <p14:xfrm>
                <a:off x="2799387" y="3461840"/>
                <a:ext cx="10080" cy="1764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0075697C-5B4B-C9DB-66DD-1DB2B08421E6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2793267" y="3455720"/>
                  <a:ext cx="223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89BDCE97-70AE-0CAE-A4C8-73A6F97514A5}"/>
                    </a:ext>
                  </a:extLst>
                </p14:cNvPr>
                <p14:cNvContentPartPr/>
                <p14:nvPr/>
              </p14:nvContentPartPr>
              <p14:xfrm>
                <a:off x="2848707" y="3448880"/>
                <a:ext cx="12960" cy="1944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89BDCE97-70AE-0CAE-A4C8-73A6F97514A5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2842587" y="3442760"/>
                  <a:ext cx="252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061E39F7-1322-36E8-34CA-7E27300AC5A6}"/>
                    </a:ext>
                  </a:extLst>
                </p14:cNvPr>
                <p14:cNvContentPartPr/>
                <p14:nvPr/>
              </p14:nvContentPartPr>
              <p14:xfrm>
                <a:off x="2670147" y="3650480"/>
                <a:ext cx="8640" cy="900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061E39F7-1322-36E8-34CA-7E27300AC5A6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2664027" y="3644360"/>
                  <a:ext cx="208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970F7C56-CFF3-2F27-64EB-FA772143991F}"/>
                    </a:ext>
                  </a:extLst>
                </p14:cNvPr>
                <p14:cNvContentPartPr/>
                <p14:nvPr/>
              </p14:nvContentPartPr>
              <p14:xfrm>
                <a:off x="2248227" y="3521600"/>
                <a:ext cx="261360" cy="21636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970F7C56-CFF3-2F27-64EB-FA772143991F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2242107" y="3515480"/>
                  <a:ext cx="27360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302D79D9-13E7-C013-EFBC-32E862692F06}"/>
                    </a:ext>
                  </a:extLst>
                </p14:cNvPr>
                <p14:cNvContentPartPr/>
                <p14:nvPr/>
              </p14:nvContentPartPr>
              <p14:xfrm>
                <a:off x="2011707" y="3635000"/>
                <a:ext cx="190440" cy="13320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302D79D9-13E7-C013-EFBC-32E862692F06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2005587" y="3628880"/>
                  <a:ext cx="2026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B3BD2430-7D8F-01A9-A328-08516FD37C5E}"/>
                    </a:ext>
                  </a:extLst>
                </p14:cNvPr>
                <p14:cNvContentPartPr/>
                <p14:nvPr/>
              </p14:nvContentPartPr>
              <p14:xfrm>
                <a:off x="1669707" y="3530600"/>
                <a:ext cx="468000" cy="25344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B3BD2430-7D8F-01A9-A328-08516FD37C5E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1663587" y="3524480"/>
                  <a:ext cx="48024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2F578CA1-BF98-34BD-22ED-8428340F4184}"/>
                    </a:ext>
                  </a:extLst>
                </p14:cNvPr>
                <p14:cNvContentPartPr/>
                <p14:nvPr/>
              </p14:nvContentPartPr>
              <p14:xfrm>
                <a:off x="2104587" y="3412160"/>
                <a:ext cx="7920" cy="1476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2F578CA1-BF98-34BD-22ED-8428340F4184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2098467" y="3406040"/>
                  <a:ext cx="2016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BA803C08-1E38-2582-6919-D0F9D54BCA39}"/>
                    </a:ext>
                  </a:extLst>
                </p14:cNvPr>
                <p14:cNvContentPartPr/>
                <p14:nvPr/>
              </p14:nvContentPartPr>
              <p14:xfrm>
                <a:off x="1961667" y="3468320"/>
                <a:ext cx="7920" cy="1152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BA803C08-1E38-2582-6919-D0F9D54BCA39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1955547" y="3462200"/>
                  <a:ext cx="201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0E104A57-8411-4F74-28C6-EF09E9D469DE}"/>
                    </a:ext>
                  </a:extLst>
                </p14:cNvPr>
                <p14:cNvContentPartPr/>
                <p14:nvPr/>
              </p14:nvContentPartPr>
              <p14:xfrm>
                <a:off x="2020707" y="3462560"/>
                <a:ext cx="4680" cy="360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0E104A57-8411-4F74-28C6-EF09E9D469DE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2014587" y="3456440"/>
                  <a:ext cx="1692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0628BD6C-2F6B-FFE8-AA1D-B90F359213AE}"/>
                    </a:ext>
                  </a:extLst>
                </p14:cNvPr>
                <p14:cNvContentPartPr/>
                <p14:nvPr/>
              </p14:nvContentPartPr>
              <p14:xfrm>
                <a:off x="1816947" y="3662000"/>
                <a:ext cx="43920" cy="2664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0628BD6C-2F6B-FFE8-AA1D-B90F359213AE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1810827" y="3655880"/>
                  <a:ext cx="561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7FD3F040-0353-3181-7332-3F4628C51043}"/>
                    </a:ext>
                  </a:extLst>
                </p14:cNvPr>
                <p14:cNvContentPartPr/>
                <p14:nvPr/>
              </p14:nvContentPartPr>
              <p14:xfrm>
                <a:off x="2023947" y="3465080"/>
                <a:ext cx="15120" cy="648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7FD3F040-0353-3181-7332-3F4628C51043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2017827" y="3458960"/>
                  <a:ext cx="2736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67F9590A-7D26-6771-9311-4B1F872436AF}"/>
                    </a:ext>
                  </a:extLst>
                </p14:cNvPr>
                <p14:cNvContentPartPr/>
                <p14:nvPr/>
              </p14:nvContentPartPr>
              <p14:xfrm>
                <a:off x="2544867" y="3808880"/>
                <a:ext cx="641520" cy="6732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67F9590A-7D26-6771-9311-4B1F872436AF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2538747" y="3802760"/>
                  <a:ext cx="6537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B2BEC720-7EB3-1881-1F5A-7757AA99F283}"/>
                    </a:ext>
                  </a:extLst>
                </p14:cNvPr>
                <p14:cNvContentPartPr/>
                <p14:nvPr/>
              </p14:nvContentPartPr>
              <p14:xfrm>
                <a:off x="1778427" y="3906800"/>
                <a:ext cx="541440" cy="3852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B2BEC720-7EB3-1881-1F5A-7757AA99F283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1772307" y="3900680"/>
                  <a:ext cx="553680" cy="5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55504C13-15CD-5FFC-DDCA-E13D589E45F7}"/>
              </a:ext>
            </a:extLst>
          </p:cNvPr>
          <p:cNvGrpSpPr/>
          <p:nvPr/>
        </p:nvGrpSpPr>
        <p:grpSpPr>
          <a:xfrm>
            <a:off x="333027" y="3375440"/>
            <a:ext cx="1258200" cy="420480"/>
            <a:chOff x="333027" y="3375440"/>
            <a:chExt cx="1258200" cy="42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EF385F3B-78C2-F3BE-A5E2-4F611BA7E057}"/>
                    </a:ext>
                  </a:extLst>
                </p14:cNvPr>
                <p14:cNvContentPartPr/>
                <p14:nvPr/>
              </p14:nvContentPartPr>
              <p14:xfrm>
                <a:off x="1335987" y="3537440"/>
                <a:ext cx="255240" cy="13464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EF385F3B-78C2-F3BE-A5E2-4F611BA7E057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1329867" y="3531320"/>
                  <a:ext cx="2674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5CC3770D-253A-CAA2-5D8B-C7A2EF07B2E2}"/>
                    </a:ext>
                  </a:extLst>
                </p14:cNvPr>
                <p14:cNvContentPartPr/>
                <p14:nvPr/>
              </p14:nvContentPartPr>
              <p14:xfrm>
                <a:off x="1143027" y="3599360"/>
                <a:ext cx="182880" cy="11772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5CC3770D-253A-CAA2-5D8B-C7A2EF07B2E2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1136907" y="3593240"/>
                  <a:ext cx="1951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AA7CE876-34DD-761F-8640-901F86F34674}"/>
                    </a:ext>
                  </a:extLst>
                </p14:cNvPr>
                <p14:cNvContentPartPr/>
                <p14:nvPr/>
              </p14:nvContentPartPr>
              <p14:xfrm>
                <a:off x="562707" y="3517280"/>
                <a:ext cx="664920" cy="27864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AA7CE876-34DD-761F-8640-901F86F34674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556587" y="3511160"/>
                  <a:ext cx="67716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5F883131-86F0-FDC4-0641-137C7D89997E}"/>
                    </a:ext>
                  </a:extLst>
                </p14:cNvPr>
                <p14:cNvContentPartPr/>
                <p14:nvPr/>
              </p14:nvContentPartPr>
              <p14:xfrm>
                <a:off x="876987" y="3444920"/>
                <a:ext cx="41040" cy="2124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5F883131-86F0-FDC4-0641-137C7D89997E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870867" y="3438800"/>
                  <a:ext cx="532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EB349DF8-1278-8707-426C-F02DA497ACE0}"/>
                    </a:ext>
                  </a:extLst>
                </p14:cNvPr>
                <p14:cNvContentPartPr/>
                <p14:nvPr/>
              </p14:nvContentPartPr>
              <p14:xfrm>
                <a:off x="935667" y="3438800"/>
                <a:ext cx="25200" cy="1188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EB349DF8-1278-8707-426C-F02DA497ACE0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929547" y="3432680"/>
                  <a:ext cx="374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0CA9B554-CF13-0A2A-0245-1E2C8720E89D}"/>
                    </a:ext>
                  </a:extLst>
                </p14:cNvPr>
                <p14:cNvContentPartPr/>
                <p14:nvPr/>
              </p14:nvContentPartPr>
              <p14:xfrm>
                <a:off x="902187" y="3375440"/>
                <a:ext cx="11520" cy="1332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0CA9B554-CF13-0A2A-0245-1E2C8720E89D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896067" y="3369320"/>
                  <a:ext cx="237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DE880175-D450-2B76-F217-DC85B28E7D5B}"/>
                    </a:ext>
                  </a:extLst>
                </p14:cNvPr>
                <p14:cNvContentPartPr/>
                <p14:nvPr/>
              </p14:nvContentPartPr>
              <p14:xfrm>
                <a:off x="445347" y="3442040"/>
                <a:ext cx="194760" cy="21996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DE880175-D450-2B76-F217-DC85B28E7D5B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439227" y="3435920"/>
                  <a:ext cx="2070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059A38FA-987B-5BE0-E6CF-928B2DE38491}"/>
                    </a:ext>
                  </a:extLst>
                </p14:cNvPr>
                <p14:cNvContentPartPr/>
                <p14:nvPr/>
              </p14:nvContentPartPr>
              <p14:xfrm>
                <a:off x="536787" y="3524120"/>
                <a:ext cx="16560" cy="1440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059A38FA-987B-5BE0-E6CF-928B2DE38491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530667" y="3518000"/>
                  <a:ext cx="2880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7C438A90-9E46-39DC-CFB2-D14965324FB7}"/>
                    </a:ext>
                  </a:extLst>
                </p14:cNvPr>
                <p14:cNvContentPartPr/>
                <p14:nvPr/>
              </p14:nvContentPartPr>
              <p14:xfrm>
                <a:off x="333027" y="3581000"/>
                <a:ext cx="29880" cy="1944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7C438A90-9E46-39DC-CFB2-D14965324FB7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326907" y="3574880"/>
                  <a:ext cx="42120" cy="3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AA43C0D6-782D-7C57-CFAE-6927D55F7DD1}"/>
              </a:ext>
            </a:extLst>
          </p:cNvPr>
          <p:cNvGrpSpPr/>
          <p:nvPr/>
        </p:nvGrpSpPr>
        <p:grpSpPr>
          <a:xfrm>
            <a:off x="7882947" y="5308280"/>
            <a:ext cx="509400" cy="263160"/>
            <a:chOff x="7882947" y="5308280"/>
            <a:chExt cx="509400" cy="26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D86F3B1D-C56F-7DB4-2DDB-3F9ABF4578CD}"/>
                    </a:ext>
                  </a:extLst>
                </p14:cNvPr>
                <p14:cNvContentPartPr/>
                <p14:nvPr/>
              </p14:nvContentPartPr>
              <p14:xfrm>
                <a:off x="7882947" y="5308280"/>
                <a:ext cx="509400" cy="26316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D86F3B1D-C56F-7DB4-2DDB-3F9ABF4578CD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7876827" y="5302160"/>
                  <a:ext cx="52164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E2F15F68-C956-41FD-7DF7-F3DCE16010F8}"/>
                    </a:ext>
                  </a:extLst>
                </p14:cNvPr>
                <p14:cNvContentPartPr/>
                <p14:nvPr/>
              </p14:nvContentPartPr>
              <p14:xfrm>
                <a:off x="7989507" y="5419880"/>
                <a:ext cx="33480" cy="1152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E2F15F68-C956-41FD-7DF7-F3DCE16010F8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7983387" y="5413760"/>
                  <a:ext cx="45720" cy="2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0" name="Group 289">
            <a:extLst>
              <a:ext uri="{FF2B5EF4-FFF2-40B4-BE49-F238E27FC236}">
                <a16:creationId xmlns:a16="http://schemas.microsoft.com/office/drawing/2014/main" id="{B4613339-254C-D1EA-681C-6D7C66A40E7E}"/>
              </a:ext>
            </a:extLst>
          </p:cNvPr>
          <p:cNvGrpSpPr/>
          <p:nvPr/>
        </p:nvGrpSpPr>
        <p:grpSpPr>
          <a:xfrm>
            <a:off x="6804387" y="5322320"/>
            <a:ext cx="875520" cy="379440"/>
            <a:chOff x="6804387" y="5322320"/>
            <a:chExt cx="875520" cy="37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DFBD3F01-0C69-1445-36F3-784B76457454}"/>
                    </a:ext>
                  </a:extLst>
                </p14:cNvPr>
                <p14:cNvContentPartPr/>
                <p14:nvPr/>
              </p14:nvContentPartPr>
              <p14:xfrm>
                <a:off x="7561107" y="5377400"/>
                <a:ext cx="118800" cy="16380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DFBD3F01-0C69-1445-36F3-784B76457454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7554987" y="5371280"/>
                  <a:ext cx="13104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5B909331-E203-3E5D-CD93-1811031784E2}"/>
                    </a:ext>
                  </a:extLst>
                </p14:cNvPr>
                <p14:cNvContentPartPr/>
                <p14:nvPr/>
              </p14:nvContentPartPr>
              <p14:xfrm>
                <a:off x="7103187" y="5404400"/>
                <a:ext cx="394200" cy="29736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5B909331-E203-3E5D-CD93-1811031784E2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7097067" y="5398280"/>
                  <a:ext cx="40644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53A40FB5-9DC5-D565-AAF3-362AA6D8EE04}"/>
                    </a:ext>
                  </a:extLst>
                </p14:cNvPr>
                <p14:cNvContentPartPr/>
                <p14:nvPr/>
              </p14:nvContentPartPr>
              <p14:xfrm>
                <a:off x="7280307" y="5657840"/>
                <a:ext cx="44280" cy="1620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53A40FB5-9DC5-D565-AAF3-362AA6D8EE04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7274187" y="5651720"/>
                  <a:ext cx="565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6FF00590-3109-E7F9-480D-4B9AC673C044}"/>
                    </a:ext>
                  </a:extLst>
                </p14:cNvPr>
                <p14:cNvContentPartPr/>
                <p14:nvPr/>
              </p14:nvContentPartPr>
              <p14:xfrm>
                <a:off x="7382547" y="5646320"/>
                <a:ext cx="6840" cy="540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6FF00590-3109-E7F9-480D-4B9AC673C044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7376427" y="5640200"/>
                  <a:ext cx="1908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300E60F5-83FE-2F4C-DE83-8C18E954BD67}"/>
                    </a:ext>
                  </a:extLst>
                </p14:cNvPr>
                <p14:cNvContentPartPr/>
                <p14:nvPr/>
              </p14:nvContentPartPr>
              <p14:xfrm>
                <a:off x="6973587" y="5425280"/>
                <a:ext cx="187560" cy="16992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300E60F5-83FE-2F4C-DE83-8C18E954BD67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6967467" y="5419160"/>
                  <a:ext cx="1998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B90F4C34-493E-13C7-3B0E-C55593F5BAFC}"/>
                    </a:ext>
                  </a:extLst>
                </p14:cNvPr>
                <p14:cNvContentPartPr/>
                <p14:nvPr/>
              </p14:nvContentPartPr>
              <p14:xfrm>
                <a:off x="6804387" y="5481440"/>
                <a:ext cx="216720" cy="14184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B90F4C34-493E-13C7-3B0E-C55593F5BAFC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6798267" y="5475320"/>
                  <a:ext cx="22896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97E7171C-D379-75EE-FE7D-CFA4DAC436AB}"/>
                    </a:ext>
                  </a:extLst>
                </p14:cNvPr>
                <p14:cNvContentPartPr/>
                <p14:nvPr/>
              </p14:nvContentPartPr>
              <p14:xfrm>
                <a:off x="6967107" y="5322320"/>
                <a:ext cx="47880" cy="2484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97E7171C-D379-75EE-FE7D-CFA4DAC436AB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6960987" y="5316200"/>
                  <a:ext cx="601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2E3C9353-D0DA-2A4D-1D99-A97585D0CD26}"/>
                    </a:ext>
                  </a:extLst>
                </p14:cNvPr>
                <p14:cNvContentPartPr/>
                <p14:nvPr/>
              </p14:nvContentPartPr>
              <p14:xfrm>
                <a:off x="7390107" y="5661800"/>
                <a:ext cx="20880" cy="2088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2E3C9353-D0DA-2A4D-1D99-A97585D0CD26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7383987" y="5655680"/>
                  <a:ext cx="33120" cy="3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0" name="Group 299">
            <a:extLst>
              <a:ext uri="{FF2B5EF4-FFF2-40B4-BE49-F238E27FC236}">
                <a16:creationId xmlns:a16="http://schemas.microsoft.com/office/drawing/2014/main" id="{7C81E41C-559D-3DB4-EE30-5813A760C84A}"/>
              </a:ext>
            </a:extLst>
          </p:cNvPr>
          <p:cNvGrpSpPr/>
          <p:nvPr/>
        </p:nvGrpSpPr>
        <p:grpSpPr>
          <a:xfrm>
            <a:off x="5600907" y="5134400"/>
            <a:ext cx="1034280" cy="658440"/>
            <a:chOff x="5600907" y="5134400"/>
            <a:chExt cx="1034280" cy="65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0628AF9B-E2E3-DB1A-0AD8-21F3F878565D}"/>
                    </a:ext>
                  </a:extLst>
                </p14:cNvPr>
                <p14:cNvContentPartPr/>
                <p14:nvPr/>
              </p14:nvContentPartPr>
              <p14:xfrm>
                <a:off x="6465627" y="5436440"/>
                <a:ext cx="169560" cy="15696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0628AF9B-E2E3-DB1A-0AD8-21F3F878565D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6459507" y="5430320"/>
                  <a:ext cx="18180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6CDE5811-6884-2083-2F8A-65CAB466E2F1}"/>
                    </a:ext>
                  </a:extLst>
                </p14:cNvPr>
                <p14:cNvContentPartPr/>
                <p14:nvPr/>
              </p14:nvContentPartPr>
              <p14:xfrm>
                <a:off x="6385347" y="5260040"/>
                <a:ext cx="38160" cy="24048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6CDE5811-6884-2083-2F8A-65CAB466E2F1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6379227" y="5253920"/>
                  <a:ext cx="5040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092AC1FA-D781-D902-C0C5-B385AC24F55D}"/>
                    </a:ext>
                  </a:extLst>
                </p14:cNvPr>
                <p14:cNvContentPartPr/>
                <p14:nvPr/>
              </p14:nvContentPartPr>
              <p14:xfrm>
                <a:off x="5600907" y="5382800"/>
                <a:ext cx="688320" cy="41004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092AC1FA-D781-D902-C0C5-B385AC24F55D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5594787" y="5376680"/>
                  <a:ext cx="70056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7C7E39EC-FC9D-F497-A035-86BA33A1308F}"/>
                    </a:ext>
                  </a:extLst>
                </p14:cNvPr>
                <p14:cNvContentPartPr/>
                <p14:nvPr/>
              </p14:nvContentPartPr>
              <p14:xfrm>
                <a:off x="6087267" y="5243480"/>
                <a:ext cx="32040" cy="3672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7C7E39EC-FC9D-F497-A035-86BA33A1308F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6081147" y="5237360"/>
                  <a:ext cx="4428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0877DFAE-08E4-F05F-932B-0AE6EEC7093B}"/>
                    </a:ext>
                  </a:extLst>
                </p14:cNvPr>
                <p14:cNvContentPartPr/>
                <p14:nvPr/>
              </p14:nvContentPartPr>
              <p14:xfrm>
                <a:off x="6177267" y="5244560"/>
                <a:ext cx="25560" cy="3168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0877DFAE-08E4-F05F-932B-0AE6EEC7093B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6171147" y="5238440"/>
                  <a:ext cx="3780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257F2DAB-CCC4-71B4-DB9C-EBD877109CCB}"/>
                    </a:ext>
                  </a:extLst>
                </p14:cNvPr>
                <p14:cNvContentPartPr/>
                <p14:nvPr/>
              </p14:nvContentPartPr>
              <p14:xfrm>
                <a:off x="6109947" y="5134400"/>
                <a:ext cx="25200" cy="4572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257F2DAB-CCC4-71B4-DB9C-EBD877109CCB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6103827" y="5128280"/>
                  <a:ext cx="3744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009D1CFA-E8A3-B8DF-B92F-5B586261CDDD}"/>
                    </a:ext>
                  </a:extLst>
                </p14:cNvPr>
                <p14:cNvContentPartPr/>
                <p14:nvPr/>
              </p14:nvContentPartPr>
              <p14:xfrm>
                <a:off x="5847507" y="5275880"/>
                <a:ext cx="15840" cy="2304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009D1CFA-E8A3-B8DF-B92F-5B586261CDDD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5841387" y="5269760"/>
                  <a:ext cx="2808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55C50412-48A8-EF9B-98AF-8ADF6AF6DF9E}"/>
                    </a:ext>
                  </a:extLst>
                </p14:cNvPr>
                <p14:cNvContentPartPr/>
                <p14:nvPr/>
              </p14:nvContentPartPr>
              <p14:xfrm>
                <a:off x="5923827" y="5279840"/>
                <a:ext cx="22680" cy="972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55C50412-48A8-EF9B-98AF-8ADF6AF6DF9E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5917707" y="5273720"/>
                  <a:ext cx="34920" cy="2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5" name="Group 304">
            <a:extLst>
              <a:ext uri="{FF2B5EF4-FFF2-40B4-BE49-F238E27FC236}">
                <a16:creationId xmlns:a16="http://schemas.microsoft.com/office/drawing/2014/main" id="{BF73DD39-6FA1-53E7-4649-8520010D096C}"/>
              </a:ext>
            </a:extLst>
          </p:cNvPr>
          <p:cNvGrpSpPr/>
          <p:nvPr/>
        </p:nvGrpSpPr>
        <p:grpSpPr>
          <a:xfrm>
            <a:off x="4730787" y="5264360"/>
            <a:ext cx="685800" cy="377280"/>
            <a:chOff x="4730787" y="5264360"/>
            <a:chExt cx="685800" cy="37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7C25B378-A670-F47F-8A05-E396183852DA}"/>
                    </a:ext>
                  </a:extLst>
                </p14:cNvPr>
                <p14:cNvContentPartPr/>
                <p14:nvPr/>
              </p14:nvContentPartPr>
              <p14:xfrm>
                <a:off x="5278347" y="5414120"/>
                <a:ext cx="138240" cy="17172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7C25B378-A670-F47F-8A05-E396183852DA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5272227" y="5408000"/>
                  <a:ext cx="15048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DE370478-4015-220E-E063-82A8023E6B2E}"/>
                    </a:ext>
                  </a:extLst>
                </p14:cNvPr>
                <p14:cNvContentPartPr/>
                <p14:nvPr/>
              </p14:nvContentPartPr>
              <p14:xfrm>
                <a:off x="5057667" y="5494760"/>
                <a:ext cx="173160" cy="13248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DE370478-4015-220E-E063-82A8023E6B2E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5051547" y="5488640"/>
                  <a:ext cx="18540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0F81940C-87E5-0C4E-C639-EF3D076F21BD}"/>
                    </a:ext>
                  </a:extLst>
                </p14:cNvPr>
                <p14:cNvContentPartPr/>
                <p14:nvPr/>
              </p14:nvContentPartPr>
              <p14:xfrm>
                <a:off x="4730787" y="5499800"/>
                <a:ext cx="220320" cy="14184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0F81940C-87E5-0C4E-C639-EF3D076F21BD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4724667" y="5493680"/>
                  <a:ext cx="23256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D2549BAF-4622-63E6-7DC2-F34C8F8CA6EF}"/>
                    </a:ext>
                  </a:extLst>
                </p14:cNvPr>
                <p14:cNvContentPartPr/>
                <p14:nvPr/>
              </p14:nvContentPartPr>
              <p14:xfrm>
                <a:off x="4760307" y="5264360"/>
                <a:ext cx="12600" cy="22896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D2549BAF-4622-63E6-7DC2-F34C8F8CA6EF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4754187" y="5258240"/>
                  <a:ext cx="24840" cy="24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2" name="Group 311">
            <a:extLst>
              <a:ext uri="{FF2B5EF4-FFF2-40B4-BE49-F238E27FC236}">
                <a16:creationId xmlns:a16="http://schemas.microsoft.com/office/drawing/2014/main" id="{1B5A040B-42EA-A14A-D20C-51EDFA7AE675}"/>
              </a:ext>
            </a:extLst>
          </p:cNvPr>
          <p:cNvGrpSpPr/>
          <p:nvPr/>
        </p:nvGrpSpPr>
        <p:grpSpPr>
          <a:xfrm>
            <a:off x="3233547" y="5309360"/>
            <a:ext cx="1229040" cy="621000"/>
            <a:chOff x="3233547" y="5309360"/>
            <a:chExt cx="1229040" cy="62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C5CDBFD0-93A4-26A8-1712-83CC40E85E02}"/>
                    </a:ext>
                  </a:extLst>
                </p14:cNvPr>
                <p14:cNvContentPartPr/>
                <p14:nvPr/>
              </p14:nvContentPartPr>
              <p14:xfrm>
                <a:off x="4048947" y="5395400"/>
                <a:ext cx="413640" cy="28152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C5CDBFD0-93A4-26A8-1712-83CC40E85E02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4042827" y="5389280"/>
                  <a:ext cx="42588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59F2CD79-B9B7-E300-3E49-FED2BE23E471}"/>
                    </a:ext>
                  </a:extLst>
                </p14:cNvPr>
                <p14:cNvContentPartPr/>
                <p14:nvPr/>
              </p14:nvContentPartPr>
              <p14:xfrm>
                <a:off x="3233547" y="5385320"/>
                <a:ext cx="696600" cy="54504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59F2CD79-B9B7-E300-3E49-FED2BE23E471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3227427" y="5379200"/>
                  <a:ext cx="708840" cy="55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DA2039F5-D159-2C37-053D-B5096F66F081}"/>
                    </a:ext>
                  </a:extLst>
                </p14:cNvPr>
                <p14:cNvContentPartPr/>
                <p14:nvPr/>
              </p14:nvContentPartPr>
              <p14:xfrm>
                <a:off x="3880107" y="5618600"/>
                <a:ext cx="7560" cy="2268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DA2039F5-D159-2C37-053D-B5096F66F081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3873987" y="5612480"/>
                  <a:ext cx="1980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440A51EB-4636-F466-E354-A716EAFEDC45}"/>
                    </a:ext>
                  </a:extLst>
                </p14:cNvPr>
                <p14:cNvContentPartPr/>
                <p14:nvPr/>
              </p14:nvContentPartPr>
              <p14:xfrm>
                <a:off x="3390147" y="5310080"/>
                <a:ext cx="10440" cy="1332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440A51EB-4636-F466-E354-A716EAFEDC45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3384027" y="5303960"/>
                  <a:ext cx="226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7AF01E55-B041-3CAC-B5C7-3BC0913105A7}"/>
                    </a:ext>
                  </a:extLst>
                </p14:cNvPr>
                <p14:cNvContentPartPr/>
                <p14:nvPr/>
              </p14:nvContentPartPr>
              <p14:xfrm>
                <a:off x="3468627" y="5309360"/>
                <a:ext cx="8640" cy="1440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7AF01E55-B041-3CAC-B5C7-3BC0913105A7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3462507" y="5303240"/>
                  <a:ext cx="20880" cy="26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08">
            <p14:nvContentPartPr>
              <p14:cNvPr id="313" name="Ink 312">
                <a:extLst>
                  <a:ext uri="{FF2B5EF4-FFF2-40B4-BE49-F238E27FC236}">
                    <a16:creationId xmlns:a16="http://schemas.microsoft.com/office/drawing/2014/main" id="{F91C1468-5670-A1DC-150A-F8849F2F5095}"/>
                  </a:ext>
                </a:extLst>
              </p14:cNvPr>
              <p14:cNvContentPartPr/>
              <p14:nvPr/>
            </p14:nvContentPartPr>
            <p14:xfrm>
              <a:off x="3051747" y="5563160"/>
              <a:ext cx="28080" cy="33120"/>
            </p14:xfrm>
          </p:contentPart>
        </mc:Choice>
        <mc:Fallback xmlns="">
          <p:pic>
            <p:nvPicPr>
              <p:cNvPr id="313" name="Ink 312">
                <a:extLst>
                  <a:ext uri="{FF2B5EF4-FFF2-40B4-BE49-F238E27FC236}">
                    <a16:creationId xmlns:a16="http://schemas.microsoft.com/office/drawing/2014/main" id="{F91C1468-5670-A1DC-150A-F8849F2F5095}"/>
                  </a:ext>
                </a:extLst>
              </p:cNvPr>
              <p:cNvPicPr/>
              <p:nvPr/>
            </p:nvPicPr>
            <p:blipFill>
              <a:blip r:embed="rId509"/>
              <a:stretch>
                <a:fillRect/>
              </a:stretch>
            </p:blipFill>
            <p:spPr>
              <a:xfrm>
                <a:off x="3045627" y="5557040"/>
                <a:ext cx="4032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0">
            <p14:nvContentPartPr>
              <p14:cNvPr id="314" name="Ink 313">
                <a:extLst>
                  <a:ext uri="{FF2B5EF4-FFF2-40B4-BE49-F238E27FC236}">
                    <a16:creationId xmlns:a16="http://schemas.microsoft.com/office/drawing/2014/main" id="{3B3AE827-0AEE-FE86-A9A1-9481F56166A6}"/>
                  </a:ext>
                </a:extLst>
              </p14:cNvPr>
              <p14:cNvContentPartPr/>
              <p14:nvPr/>
            </p14:nvContentPartPr>
            <p14:xfrm>
              <a:off x="2637747" y="5288480"/>
              <a:ext cx="212040" cy="512280"/>
            </p14:xfrm>
          </p:contentPart>
        </mc:Choice>
        <mc:Fallback xmlns="">
          <p:pic>
            <p:nvPicPr>
              <p:cNvPr id="314" name="Ink 313">
                <a:extLst>
                  <a:ext uri="{FF2B5EF4-FFF2-40B4-BE49-F238E27FC236}">
                    <a16:creationId xmlns:a16="http://schemas.microsoft.com/office/drawing/2014/main" id="{3B3AE827-0AEE-FE86-A9A1-9481F56166A6}"/>
                  </a:ext>
                </a:extLst>
              </p:cNvPr>
              <p:cNvPicPr/>
              <p:nvPr/>
            </p:nvPicPr>
            <p:blipFill>
              <a:blip r:embed="rId511"/>
              <a:stretch>
                <a:fillRect/>
              </a:stretch>
            </p:blipFill>
            <p:spPr>
              <a:xfrm>
                <a:off x="2631627" y="5282360"/>
                <a:ext cx="224280" cy="524520"/>
              </a:xfrm>
              <a:prstGeom prst="rect">
                <a:avLst/>
              </a:prstGeom>
            </p:spPr>
          </p:pic>
        </mc:Fallback>
      </mc:AlternateContent>
      <p:grpSp>
        <p:nvGrpSpPr>
          <p:cNvPr id="322" name="Group 321">
            <a:extLst>
              <a:ext uri="{FF2B5EF4-FFF2-40B4-BE49-F238E27FC236}">
                <a16:creationId xmlns:a16="http://schemas.microsoft.com/office/drawing/2014/main" id="{F28E7081-5FE9-E7CF-756C-819EEB257F23}"/>
              </a:ext>
            </a:extLst>
          </p:cNvPr>
          <p:cNvGrpSpPr/>
          <p:nvPr/>
        </p:nvGrpSpPr>
        <p:grpSpPr>
          <a:xfrm>
            <a:off x="653427" y="5306480"/>
            <a:ext cx="1341360" cy="473400"/>
            <a:chOff x="653427" y="5306480"/>
            <a:chExt cx="1341360" cy="47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3561EFDF-DC0B-B2F8-EC58-329D2714BDF9}"/>
                    </a:ext>
                  </a:extLst>
                </p14:cNvPr>
                <p14:cNvContentPartPr/>
                <p14:nvPr/>
              </p14:nvContentPartPr>
              <p14:xfrm>
                <a:off x="1047627" y="5306480"/>
                <a:ext cx="268560" cy="37836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3561EFDF-DC0B-B2F8-EC58-329D2714BDF9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1041507" y="5300360"/>
                  <a:ext cx="28080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E296A387-113D-D5EE-E53B-32B722598819}"/>
                    </a:ext>
                  </a:extLst>
                </p14:cNvPr>
                <p14:cNvContentPartPr/>
                <p14:nvPr/>
              </p14:nvContentPartPr>
              <p14:xfrm>
                <a:off x="1076067" y="5488640"/>
                <a:ext cx="232560" cy="8712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E296A387-113D-D5EE-E53B-32B722598819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1069947" y="5482520"/>
                  <a:ext cx="2448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B2820E55-366F-8E94-34E9-992E5C772AD8}"/>
                    </a:ext>
                  </a:extLst>
                </p14:cNvPr>
                <p14:cNvContentPartPr/>
                <p14:nvPr/>
              </p14:nvContentPartPr>
              <p14:xfrm>
                <a:off x="1212867" y="5499800"/>
                <a:ext cx="89640" cy="12924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B2820E55-366F-8E94-34E9-992E5C772AD8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1206747" y="5493680"/>
                  <a:ext cx="10188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295F141D-1FCB-8DE4-6447-29F31ADC7B2A}"/>
                    </a:ext>
                  </a:extLst>
                </p14:cNvPr>
                <p14:cNvContentPartPr/>
                <p14:nvPr/>
              </p14:nvContentPartPr>
              <p14:xfrm>
                <a:off x="1351827" y="5454080"/>
                <a:ext cx="78480" cy="16056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295F141D-1FCB-8DE4-6447-29F31ADC7B2A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1345707" y="5447960"/>
                  <a:ext cx="907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314EC366-00D2-18A7-BA62-EE8C542143E9}"/>
                    </a:ext>
                  </a:extLst>
                </p14:cNvPr>
                <p14:cNvContentPartPr/>
                <p14:nvPr/>
              </p14:nvContentPartPr>
              <p14:xfrm>
                <a:off x="1442187" y="5482520"/>
                <a:ext cx="236520" cy="12240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314EC366-00D2-18A7-BA62-EE8C542143E9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1436067" y="5476400"/>
                  <a:ext cx="24876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8EB0F758-AC8F-89F5-F8CC-3C722C26C64E}"/>
                    </a:ext>
                  </a:extLst>
                </p14:cNvPr>
                <p14:cNvContentPartPr/>
                <p14:nvPr/>
              </p14:nvContentPartPr>
              <p14:xfrm>
                <a:off x="1692027" y="5308280"/>
                <a:ext cx="302760" cy="32580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8EB0F758-AC8F-89F5-F8CC-3C722C26C64E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1685907" y="5302160"/>
                  <a:ext cx="31500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8731D2C9-565A-E72E-6A3A-FBD5CE247207}"/>
                    </a:ext>
                  </a:extLst>
                </p14:cNvPr>
                <p14:cNvContentPartPr/>
                <p14:nvPr/>
              </p14:nvContentPartPr>
              <p14:xfrm>
                <a:off x="653427" y="5427800"/>
                <a:ext cx="316800" cy="35208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8731D2C9-565A-E72E-6A3A-FBD5CE247207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647307" y="5421680"/>
                  <a:ext cx="329040" cy="364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6">
            <p14:nvContentPartPr>
              <p14:cNvPr id="324" name="Ink 323">
                <a:extLst>
                  <a:ext uri="{FF2B5EF4-FFF2-40B4-BE49-F238E27FC236}">
                    <a16:creationId xmlns:a16="http://schemas.microsoft.com/office/drawing/2014/main" id="{DE2C076C-E869-B3D0-0577-C7F2EF486FA5}"/>
                  </a:ext>
                </a:extLst>
              </p14:cNvPr>
              <p14:cNvContentPartPr/>
              <p14:nvPr/>
            </p14:nvContentPartPr>
            <p14:xfrm>
              <a:off x="5042187" y="5666120"/>
              <a:ext cx="389520" cy="59400"/>
            </p14:xfrm>
          </p:contentPart>
        </mc:Choice>
        <mc:Fallback xmlns="">
          <p:pic>
            <p:nvPicPr>
              <p:cNvPr id="324" name="Ink 323">
                <a:extLst>
                  <a:ext uri="{FF2B5EF4-FFF2-40B4-BE49-F238E27FC236}">
                    <a16:creationId xmlns:a16="http://schemas.microsoft.com/office/drawing/2014/main" id="{DE2C076C-E869-B3D0-0577-C7F2EF486FA5}"/>
                  </a:ext>
                </a:extLst>
              </p:cNvPr>
              <p:cNvPicPr/>
              <p:nvPr/>
            </p:nvPicPr>
            <p:blipFill>
              <a:blip r:embed="rId527"/>
              <a:stretch>
                <a:fillRect/>
              </a:stretch>
            </p:blipFill>
            <p:spPr>
              <a:xfrm>
                <a:off x="5036067" y="5659640"/>
                <a:ext cx="401760" cy="7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8">
            <p14:nvContentPartPr>
              <p14:cNvPr id="325" name="Ink 324">
                <a:extLst>
                  <a:ext uri="{FF2B5EF4-FFF2-40B4-BE49-F238E27FC236}">
                    <a16:creationId xmlns:a16="http://schemas.microsoft.com/office/drawing/2014/main" id="{67699875-E8DB-FB75-5AFF-6EC5640C2FF1}"/>
                  </a:ext>
                </a:extLst>
              </p14:cNvPr>
              <p14:cNvContentPartPr/>
              <p14:nvPr/>
            </p14:nvContentPartPr>
            <p14:xfrm>
              <a:off x="7462107" y="5822000"/>
              <a:ext cx="138960" cy="299880"/>
            </p14:xfrm>
          </p:contentPart>
        </mc:Choice>
        <mc:Fallback xmlns="">
          <p:pic>
            <p:nvPicPr>
              <p:cNvPr id="325" name="Ink 324">
                <a:extLst>
                  <a:ext uri="{FF2B5EF4-FFF2-40B4-BE49-F238E27FC236}">
                    <a16:creationId xmlns:a16="http://schemas.microsoft.com/office/drawing/2014/main" id="{67699875-E8DB-FB75-5AFF-6EC5640C2FF1}"/>
                  </a:ext>
                </a:extLst>
              </p:cNvPr>
              <p:cNvPicPr/>
              <p:nvPr/>
            </p:nvPicPr>
            <p:blipFill>
              <a:blip r:embed="rId529"/>
              <a:stretch>
                <a:fillRect/>
              </a:stretch>
            </p:blipFill>
            <p:spPr>
              <a:xfrm>
                <a:off x="7455987" y="5815880"/>
                <a:ext cx="151200" cy="312120"/>
              </a:xfrm>
              <a:prstGeom prst="rect">
                <a:avLst/>
              </a:prstGeom>
            </p:spPr>
          </p:pic>
        </mc:Fallback>
      </mc:AlternateContent>
      <p:grpSp>
        <p:nvGrpSpPr>
          <p:cNvPr id="329" name="Group 328">
            <a:extLst>
              <a:ext uri="{FF2B5EF4-FFF2-40B4-BE49-F238E27FC236}">
                <a16:creationId xmlns:a16="http://schemas.microsoft.com/office/drawing/2014/main" id="{41896107-0DDF-76E1-31EF-5191E2B8BB25}"/>
              </a:ext>
            </a:extLst>
          </p:cNvPr>
          <p:cNvGrpSpPr/>
          <p:nvPr/>
        </p:nvGrpSpPr>
        <p:grpSpPr>
          <a:xfrm>
            <a:off x="7785747" y="5705000"/>
            <a:ext cx="392040" cy="415440"/>
            <a:chOff x="7785747" y="5705000"/>
            <a:chExt cx="392040" cy="41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7E7A56D4-DE1D-4E85-3E39-8BC1F5F87D46}"/>
                    </a:ext>
                  </a:extLst>
                </p14:cNvPr>
                <p14:cNvContentPartPr/>
                <p14:nvPr/>
              </p14:nvContentPartPr>
              <p14:xfrm>
                <a:off x="7785747" y="5824160"/>
                <a:ext cx="52200" cy="21600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7E7A56D4-DE1D-4E85-3E39-8BC1F5F87D46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7779627" y="5818040"/>
                  <a:ext cx="6444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34448E88-B20D-79E8-A5A5-C6AD13E295FB}"/>
                    </a:ext>
                  </a:extLst>
                </p14:cNvPr>
                <p14:cNvContentPartPr/>
                <p14:nvPr/>
              </p14:nvContentPartPr>
              <p14:xfrm>
                <a:off x="7867467" y="5705000"/>
                <a:ext cx="288000" cy="41544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34448E88-B20D-79E8-A5A5-C6AD13E295FB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7861347" y="5698880"/>
                  <a:ext cx="300240" cy="42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69F52897-00FB-C9D5-7189-2C9CA42DB6F3}"/>
                    </a:ext>
                  </a:extLst>
                </p14:cNvPr>
                <p14:cNvContentPartPr/>
                <p14:nvPr/>
              </p14:nvContentPartPr>
              <p14:xfrm>
                <a:off x="8069067" y="5886440"/>
                <a:ext cx="108720" cy="1368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69F52897-00FB-C9D5-7189-2C9CA42DB6F3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8062947" y="5880320"/>
                  <a:ext cx="120960" cy="2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1" name="Group 380">
            <a:extLst>
              <a:ext uri="{FF2B5EF4-FFF2-40B4-BE49-F238E27FC236}">
                <a16:creationId xmlns:a16="http://schemas.microsoft.com/office/drawing/2014/main" id="{55C7E1A8-4898-7A4B-4D36-AF3B2E0C4F9B}"/>
              </a:ext>
            </a:extLst>
          </p:cNvPr>
          <p:cNvGrpSpPr/>
          <p:nvPr/>
        </p:nvGrpSpPr>
        <p:grpSpPr>
          <a:xfrm>
            <a:off x="564147" y="6020013"/>
            <a:ext cx="6932880" cy="843827"/>
            <a:chOff x="564147" y="6020013"/>
            <a:chExt cx="6932880" cy="843827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5771ABCC-8856-948E-AFF0-4049FEF9FB2D}"/>
                    </a:ext>
                  </a:extLst>
                </p14:cNvPr>
                <p14:cNvContentPartPr/>
                <p14:nvPr/>
              </p14:nvContentPartPr>
              <p14:xfrm>
                <a:off x="7374627" y="6266960"/>
                <a:ext cx="122400" cy="12492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5771ABCC-8856-948E-AFF0-4049FEF9FB2D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7368507" y="6260840"/>
                  <a:ext cx="13464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66D76C3E-5D24-2506-25B8-7D86FCD39DD6}"/>
                    </a:ext>
                  </a:extLst>
                </p14:cNvPr>
                <p14:cNvContentPartPr/>
                <p14:nvPr/>
              </p14:nvContentPartPr>
              <p14:xfrm>
                <a:off x="7004187" y="6262640"/>
                <a:ext cx="316080" cy="29808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66D76C3E-5D24-2506-25B8-7D86FCD39DD6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6998067" y="6256520"/>
                  <a:ext cx="32832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9B86657A-DF9F-1F6D-9F3B-C9C27B521499}"/>
                    </a:ext>
                  </a:extLst>
                </p14:cNvPr>
                <p14:cNvContentPartPr/>
                <p14:nvPr/>
              </p14:nvContentPartPr>
              <p14:xfrm>
                <a:off x="7133787" y="6504200"/>
                <a:ext cx="34200" cy="3096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9B86657A-DF9F-1F6D-9F3B-C9C27B521499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7127667" y="6498080"/>
                  <a:ext cx="464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33A3AADC-A53C-D75F-0CAA-265FEAA87DB7}"/>
                    </a:ext>
                  </a:extLst>
                </p14:cNvPr>
                <p14:cNvContentPartPr/>
                <p14:nvPr/>
              </p14:nvContentPartPr>
              <p14:xfrm>
                <a:off x="7214067" y="6498080"/>
                <a:ext cx="38160" cy="2592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33A3AADC-A53C-D75F-0CAA-265FEAA87DB7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7207947" y="6491960"/>
                  <a:ext cx="504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2B3B6D0E-5B36-B072-7AB2-A40AA4FE2BBC}"/>
                    </a:ext>
                  </a:extLst>
                </p14:cNvPr>
                <p14:cNvContentPartPr/>
                <p14:nvPr/>
              </p14:nvContentPartPr>
              <p14:xfrm>
                <a:off x="6828507" y="6326720"/>
                <a:ext cx="231840" cy="20160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2B3B6D0E-5B36-B072-7AB2-A40AA4FE2BBC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6822387" y="6320600"/>
                  <a:ext cx="24408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1FEEFCEA-1217-3822-1D60-B2F764BDA755}"/>
                    </a:ext>
                  </a:extLst>
                </p14:cNvPr>
                <p14:cNvContentPartPr/>
                <p14:nvPr/>
              </p14:nvContentPartPr>
              <p14:xfrm>
                <a:off x="6705387" y="6385400"/>
                <a:ext cx="208440" cy="17568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1FEEFCEA-1217-3822-1D60-B2F764BDA755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6699267" y="6379280"/>
                  <a:ext cx="2206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AAEAC7E3-0925-0774-77EE-A09EB6121ACC}"/>
                    </a:ext>
                  </a:extLst>
                </p14:cNvPr>
                <p14:cNvContentPartPr/>
                <p14:nvPr/>
              </p14:nvContentPartPr>
              <p14:xfrm>
                <a:off x="6894027" y="6251120"/>
                <a:ext cx="50400" cy="2628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AAEAC7E3-0925-0774-77EE-A09EB6121ACC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6887907" y="6245000"/>
                  <a:ext cx="6264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16F94858-E26C-A028-3968-E35796BD3C0D}"/>
                    </a:ext>
                  </a:extLst>
                </p14:cNvPr>
                <p14:cNvContentPartPr/>
                <p14:nvPr/>
              </p14:nvContentPartPr>
              <p14:xfrm>
                <a:off x="6517827" y="6319160"/>
                <a:ext cx="120600" cy="11124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16F94858-E26C-A028-3968-E35796BD3C0D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6511707" y="6313040"/>
                  <a:ext cx="13284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9E80AFF6-5F2D-94AA-DD9D-8F279A1B5577}"/>
                    </a:ext>
                  </a:extLst>
                </p14:cNvPr>
                <p14:cNvContentPartPr/>
                <p14:nvPr/>
              </p14:nvContentPartPr>
              <p14:xfrm>
                <a:off x="6420267" y="6187400"/>
                <a:ext cx="44640" cy="22680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9E80AFF6-5F2D-94AA-DD9D-8F279A1B5577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6414147" y="6181280"/>
                  <a:ext cx="5688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7BD31D70-BBF9-B1D0-D2BD-A369CA483192}"/>
                    </a:ext>
                  </a:extLst>
                </p14:cNvPr>
                <p14:cNvContentPartPr/>
                <p14:nvPr/>
              </p14:nvContentPartPr>
              <p14:xfrm>
                <a:off x="5808627" y="6280640"/>
                <a:ext cx="545400" cy="34272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7BD31D70-BBF9-B1D0-D2BD-A369CA483192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5802507" y="6274520"/>
                  <a:ext cx="55764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B704BA98-3F83-F7D6-B88E-60563EDC2D91}"/>
                    </a:ext>
                  </a:extLst>
                </p14:cNvPr>
                <p14:cNvContentPartPr/>
                <p14:nvPr/>
              </p14:nvContentPartPr>
              <p14:xfrm>
                <a:off x="6170067" y="6171920"/>
                <a:ext cx="33480" cy="3132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B704BA98-3F83-F7D6-B88E-60563EDC2D91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6163947" y="6165800"/>
                  <a:ext cx="457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AD4B4C46-949D-8FB8-74B4-8E6FA5CA35C8}"/>
                    </a:ext>
                  </a:extLst>
                </p14:cNvPr>
                <p14:cNvContentPartPr/>
                <p14:nvPr/>
              </p14:nvContentPartPr>
              <p14:xfrm>
                <a:off x="6253947" y="6158240"/>
                <a:ext cx="8640" cy="3672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AD4B4C46-949D-8FB8-74B4-8E6FA5CA35C8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6247827" y="6152120"/>
                  <a:ext cx="2088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734A5F35-4680-0CB6-C8E6-CF00A0DDE6CD}"/>
                    </a:ext>
                  </a:extLst>
                </p14:cNvPr>
                <p14:cNvContentPartPr/>
                <p14:nvPr/>
              </p14:nvContentPartPr>
              <p14:xfrm>
                <a:off x="6206427" y="6046280"/>
                <a:ext cx="23760" cy="1836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734A5F35-4680-0CB6-C8E6-CF00A0DDE6CD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6200307" y="6040160"/>
                  <a:ext cx="360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A57B1280-C538-9749-6E68-63F4997B1D98}"/>
                    </a:ext>
                  </a:extLst>
                </p14:cNvPr>
                <p14:cNvContentPartPr/>
                <p14:nvPr/>
              </p14:nvContentPartPr>
              <p14:xfrm>
                <a:off x="5956587" y="6169760"/>
                <a:ext cx="18360" cy="2520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A57B1280-C538-9749-6E68-63F4997B1D98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5950467" y="6163280"/>
                  <a:ext cx="306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00121EA6-8B09-B71C-4EBC-AA4FEB5A2BE3}"/>
                    </a:ext>
                  </a:extLst>
                </p14:cNvPr>
                <p14:cNvContentPartPr/>
                <p14:nvPr/>
              </p14:nvContentPartPr>
              <p14:xfrm>
                <a:off x="6027867" y="6152480"/>
                <a:ext cx="14400" cy="3528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00121EA6-8B09-B71C-4EBC-AA4FEB5A2BE3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6021747" y="6146360"/>
                  <a:ext cx="2664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AFF5C81C-F3E1-A2C0-5745-A952537739CB}"/>
                    </a:ext>
                  </a:extLst>
                </p14:cNvPr>
                <p14:cNvContentPartPr/>
                <p14:nvPr/>
              </p14:nvContentPartPr>
              <p14:xfrm>
                <a:off x="5603787" y="6286760"/>
                <a:ext cx="119520" cy="12240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AFF5C81C-F3E1-A2C0-5745-A952537739CB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5597667" y="6280640"/>
                  <a:ext cx="13176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E84C5862-065D-C709-3E5F-85B107AB7F15}"/>
                    </a:ext>
                  </a:extLst>
                </p14:cNvPr>
                <p14:cNvContentPartPr/>
                <p14:nvPr/>
              </p14:nvContentPartPr>
              <p14:xfrm>
                <a:off x="5616387" y="6174800"/>
                <a:ext cx="102600" cy="7956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E84C5862-065D-C709-3E5F-85B107AB7F15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5610267" y="6168680"/>
                  <a:ext cx="1148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06600D16-7FD6-1DF9-2B06-F3F76ED0BA2E}"/>
                    </a:ext>
                  </a:extLst>
                </p14:cNvPr>
                <p14:cNvContentPartPr/>
                <p14:nvPr/>
              </p14:nvContentPartPr>
              <p14:xfrm>
                <a:off x="5256747" y="6366320"/>
                <a:ext cx="263520" cy="13752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06600D16-7FD6-1DF9-2B06-F3F76ED0BA2E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5250627" y="6360200"/>
                  <a:ext cx="2757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ECD23C3F-E8B2-4654-61D5-1BC1A948E1AC}"/>
                    </a:ext>
                  </a:extLst>
                </p14:cNvPr>
                <p14:cNvContentPartPr/>
                <p14:nvPr/>
              </p14:nvContentPartPr>
              <p14:xfrm>
                <a:off x="5329107" y="6203960"/>
                <a:ext cx="158400" cy="9900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ECD23C3F-E8B2-4654-61D5-1BC1A948E1AC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5322987" y="6197840"/>
                  <a:ext cx="17064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4E969B6E-2032-99BF-E020-149144158522}"/>
                    </a:ext>
                  </a:extLst>
                </p14:cNvPr>
                <p14:cNvContentPartPr/>
                <p14:nvPr/>
              </p14:nvContentPartPr>
              <p14:xfrm>
                <a:off x="4671027" y="6229520"/>
                <a:ext cx="426960" cy="25200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4E969B6E-2032-99BF-E020-149144158522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4664907" y="6223400"/>
                  <a:ext cx="43920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2C01E562-A99B-2700-B76D-642106E0CA52}"/>
                    </a:ext>
                  </a:extLst>
                </p14:cNvPr>
                <p14:cNvContentPartPr/>
                <p14:nvPr/>
              </p14:nvContentPartPr>
              <p14:xfrm>
                <a:off x="3969027" y="6245000"/>
                <a:ext cx="629640" cy="42192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2C01E562-A99B-2700-B76D-642106E0CA52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3962907" y="6238880"/>
                  <a:ext cx="641880" cy="43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494196B3-1F3E-46FC-A339-7D17FC0872D1}"/>
                    </a:ext>
                  </a:extLst>
                </p14:cNvPr>
                <p14:cNvContentPartPr/>
                <p14:nvPr/>
              </p14:nvContentPartPr>
              <p14:xfrm>
                <a:off x="4487787" y="6437240"/>
                <a:ext cx="30240" cy="3816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494196B3-1F3E-46FC-A339-7D17FC0872D1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4481667" y="6431120"/>
                  <a:ext cx="424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6523938F-71D2-A58F-2B26-5EBA10BF5C77}"/>
                    </a:ext>
                  </a:extLst>
                </p14:cNvPr>
                <p14:cNvContentPartPr/>
                <p14:nvPr/>
              </p14:nvContentPartPr>
              <p14:xfrm>
                <a:off x="4076307" y="6143120"/>
                <a:ext cx="35280" cy="4068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6523938F-71D2-A58F-2B26-5EBA10BF5C77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4070187" y="6137000"/>
                  <a:ext cx="475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A28308C0-6BA1-5229-CFE2-FC111257A833}"/>
                    </a:ext>
                  </a:extLst>
                </p14:cNvPr>
                <p14:cNvContentPartPr/>
                <p14:nvPr/>
              </p14:nvContentPartPr>
              <p14:xfrm>
                <a:off x="4186467" y="6142760"/>
                <a:ext cx="47520" cy="2412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A28308C0-6BA1-5229-CFE2-FC111257A833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4180347" y="6136640"/>
                  <a:ext cx="597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543AF8AD-185B-BE7F-1047-89BF0F2F90B2}"/>
                    </a:ext>
                  </a:extLst>
                </p14:cNvPr>
                <p14:cNvContentPartPr/>
                <p14:nvPr/>
              </p14:nvContentPartPr>
              <p14:xfrm>
                <a:off x="3317067" y="6166880"/>
                <a:ext cx="556560" cy="69696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543AF8AD-185B-BE7F-1047-89BF0F2F90B2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3310947" y="6160760"/>
                  <a:ext cx="568800" cy="70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FF27EBA9-11EB-92D5-9B57-23BFCF52A5CA}"/>
                    </a:ext>
                  </a:extLst>
                </p14:cNvPr>
                <p14:cNvContentPartPr/>
                <p14:nvPr/>
              </p14:nvContentPartPr>
              <p14:xfrm>
                <a:off x="3295467" y="6251493"/>
                <a:ext cx="121320" cy="13248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FF27EBA9-11EB-92D5-9B57-23BFCF52A5CA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3289347" y="6245373"/>
                  <a:ext cx="13356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363305DB-9096-E7AA-5481-C1032EEBFC1C}"/>
                    </a:ext>
                  </a:extLst>
                </p14:cNvPr>
                <p14:cNvContentPartPr/>
                <p14:nvPr/>
              </p14:nvContentPartPr>
              <p14:xfrm>
                <a:off x="2936547" y="6208653"/>
                <a:ext cx="288720" cy="27864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363305DB-9096-E7AA-5481-C1032EEBFC1C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2930427" y="6202533"/>
                  <a:ext cx="30096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D8D26200-103B-343E-3F7B-01C3C1026E79}"/>
                    </a:ext>
                  </a:extLst>
                </p14:cNvPr>
                <p14:cNvContentPartPr/>
                <p14:nvPr/>
              </p14:nvContentPartPr>
              <p14:xfrm>
                <a:off x="3098187" y="6413133"/>
                <a:ext cx="37440" cy="1296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D8D26200-103B-343E-3F7B-01C3C1026E79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3092067" y="6407013"/>
                  <a:ext cx="496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307D8C3A-FA1A-367C-4EE1-D325C1FC6B08}"/>
                    </a:ext>
                  </a:extLst>
                </p14:cNvPr>
                <p14:cNvContentPartPr/>
                <p14:nvPr/>
              </p14:nvContentPartPr>
              <p14:xfrm>
                <a:off x="3178467" y="6398373"/>
                <a:ext cx="6840" cy="720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307D8C3A-FA1A-367C-4EE1-D325C1FC6B08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3172347" y="6392253"/>
                  <a:ext cx="1908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27E42ED9-1305-99B9-0FBD-2C9BEEC13741}"/>
                    </a:ext>
                  </a:extLst>
                </p14:cNvPr>
                <p14:cNvContentPartPr/>
                <p14:nvPr/>
              </p14:nvContentPartPr>
              <p14:xfrm>
                <a:off x="2838267" y="6245013"/>
                <a:ext cx="142200" cy="14904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27E42ED9-1305-99B9-0FBD-2C9BEEC13741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2832147" y="6238893"/>
                  <a:ext cx="15444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90EBD939-C366-9D69-3FCB-9CB103FEB771}"/>
                    </a:ext>
                  </a:extLst>
                </p14:cNvPr>
                <p14:cNvContentPartPr/>
                <p14:nvPr/>
              </p14:nvContentPartPr>
              <p14:xfrm>
                <a:off x="2703627" y="6311613"/>
                <a:ext cx="162720" cy="12564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90EBD939-C366-9D69-3FCB-9CB103FEB771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2697507" y="6305493"/>
                  <a:ext cx="17496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3EB0B4AE-97C6-CDDA-D982-1302E9297009}"/>
                    </a:ext>
                  </a:extLst>
                </p14:cNvPr>
                <p14:cNvContentPartPr/>
                <p14:nvPr/>
              </p14:nvContentPartPr>
              <p14:xfrm>
                <a:off x="2847627" y="6195693"/>
                <a:ext cx="17280" cy="1080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3EB0B4AE-97C6-CDDA-D982-1302E9297009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2841507" y="6189573"/>
                  <a:ext cx="295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43326CD8-A83C-CBC9-94E2-A37A8464FC46}"/>
                    </a:ext>
                  </a:extLst>
                </p14:cNvPr>
                <p14:cNvContentPartPr/>
                <p14:nvPr/>
              </p14:nvContentPartPr>
              <p14:xfrm>
                <a:off x="2586267" y="6255453"/>
                <a:ext cx="113040" cy="10800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43326CD8-A83C-CBC9-94E2-A37A8464FC46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2580147" y="6249333"/>
                  <a:ext cx="12528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2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3A7DFA09-EEB6-0810-017E-F9860064E112}"/>
                    </a:ext>
                  </a:extLst>
                </p14:cNvPr>
                <p14:cNvContentPartPr/>
                <p14:nvPr/>
              </p14:nvContentPartPr>
              <p14:xfrm>
                <a:off x="2481507" y="6101013"/>
                <a:ext cx="33120" cy="19908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3A7DFA09-EEB6-0810-017E-F9860064E112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2475387" y="6094893"/>
                  <a:ext cx="4536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4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6F20CF1A-9B6B-299B-4DDC-11DE50E41CD7}"/>
                    </a:ext>
                  </a:extLst>
                </p14:cNvPr>
                <p14:cNvContentPartPr/>
                <p14:nvPr/>
              </p14:nvContentPartPr>
              <p14:xfrm>
                <a:off x="1965987" y="6215853"/>
                <a:ext cx="457920" cy="31176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6F20CF1A-9B6B-299B-4DDC-11DE50E41CD7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1959867" y="6209733"/>
                  <a:ext cx="47016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89D1316B-0E48-CF42-4852-A71CCFEAB7AC}"/>
                    </a:ext>
                  </a:extLst>
                </p14:cNvPr>
                <p14:cNvContentPartPr/>
                <p14:nvPr/>
              </p14:nvContentPartPr>
              <p14:xfrm>
                <a:off x="2234547" y="6110733"/>
                <a:ext cx="41040" cy="3924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89D1316B-0E48-CF42-4852-A71CCFEAB7AC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2228427" y="6104613"/>
                  <a:ext cx="532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D8860E40-B52C-7EB6-C460-1AEAEA8C8280}"/>
                    </a:ext>
                  </a:extLst>
                </p14:cNvPr>
                <p14:cNvContentPartPr/>
                <p14:nvPr/>
              </p14:nvContentPartPr>
              <p14:xfrm>
                <a:off x="2300427" y="6107133"/>
                <a:ext cx="32760" cy="4500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D8860E40-B52C-7EB6-C460-1AEAEA8C8280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2294307" y="6101013"/>
                  <a:ext cx="450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CDB738AD-B323-90A4-E1B8-6FCAAAFD9E36}"/>
                    </a:ext>
                  </a:extLst>
                </p14:cNvPr>
                <p14:cNvContentPartPr/>
                <p14:nvPr/>
              </p14:nvContentPartPr>
              <p14:xfrm>
                <a:off x="2242467" y="6020013"/>
                <a:ext cx="23400" cy="3420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CDB738AD-B323-90A4-E1B8-6FCAAAFD9E36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2236347" y="6013893"/>
                  <a:ext cx="356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2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7D3483C1-BB09-FCA9-E35E-F3C8B9B3F294}"/>
                    </a:ext>
                  </a:extLst>
                </p14:cNvPr>
                <p14:cNvContentPartPr/>
                <p14:nvPr/>
              </p14:nvContentPartPr>
              <p14:xfrm>
                <a:off x="2068227" y="6117933"/>
                <a:ext cx="13680" cy="2916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7D3483C1-BB09-FCA9-E35E-F3C8B9B3F294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2062107" y="6111813"/>
                  <a:ext cx="259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4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C85110FB-E75B-9D29-193A-3A57EE69573F}"/>
                    </a:ext>
                  </a:extLst>
                </p14:cNvPr>
                <p14:cNvContentPartPr/>
                <p14:nvPr/>
              </p14:nvContentPartPr>
              <p14:xfrm>
                <a:off x="2126907" y="6124053"/>
                <a:ext cx="16560" cy="3636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C85110FB-E75B-9D29-193A-3A57EE69573F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2120787" y="6117933"/>
                  <a:ext cx="288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5FC86C63-B10A-D788-E1EC-CE1934449F4F}"/>
                    </a:ext>
                  </a:extLst>
                </p14:cNvPr>
                <p14:cNvContentPartPr/>
                <p14:nvPr/>
              </p14:nvContentPartPr>
              <p14:xfrm>
                <a:off x="1576107" y="6208653"/>
                <a:ext cx="330840" cy="22212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5FC86C63-B10A-D788-E1EC-CE1934449F4F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1569987" y="6202533"/>
                  <a:ext cx="34308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D98F2A7A-BCDB-ADE3-FF6D-491AEBCE73ED}"/>
                    </a:ext>
                  </a:extLst>
                </p14:cNvPr>
                <p14:cNvContentPartPr/>
                <p14:nvPr/>
              </p14:nvContentPartPr>
              <p14:xfrm>
                <a:off x="992187" y="6211173"/>
                <a:ext cx="551880" cy="42552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D98F2A7A-BCDB-ADE3-FF6D-491AEBCE73ED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986067" y="6205053"/>
                  <a:ext cx="564120" cy="43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0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F9E0BDD1-88F2-C4A5-B574-6E4C2D8BAC64}"/>
                    </a:ext>
                  </a:extLst>
                </p14:cNvPr>
                <p14:cNvContentPartPr/>
                <p14:nvPr/>
              </p14:nvContentPartPr>
              <p14:xfrm>
                <a:off x="1414827" y="6434733"/>
                <a:ext cx="19800" cy="648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F9E0BDD1-88F2-C4A5-B574-6E4C2D8BAC64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1408707" y="6428613"/>
                  <a:ext cx="3204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A15E749C-BAAD-CE85-BDED-747CA2FD4B88}"/>
                    </a:ext>
                  </a:extLst>
                </p14:cNvPr>
                <p14:cNvContentPartPr/>
                <p14:nvPr/>
              </p14:nvContentPartPr>
              <p14:xfrm>
                <a:off x="1186587" y="6157173"/>
                <a:ext cx="35280" cy="828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A15E749C-BAAD-CE85-BDED-747CA2FD4B88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1180467" y="6151053"/>
                  <a:ext cx="4752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4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65516156-7ECD-D201-756D-4DB6EE7AC268}"/>
                    </a:ext>
                  </a:extLst>
                </p14:cNvPr>
                <p14:cNvContentPartPr/>
                <p14:nvPr/>
              </p14:nvContentPartPr>
              <p14:xfrm>
                <a:off x="1272627" y="6164733"/>
                <a:ext cx="38520" cy="2628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65516156-7ECD-D201-756D-4DB6EE7AC268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1266507" y="6158613"/>
                  <a:ext cx="507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6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5491FE24-F645-53D1-3A7D-5779F47DAD7A}"/>
                    </a:ext>
                  </a:extLst>
                </p14:cNvPr>
                <p14:cNvContentPartPr/>
                <p14:nvPr/>
              </p14:nvContentPartPr>
              <p14:xfrm>
                <a:off x="804627" y="6269133"/>
                <a:ext cx="137880" cy="10044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5491FE24-F645-53D1-3A7D-5779F47DAD7A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798507" y="6263013"/>
                  <a:ext cx="15012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8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6E4D886B-6CD9-00B2-8D3E-A778EAE80081}"/>
                    </a:ext>
                  </a:extLst>
                </p14:cNvPr>
                <p14:cNvContentPartPr/>
                <p14:nvPr/>
              </p14:nvContentPartPr>
              <p14:xfrm>
                <a:off x="861867" y="6101013"/>
                <a:ext cx="88200" cy="9396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6E4D886B-6CD9-00B2-8D3E-A778EAE80081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855747" y="6094893"/>
                  <a:ext cx="10044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0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0ECA2981-A91D-529B-0F73-43304A35EA70}"/>
                    </a:ext>
                  </a:extLst>
                </p14:cNvPr>
                <p14:cNvContentPartPr/>
                <p14:nvPr/>
              </p14:nvContentPartPr>
              <p14:xfrm>
                <a:off x="576027" y="6326733"/>
                <a:ext cx="175680" cy="14544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0ECA2981-A91D-529B-0F73-43304A35EA70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569907" y="6320613"/>
                  <a:ext cx="18792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2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5EC2DD20-E288-731B-1EB0-4FEDA9A55EA2}"/>
                    </a:ext>
                  </a:extLst>
                </p14:cNvPr>
                <p14:cNvContentPartPr/>
                <p14:nvPr/>
              </p14:nvContentPartPr>
              <p14:xfrm>
                <a:off x="564147" y="6152133"/>
                <a:ext cx="183240" cy="13644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5EC2DD20-E288-731B-1EB0-4FEDA9A55EA2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558027" y="6146013"/>
                  <a:ext cx="195480" cy="14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5" name="Group 384">
            <a:extLst>
              <a:ext uri="{FF2B5EF4-FFF2-40B4-BE49-F238E27FC236}">
                <a16:creationId xmlns:a16="http://schemas.microsoft.com/office/drawing/2014/main" id="{84142C67-73DC-8681-2588-82AD4717EF81}"/>
              </a:ext>
            </a:extLst>
          </p:cNvPr>
          <p:cNvGrpSpPr/>
          <p:nvPr/>
        </p:nvGrpSpPr>
        <p:grpSpPr>
          <a:xfrm>
            <a:off x="999027" y="5876013"/>
            <a:ext cx="2133360" cy="916200"/>
            <a:chOff x="999027" y="5876013"/>
            <a:chExt cx="2133360" cy="91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4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BF834FFE-1CD7-428C-15E3-716175460705}"/>
                    </a:ext>
                  </a:extLst>
                </p14:cNvPr>
                <p14:cNvContentPartPr/>
                <p14:nvPr/>
              </p14:nvContentPartPr>
              <p14:xfrm>
                <a:off x="1001187" y="6030813"/>
                <a:ext cx="2131200" cy="51660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BF834FFE-1CD7-428C-15E3-716175460705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995067" y="6024693"/>
                  <a:ext cx="2143440" cy="52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6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75F1C6CB-89E3-DADE-D20B-BCA76B52D3B2}"/>
                    </a:ext>
                  </a:extLst>
                </p14:cNvPr>
                <p14:cNvContentPartPr/>
                <p14:nvPr/>
              </p14:nvContentPartPr>
              <p14:xfrm>
                <a:off x="999027" y="6128373"/>
                <a:ext cx="1724400" cy="24984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75F1C6CB-89E3-DADE-D20B-BCA76B52D3B2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992907" y="6122253"/>
                  <a:ext cx="173664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8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FA41343B-8B44-5290-0532-499F9771D654}"/>
                    </a:ext>
                  </a:extLst>
                </p14:cNvPr>
                <p14:cNvContentPartPr/>
                <p14:nvPr/>
              </p14:nvContentPartPr>
              <p14:xfrm>
                <a:off x="1869507" y="5876013"/>
                <a:ext cx="147240" cy="91620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FA41343B-8B44-5290-0532-499F9771D654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1863387" y="5869893"/>
                  <a:ext cx="159480" cy="928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40">
            <p14:nvContentPartPr>
              <p14:cNvPr id="387" name="Ink 386">
                <a:extLst>
                  <a:ext uri="{FF2B5EF4-FFF2-40B4-BE49-F238E27FC236}">
                    <a16:creationId xmlns:a16="http://schemas.microsoft.com/office/drawing/2014/main" id="{4D9DF04B-90FA-BD8F-4A30-0A065A117BA1}"/>
                  </a:ext>
                </a:extLst>
              </p14:cNvPr>
              <p14:cNvContentPartPr/>
              <p14:nvPr/>
            </p14:nvContentPartPr>
            <p14:xfrm>
              <a:off x="5319747" y="6577293"/>
              <a:ext cx="348120" cy="32760"/>
            </p14:xfrm>
          </p:contentPart>
        </mc:Choice>
        <mc:Fallback xmlns="">
          <p:pic>
            <p:nvPicPr>
              <p:cNvPr id="387" name="Ink 386">
                <a:extLst>
                  <a:ext uri="{FF2B5EF4-FFF2-40B4-BE49-F238E27FC236}">
                    <a16:creationId xmlns:a16="http://schemas.microsoft.com/office/drawing/2014/main" id="{4D9DF04B-90FA-BD8F-4A30-0A065A117BA1}"/>
                  </a:ext>
                </a:extLst>
              </p:cNvPr>
              <p:cNvPicPr/>
              <p:nvPr/>
            </p:nvPicPr>
            <p:blipFill>
              <a:blip r:embed="rId641"/>
              <a:stretch>
                <a:fillRect/>
              </a:stretch>
            </p:blipFill>
            <p:spPr>
              <a:xfrm>
                <a:off x="5313267" y="6571173"/>
                <a:ext cx="36036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2">
            <p14:nvContentPartPr>
              <p14:cNvPr id="388" name="Ink 387">
                <a:extLst>
                  <a:ext uri="{FF2B5EF4-FFF2-40B4-BE49-F238E27FC236}">
                    <a16:creationId xmlns:a16="http://schemas.microsoft.com/office/drawing/2014/main" id="{BC7F7242-E925-FF4C-C64C-11C59E0288CC}"/>
                  </a:ext>
                </a:extLst>
              </p14:cNvPr>
              <p14:cNvContentPartPr/>
              <p14:nvPr/>
            </p14:nvContentPartPr>
            <p14:xfrm>
              <a:off x="1157427" y="3834093"/>
              <a:ext cx="58320" cy="37800"/>
            </p14:xfrm>
          </p:contentPart>
        </mc:Choice>
        <mc:Fallback xmlns="">
          <p:pic>
            <p:nvPicPr>
              <p:cNvPr id="388" name="Ink 387">
                <a:extLst>
                  <a:ext uri="{FF2B5EF4-FFF2-40B4-BE49-F238E27FC236}">
                    <a16:creationId xmlns:a16="http://schemas.microsoft.com/office/drawing/2014/main" id="{BC7F7242-E925-FF4C-C64C-11C59E0288CC}"/>
                  </a:ext>
                </a:extLst>
              </p:cNvPr>
              <p:cNvPicPr/>
              <p:nvPr/>
            </p:nvPicPr>
            <p:blipFill>
              <a:blip r:embed="rId643"/>
              <a:stretch>
                <a:fillRect/>
              </a:stretch>
            </p:blipFill>
            <p:spPr>
              <a:xfrm>
                <a:off x="1151307" y="3827973"/>
                <a:ext cx="7056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4">
            <p14:nvContentPartPr>
              <p14:cNvPr id="389" name="Ink 388">
                <a:extLst>
                  <a:ext uri="{FF2B5EF4-FFF2-40B4-BE49-F238E27FC236}">
                    <a16:creationId xmlns:a16="http://schemas.microsoft.com/office/drawing/2014/main" id="{A52679B9-5729-AF09-3C9D-8A1C6D69C12B}"/>
                  </a:ext>
                </a:extLst>
              </p14:cNvPr>
              <p14:cNvContentPartPr/>
              <p14:nvPr/>
            </p14:nvContentPartPr>
            <p14:xfrm>
              <a:off x="1101987" y="3366453"/>
              <a:ext cx="84240" cy="68760"/>
            </p14:xfrm>
          </p:contentPart>
        </mc:Choice>
        <mc:Fallback xmlns="">
          <p:pic>
            <p:nvPicPr>
              <p:cNvPr id="389" name="Ink 388">
                <a:extLst>
                  <a:ext uri="{FF2B5EF4-FFF2-40B4-BE49-F238E27FC236}">
                    <a16:creationId xmlns:a16="http://schemas.microsoft.com/office/drawing/2014/main" id="{A52679B9-5729-AF09-3C9D-8A1C6D69C12B}"/>
                  </a:ext>
                </a:extLst>
              </p:cNvPr>
              <p:cNvPicPr/>
              <p:nvPr/>
            </p:nvPicPr>
            <p:blipFill>
              <a:blip r:embed="rId645"/>
              <a:stretch>
                <a:fillRect/>
              </a:stretch>
            </p:blipFill>
            <p:spPr>
              <a:xfrm>
                <a:off x="1095867" y="3360333"/>
                <a:ext cx="9648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6">
            <p14:nvContentPartPr>
              <p14:cNvPr id="390" name="Ink 389">
                <a:extLst>
                  <a:ext uri="{FF2B5EF4-FFF2-40B4-BE49-F238E27FC236}">
                    <a16:creationId xmlns:a16="http://schemas.microsoft.com/office/drawing/2014/main" id="{7A10F473-D016-7F5E-1355-96D81AFF1E9B}"/>
                  </a:ext>
                </a:extLst>
              </p14:cNvPr>
              <p14:cNvContentPartPr/>
              <p14:nvPr/>
            </p14:nvContentPartPr>
            <p14:xfrm>
              <a:off x="8636067" y="3271773"/>
              <a:ext cx="89280" cy="56160"/>
            </p14:xfrm>
          </p:contentPart>
        </mc:Choice>
        <mc:Fallback xmlns="">
          <p:pic>
            <p:nvPicPr>
              <p:cNvPr id="390" name="Ink 389">
                <a:extLst>
                  <a:ext uri="{FF2B5EF4-FFF2-40B4-BE49-F238E27FC236}">
                    <a16:creationId xmlns:a16="http://schemas.microsoft.com/office/drawing/2014/main" id="{7A10F473-D016-7F5E-1355-96D81AFF1E9B}"/>
                  </a:ext>
                </a:extLst>
              </p:cNvPr>
              <p:cNvPicPr/>
              <p:nvPr/>
            </p:nvPicPr>
            <p:blipFill>
              <a:blip r:embed="rId647"/>
              <a:stretch>
                <a:fillRect/>
              </a:stretch>
            </p:blipFill>
            <p:spPr>
              <a:xfrm>
                <a:off x="8629947" y="3265653"/>
                <a:ext cx="10152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8">
            <p14:nvContentPartPr>
              <p14:cNvPr id="391" name="Ink 390">
                <a:extLst>
                  <a:ext uri="{FF2B5EF4-FFF2-40B4-BE49-F238E27FC236}">
                    <a16:creationId xmlns:a16="http://schemas.microsoft.com/office/drawing/2014/main" id="{EF380D43-3858-390F-EE8B-3A4C963A72D6}"/>
                  </a:ext>
                </a:extLst>
              </p14:cNvPr>
              <p14:cNvContentPartPr/>
              <p14:nvPr/>
            </p14:nvContentPartPr>
            <p14:xfrm>
              <a:off x="8057547" y="3333333"/>
              <a:ext cx="78120" cy="49680"/>
            </p14:xfrm>
          </p:contentPart>
        </mc:Choice>
        <mc:Fallback xmlns="">
          <p:pic>
            <p:nvPicPr>
              <p:cNvPr id="391" name="Ink 390">
                <a:extLst>
                  <a:ext uri="{FF2B5EF4-FFF2-40B4-BE49-F238E27FC236}">
                    <a16:creationId xmlns:a16="http://schemas.microsoft.com/office/drawing/2014/main" id="{EF380D43-3858-390F-EE8B-3A4C963A72D6}"/>
                  </a:ext>
                </a:extLst>
              </p:cNvPr>
              <p:cNvPicPr/>
              <p:nvPr/>
            </p:nvPicPr>
            <p:blipFill>
              <a:blip r:embed="rId649"/>
              <a:stretch>
                <a:fillRect/>
              </a:stretch>
            </p:blipFill>
            <p:spPr>
              <a:xfrm>
                <a:off x="8051427" y="3327213"/>
                <a:ext cx="9036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0">
            <p14:nvContentPartPr>
              <p14:cNvPr id="392" name="Ink 391">
                <a:extLst>
                  <a:ext uri="{FF2B5EF4-FFF2-40B4-BE49-F238E27FC236}">
                    <a16:creationId xmlns:a16="http://schemas.microsoft.com/office/drawing/2014/main" id="{35D30FFF-E826-DDBE-00BF-9004C14BB59A}"/>
                  </a:ext>
                </a:extLst>
              </p14:cNvPr>
              <p14:cNvContentPartPr/>
              <p14:nvPr/>
            </p14:nvContentPartPr>
            <p14:xfrm>
              <a:off x="7677027" y="3268893"/>
              <a:ext cx="109080" cy="55080"/>
            </p14:xfrm>
          </p:contentPart>
        </mc:Choice>
        <mc:Fallback xmlns="">
          <p:pic>
            <p:nvPicPr>
              <p:cNvPr id="392" name="Ink 391">
                <a:extLst>
                  <a:ext uri="{FF2B5EF4-FFF2-40B4-BE49-F238E27FC236}">
                    <a16:creationId xmlns:a16="http://schemas.microsoft.com/office/drawing/2014/main" id="{35D30FFF-E826-DDBE-00BF-9004C14BB59A}"/>
                  </a:ext>
                </a:extLst>
              </p:cNvPr>
              <p:cNvPicPr/>
              <p:nvPr/>
            </p:nvPicPr>
            <p:blipFill>
              <a:blip r:embed="rId651"/>
              <a:stretch>
                <a:fillRect/>
              </a:stretch>
            </p:blipFill>
            <p:spPr>
              <a:xfrm>
                <a:off x="7670907" y="3262773"/>
                <a:ext cx="121320" cy="6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2">
            <p14:nvContentPartPr>
              <p14:cNvPr id="393" name="Ink 392">
                <a:extLst>
                  <a:ext uri="{FF2B5EF4-FFF2-40B4-BE49-F238E27FC236}">
                    <a16:creationId xmlns:a16="http://schemas.microsoft.com/office/drawing/2014/main" id="{667092FA-F462-CCAD-2BE0-FB320AE6E061}"/>
                  </a:ext>
                </a:extLst>
              </p14:cNvPr>
              <p14:cNvContentPartPr/>
              <p14:nvPr/>
            </p14:nvContentPartPr>
            <p14:xfrm>
              <a:off x="7062507" y="3731853"/>
              <a:ext cx="81720" cy="55440"/>
            </p14:xfrm>
          </p:contentPart>
        </mc:Choice>
        <mc:Fallback xmlns="">
          <p:pic>
            <p:nvPicPr>
              <p:cNvPr id="393" name="Ink 392">
                <a:extLst>
                  <a:ext uri="{FF2B5EF4-FFF2-40B4-BE49-F238E27FC236}">
                    <a16:creationId xmlns:a16="http://schemas.microsoft.com/office/drawing/2014/main" id="{667092FA-F462-CCAD-2BE0-FB320AE6E061}"/>
                  </a:ext>
                </a:extLst>
              </p:cNvPr>
              <p:cNvPicPr/>
              <p:nvPr/>
            </p:nvPicPr>
            <p:blipFill>
              <a:blip r:embed="rId653"/>
              <a:stretch>
                <a:fillRect/>
              </a:stretch>
            </p:blipFill>
            <p:spPr>
              <a:xfrm>
                <a:off x="7056387" y="3725733"/>
                <a:ext cx="93960" cy="6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4">
            <p14:nvContentPartPr>
              <p14:cNvPr id="394" name="Ink 393">
                <a:extLst>
                  <a:ext uri="{FF2B5EF4-FFF2-40B4-BE49-F238E27FC236}">
                    <a16:creationId xmlns:a16="http://schemas.microsoft.com/office/drawing/2014/main" id="{DD262BEF-74D6-E8CD-1525-354610AE4F1B}"/>
                  </a:ext>
                </a:extLst>
              </p14:cNvPr>
              <p14:cNvContentPartPr/>
              <p14:nvPr/>
            </p14:nvContentPartPr>
            <p14:xfrm>
              <a:off x="6036867" y="3315693"/>
              <a:ext cx="18720" cy="232200"/>
            </p14:xfrm>
          </p:contentPart>
        </mc:Choice>
        <mc:Fallback xmlns="">
          <p:pic>
            <p:nvPicPr>
              <p:cNvPr id="394" name="Ink 393">
                <a:extLst>
                  <a:ext uri="{FF2B5EF4-FFF2-40B4-BE49-F238E27FC236}">
                    <a16:creationId xmlns:a16="http://schemas.microsoft.com/office/drawing/2014/main" id="{DD262BEF-74D6-E8CD-1525-354610AE4F1B}"/>
                  </a:ext>
                </a:extLst>
              </p:cNvPr>
              <p:cNvPicPr/>
              <p:nvPr/>
            </p:nvPicPr>
            <p:blipFill>
              <a:blip r:embed="rId655"/>
              <a:stretch>
                <a:fillRect/>
              </a:stretch>
            </p:blipFill>
            <p:spPr>
              <a:xfrm>
                <a:off x="6030747" y="3309573"/>
                <a:ext cx="30960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6">
            <p14:nvContentPartPr>
              <p14:cNvPr id="395" name="Ink 394">
                <a:extLst>
                  <a:ext uri="{FF2B5EF4-FFF2-40B4-BE49-F238E27FC236}">
                    <a16:creationId xmlns:a16="http://schemas.microsoft.com/office/drawing/2014/main" id="{CD4EA2A1-D246-8B49-CE16-723044A893F6}"/>
                  </a:ext>
                </a:extLst>
              </p14:cNvPr>
              <p14:cNvContentPartPr/>
              <p14:nvPr/>
            </p14:nvContentPartPr>
            <p14:xfrm>
              <a:off x="4467987" y="3354933"/>
              <a:ext cx="104040" cy="39240"/>
            </p14:xfrm>
          </p:contentPart>
        </mc:Choice>
        <mc:Fallback xmlns="">
          <p:pic>
            <p:nvPicPr>
              <p:cNvPr id="395" name="Ink 394">
                <a:extLst>
                  <a:ext uri="{FF2B5EF4-FFF2-40B4-BE49-F238E27FC236}">
                    <a16:creationId xmlns:a16="http://schemas.microsoft.com/office/drawing/2014/main" id="{CD4EA2A1-D246-8B49-CE16-723044A893F6}"/>
                  </a:ext>
                </a:extLst>
              </p:cNvPr>
              <p:cNvPicPr/>
              <p:nvPr/>
            </p:nvPicPr>
            <p:blipFill>
              <a:blip r:embed="rId657"/>
              <a:stretch>
                <a:fillRect/>
              </a:stretch>
            </p:blipFill>
            <p:spPr>
              <a:xfrm>
                <a:off x="4461867" y="3348813"/>
                <a:ext cx="11628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8">
            <p14:nvContentPartPr>
              <p14:cNvPr id="396" name="Ink 395">
                <a:extLst>
                  <a:ext uri="{FF2B5EF4-FFF2-40B4-BE49-F238E27FC236}">
                    <a16:creationId xmlns:a16="http://schemas.microsoft.com/office/drawing/2014/main" id="{2B7367E7-9939-3E61-0531-C158371ED523}"/>
                  </a:ext>
                </a:extLst>
              </p14:cNvPr>
              <p14:cNvContentPartPr/>
              <p14:nvPr/>
            </p14:nvContentPartPr>
            <p14:xfrm>
              <a:off x="2809467" y="3248373"/>
              <a:ext cx="65520" cy="57960"/>
            </p14:xfrm>
          </p:contentPart>
        </mc:Choice>
        <mc:Fallback xmlns="">
          <p:pic>
            <p:nvPicPr>
              <p:cNvPr id="396" name="Ink 395">
                <a:extLst>
                  <a:ext uri="{FF2B5EF4-FFF2-40B4-BE49-F238E27FC236}">
                    <a16:creationId xmlns:a16="http://schemas.microsoft.com/office/drawing/2014/main" id="{2B7367E7-9939-3E61-0531-C158371ED523}"/>
                  </a:ext>
                </a:extLst>
              </p:cNvPr>
              <p:cNvPicPr/>
              <p:nvPr/>
            </p:nvPicPr>
            <p:blipFill>
              <a:blip r:embed="rId659"/>
              <a:stretch>
                <a:fillRect/>
              </a:stretch>
            </p:blipFill>
            <p:spPr>
              <a:xfrm>
                <a:off x="2803347" y="3242253"/>
                <a:ext cx="7776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0">
            <p14:nvContentPartPr>
              <p14:cNvPr id="397" name="Ink 396">
                <a:extLst>
                  <a:ext uri="{FF2B5EF4-FFF2-40B4-BE49-F238E27FC236}">
                    <a16:creationId xmlns:a16="http://schemas.microsoft.com/office/drawing/2014/main" id="{101BD7CB-C23F-B0D9-F5BD-C54DBEEFBAA8}"/>
                  </a:ext>
                </a:extLst>
              </p14:cNvPr>
              <p14:cNvContentPartPr/>
              <p14:nvPr/>
            </p14:nvContentPartPr>
            <p14:xfrm>
              <a:off x="1955547" y="3292653"/>
              <a:ext cx="61920" cy="41040"/>
            </p14:xfrm>
          </p:contentPart>
        </mc:Choice>
        <mc:Fallback xmlns="">
          <p:pic>
            <p:nvPicPr>
              <p:cNvPr id="397" name="Ink 396">
                <a:extLst>
                  <a:ext uri="{FF2B5EF4-FFF2-40B4-BE49-F238E27FC236}">
                    <a16:creationId xmlns:a16="http://schemas.microsoft.com/office/drawing/2014/main" id="{101BD7CB-C23F-B0D9-F5BD-C54DBEEFBAA8}"/>
                  </a:ext>
                </a:extLst>
              </p:cNvPr>
              <p:cNvPicPr/>
              <p:nvPr/>
            </p:nvPicPr>
            <p:blipFill>
              <a:blip r:embed="rId661"/>
              <a:stretch>
                <a:fillRect/>
              </a:stretch>
            </p:blipFill>
            <p:spPr>
              <a:xfrm>
                <a:off x="1949427" y="3286533"/>
                <a:ext cx="74160" cy="53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13804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C3032-A94F-5BD8-83B7-4065D5BAD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F8A18-834B-1B44-9E8A-6D433BDE3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>
                <a:cs typeface="B Nazanin" panose="00000400000000000000" pitchFamily="2" charset="-78"/>
              </a:rPr>
              <a:t>مرور افعال و ضمائر ملکی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E11EB-5E40-832D-5A31-45EF89E435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A" sz="2400" dirty="0" err="1">
                <a:cs typeface="B Nazanin" panose="00000400000000000000" pitchFamily="2" charset="-78"/>
              </a:rPr>
              <a:t>My</a:t>
            </a:r>
            <a:r>
              <a:rPr lang="fr-CA" sz="2400" dirty="0">
                <a:cs typeface="B Nazanin" panose="00000400000000000000" pitchFamily="2" charset="-78"/>
              </a:rPr>
              <a:t> </a:t>
            </a:r>
            <a:r>
              <a:rPr lang="fr-CA" sz="2400" dirty="0" err="1">
                <a:cs typeface="B Nazanin" panose="00000400000000000000" pitchFamily="2" charset="-78"/>
              </a:rPr>
              <a:t>hat</a:t>
            </a:r>
            <a:r>
              <a:rPr lang="fr-CA" sz="2400" dirty="0">
                <a:cs typeface="B Nazanin" panose="00000400000000000000" pitchFamily="2" charset="-78"/>
              </a:rPr>
              <a:t> </a:t>
            </a:r>
            <a:r>
              <a:rPr lang="fr-CA" sz="2400" dirty="0" err="1">
                <a:cs typeface="B Nazanin" panose="00000400000000000000" pitchFamily="2" charset="-78"/>
              </a:rPr>
              <a:t>is</a:t>
            </a:r>
            <a:r>
              <a:rPr lang="fr-CA" sz="2400" dirty="0">
                <a:cs typeface="B Nazanin" panose="00000400000000000000" pitchFamily="2" charset="-78"/>
              </a:rPr>
              <a:t> light </a:t>
            </a:r>
            <a:r>
              <a:rPr lang="fr-CA" sz="2400" dirty="0" err="1">
                <a:cs typeface="B Nazanin" panose="00000400000000000000" pitchFamily="2" charset="-78"/>
              </a:rPr>
              <a:t>blue</a:t>
            </a:r>
            <a:r>
              <a:rPr lang="fr-CA" sz="2400" dirty="0">
                <a:cs typeface="B Nazanin" panose="00000400000000000000" pitchFamily="2" charset="-78"/>
              </a:rPr>
              <a:t>, </a:t>
            </a:r>
            <a:r>
              <a:rPr lang="fr-CA" sz="2400" dirty="0" err="1">
                <a:cs typeface="B Nazanin" panose="00000400000000000000" pitchFamily="2" charset="-78"/>
              </a:rPr>
              <a:t>Your</a:t>
            </a:r>
            <a:r>
              <a:rPr lang="fr-CA" sz="2400" dirty="0">
                <a:cs typeface="B Nazanin" panose="00000400000000000000" pitchFamily="2" charset="-78"/>
              </a:rPr>
              <a:t> </a:t>
            </a:r>
            <a:r>
              <a:rPr lang="fr-CA" sz="2400" dirty="0" err="1">
                <a:cs typeface="B Nazanin" panose="00000400000000000000" pitchFamily="2" charset="-78"/>
              </a:rPr>
              <a:t>hat</a:t>
            </a:r>
            <a:r>
              <a:rPr lang="fr-CA" sz="2400" dirty="0">
                <a:cs typeface="B Nazanin" panose="00000400000000000000" pitchFamily="2" charset="-78"/>
              </a:rPr>
              <a:t> </a:t>
            </a:r>
            <a:r>
              <a:rPr lang="fr-CA" sz="2400" dirty="0" err="1">
                <a:cs typeface="B Nazanin" panose="00000400000000000000" pitchFamily="2" charset="-78"/>
              </a:rPr>
              <a:t>is</a:t>
            </a:r>
            <a:r>
              <a:rPr lang="fr-CA" sz="2400" dirty="0">
                <a:cs typeface="B Nazanin" panose="00000400000000000000" pitchFamily="2" charset="-78"/>
              </a:rPr>
              <a:t> </a:t>
            </a:r>
            <a:r>
              <a:rPr lang="fr-CA" sz="2400" dirty="0" err="1">
                <a:cs typeface="B Nazanin" panose="00000400000000000000" pitchFamily="2" charset="-78"/>
              </a:rPr>
              <a:t>red</a:t>
            </a:r>
            <a:r>
              <a:rPr lang="fr-CA" sz="2400" dirty="0">
                <a:cs typeface="B Nazanin" panose="00000400000000000000" pitchFamily="2" charset="-78"/>
              </a:rPr>
              <a:t>, </a:t>
            </a:r>
            <a:r>
              <a:rPr lang="fr-CA" sz="2400" dirty="0" err="1">
                <a:cs typeface="B Nazanin" panose="00000400000000000000" pitchFamily="2" charset="-78"/>
              </a:rPr>
              <a:t>her</a:t>
            </a:r>
            <a:r>
              <a:rPr lang="fr-CA" sz="2400" dirty="0">
                <a:cs typeface="B Nazanin" panose="00000400000000000000" pitchFamily="2" charset="-78"/>
              </a:rPr>
              <a:t> </a:t>
            </a:r>
            <a:r>
              <a:rPr lang="fr-CA" sz="2400" dirty="0" err="1">
                <a:cs typeface="B Nazanin" panose="00000400000000000000" pitchFamily="2" charset="-78"/>
              </a:rPr>
              <a:t>hat</a:t>
            </a:r>
            <a:r>
              <a:rPr lang="fr-CA" sz="2400" dirty="0">
                <a:cs typeface="B Nazanin" panose="00000400000000000000" pitchFamily="2" charset="-78"/>
              </a:rPr>
              <a:t> </a:t>
            </a:r>
            <a:r>
              <a:rPr lang="fr-CA" sz="2400" dirty="0" err="1">
                <a:cs typeface="B Nazanin" panose="00000400000000000000" pitchFamily="2" charset="-78"/>
              </a:rPr>
              <a:t>was</a:t>
            </a:r>
            <a:r>
              <a:rPr lang="fr-CA" sz="2400" dirty="0">
                <a:cs typeface="B Nazanin" panose="00000400000000000000" pitchFamily="2" charset="-78"/>
              </a:rPr>
              <a:t> </a:t>
            </a:r>
            <a:r>
              <a:rPr lang="fr-CA" sz="2400" dirty="0" err="1">
                <a:cs typeface="B Nazanin" panose="00000400000000000000" pitchFamily="2" charset="-78"/>
              </a:rPr>
              <a:t>dark</a:t>
            </a:r>
            <a:r>
              <a:rPr lang="fr-CA" sz="2400" dirty="0">
                <a:cs typeface="B Nazanin" panose="00000400000000000000" pitchFamily="2" charset="-78"/>
              </a:rPr>
              <a:t> green.</a:t>
            </a:r>
          </a:p>
          <a:p>
            <a:endParaRPr lang="fr-CA" sz="2400" dirty="0">
              <a:cs typeface="B Nazanin" panose="00000400000000000000" pitchFamily="2" charset="-78"/>
            </a:endParaRPr>
          </a:p>
          <a:p>
            <a:pPr marL="0" indent="0">
              <a:buNone/>
            </a:pPr>
            <a:endParaRPr lang="fr-CA" sz="2400" dirty="0">
              <a:cs typeface="B Nazanin" panose="00000400000000000000" pitchFamily="2" charset="-78"/>
            </a:endParaRPr>
          </a:p>
          <a:p>
            <a:pPr marL="0" indent="0">
              <a:buNone/>
            </a:pPr>
            <a:endParaRPr lang="fr-CA" sz="2400" dirty="0">
              <a:cs typeface="B Nazanin" panose="00000400000000000000" pitchFamily="2" charset="-78"/>
            </a:endParaRPr>
          </a:p>
          <a:p>
            <a:pPr marL="0" indent="0">
              <a:buNone/>
            </a:pPr>
            <a:endParaRPr lang="fr-CA" sz="2400" dirty="0">
              <a:cs typeface="B Nazanin" panose="00000400000000000000" pitchFamily="2" charset="-78"/>
            </a:endParaRPr>
          </a:p>
          <a:p>
            <a:r>
              <a:rPr lang="fr-CA" sz="2400" dirty="0">
                <a:cs typeface="B Nazanin" panose="00000400000000000000" pitchFamily="2" charset="-78"/>
              </a:rPr>
              <a:t>Our </a:t>
            </a:r>
            <a:r>
              <a:rPr lang="fr-CA" sz="2400" dirty="0" err="1">
                <a:cs typeface="B Nazanin" panose="00000400000000000000" pitchFamily="2" charset="-78"/>
              </a:rPr>
              <a:t>friend</a:t>
            </a:r>
            <a:r>
              <a:rPr lang="fr-CA" sz="2400" dirty="0">
                <a:cs typeface="B Nazanin" panose="00000400000000000000" pitchFamily="2" charset="-78"/>
              </a:rPr>
              <a:t> </a:t>
            </a:r>
            <a:r>
              <a:rPr lang="fr-CA" sz="2400" dirty="0" err="1">
                <a:cs typeface="B Nazanin" panose="00000400000000000000" pitchFamily="2" charset="-78"/>
              </a:rPr>
              <a:t>is</a:t>
            </a:r>
            <a:r>
              <a:rPr lang="fr-CA" sz="2400" dirty="0">
                <a:cs typeface="B Nazanin" panose="00000400000000000000" pitchFamily="2" charset="-78"/>
              </a:rPr>
              <a:t> happy, </a:t>
            </a:r>
            <a:r>
              <a:rPr lang="fr-CA" sz="2400" dirty="0" err="1">
                <a:cs typeface="B Nazanin" panose="00000400000000000000" pitchFamily="2" charset="-78"/>
              </a:rPr>
              <a:t>your</a:t>
            </a:r>
            <a:r>
              <a:rPr lang="fr-CA" sz="2400" dirty="0">
                <a:cs typeface="B Nazanin" panose="00000400000000000000" pitchFamily="2" charset="-78"/>
              </a:rPr>
              <a:t> </a:t>
            </a:r>
            <a:r>
              <a:rPr lang="fr-CA" sz="2400" dirty="0" err="1">
                <a:cs typeface="B Nazanin" panose="00000400000000000000" pitchFamily="2" charset="-78"/>
              </a:rPr>
              <a:t>friend</a:t>
            </a:r>
            <a:r>
              <a:rPr lang="fr-CA" sz="2400" dirty="0">
                <a:cs typeface="B Nazanin" panose="00000400000000000000" pitchFamily="2" charset="-78"/>
              </a:rPr>
              <a:t> </a:t>
            </a:r>
            <a:r>
              <a:rPr lang="fr-CA" sz="2400" dirty="0" err="1">
                <a:cs typeface="B Nazanin" panose="00000400000000000000" pitchFamily="2" charset="-78"/>
              </a:rPr>
              <a:t>is</a:t>
            </a:r>
            <a:r>
              <a:rPr lang="fr-CA" sz="2400" dirty="0">
                <a:cs typeface="B Nazanin" panose="00000400000000000000" pitchFamily="2" charset="-78"/>
              </a:rPr>
              <a:t> </a:t>
            </a:r>
            <a:r>
              <a:rPr lang="fr-CA" sz="2400" dirty="0" err="1">
                <a:cs typeface="B Nazanin" panose="00000400000000000000" pitchFamily="2" charset="-78"/>
              </a:rPr>
              <a:t>sad</a:t>
            </a:r>
            <a:r>
              <a:rPr lang="fr-CA" sz="2400" dirty="0">
                <a:cs typeface="B Nazanin" panose="00000400000000000000" pitchFamily="2" charset="-78"/>
              </a:rPr>
              <a:t> , </a:t>
            </a:r>
            <a:r>
              <a:rPr lang="fr-CA" sz="2400" dirty="0" err="1">
                <a:cs typeface="B Nazanin" panose="00000400000000000000" pitchFamily="2" charset="-78"/>
              </a:rPr>
              <a:t>their</a:t>
            </a:r>
            <a:r>
              <a:rPr lang="fr-CA" sz="2400" dirty="0">
                <a:cs typeface="B Nazanin" panose="00000400000000000000" pitchFamily="2" charset="-78"/>
              </a:rPr>
              <a:t> </a:t>
            </a:r>
            <a:r>
              <a:rPr lang="fr-CA" sz="2400" dirty="0" err="1">
                <a:cs typeface="B Nazanin" panose="00000400000000000000" pitchFamily="2" charset="-78"/>
              </a:rPr>
              <a:t>friend</a:t>
            </a:r>
            <a:r>
              <a:rPr lang="fr-CA" sz="2400" dirty="0">
                <a:cs typeface="B Nazanin" panose="00000400000000000000" pitchFamily="2" charset="-78"/>
              </a:rPr>
              <a:t> </a:t>
            </a:r>
            <a:r>
              <a:rPr lang="fr-CA" sz="2400" dirty="0" err="1">
                <a:cs typeface="B Nazanin" panose="00000400000000000000" pitchFamily="2" charset="-78"/>
              </a:rPr>
              <a:t>is</a:t>
            </a:r>
            <a:r>
              <a:rPr lang="fr-CA" sz="2400" dirty="0">
                <a:cs typeface="B Nazanin" panose="00000400000000000000" pitchFamily="2" charset="-78"/>
              </a:rPr>
              <a:t> </a:t>
            </a:r>
            <a:r>
              <a:rPr lang="fr-CA" sz="2400" dirty="0" err="1">
                <a:cs typeface="B Nazanin" panose="00000400000000000000" pitchFamily="2" charset="-78"/>
              </a:rPr>
              <a:t>angry</a:t>
            </a:r>
            <a:r>
              <a:rPr lang="fr-CA" sz="2400" dirty="0">
                <a:cs typeface="B Nazanin" panose="00000400000000000000" pitchFamily="2" charset="-78"/>
              </a:rPr>
              <a:t>. </a:t>
            </a:r>
          </a:p>
          <a:p>
            <a:endParaRPr lang="fr-CA" sz="2400" dirty="0">
              <a:cs typeface="B Nazanin" panose="00000400000000000000" pitchFamily="2" charset="-78"/>
            </a:endParaRPr>
          </a:p>
          <a:p>
            <a:endParaRPr lang="fr-CA" sz="2400" dirty="0">
              <a:cs typeface="B Nazanin" panose="00000400000000000000" pitchFamily="2" charset="-78"/>
            </a:endParaRPr>
          </a:p>
          <a:p>
            <a:pPr marL="0" indent="0">
              <a:buNone/>
            </a:pPr>
            <a:endParaRPr lang="fr-CA" sz="2400" dirty="0">
              <a:cs typeface="B Nazanin" panose="00000400000000000000" pitchFamily="2" charset="-78"/>
            </a:endParaRPr>
          </a:p>
          <a:p>
            <a:endParaRPr lang="fa-IR" sz="2400" dirty="0">
              <a:cs typeface="B Nazanin" panose="00000400000000000000" pitchFamily="2" charset="-78"/>
            </a:endParaRPr>
          </a:p>
          <a:p>
            <a:pPr algn="r" rtl="1"/>
            <a:endParaRPr lang="fa-IR" sz="2400" dirty="0">
              <a:cs typeface="B Nazanin" panose="00000400000000000000" pitchFamily="2" charset="-78"/>
            </a:endParaRPr>
          </a:p>
          <a:p>
            <a:pPr marL="0" indent="0" algn="r">
              <a:buNone/>
            </a:pPr>
            <a:endParaRPr lang="en-CA" sz="2400" dirty="0">
              <a:cs typeface="B Nazanin" panose="00000400000000000000" pitchFamily="2" charset="-78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96A3DE5-DFC6-9C04-E705-F16DFD522B58}"/>
                  </a:ext>
                </a:extLst>
              </p14:cNvPr>
              <p14:cNvContentPartPr/>
              <p14:nvPr/>
            </p14:nvContentPartPr>
            <p14:xfrm>
              <a:off x="245187" y="2040200"/>
              <a:ext cx="439560" cy="90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96A3DE5-DFC6-9C04-E705-F16DFD522B5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9547" y="1968560"/>
                <a:ext cx="511200" cy="15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13474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B0FAF-EB5D-55E9-0096-0731935BD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94A17-94EA-9B6F-32A9-E567BA2D3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>
                <a:cs typeface="B Nazanin" panose="00000400000000000000" pitchFamily="2" charset="-78"/>
              </a:rPr>
              <a:t>مرور افعال و ضمائر ملکی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D3EDE-C012-4583-45B1-66A3EA0748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A" sz="2400" dirty="0" err="1">
                <a:cs typeface="B Nazanin" panose="00000400000000000000" pitchFamily="2" charset="-78"/>
              </a:rPr>
              <a:t>Your</a:t>
            </a:r>
            <a:r>
              <a:rPr lang="fr-CA" sz="2400" dirty="0">
                <a:cs typeface="B Nazanin" panose="00000400000000000000" pitchFamily="2" charset="-78"/>
              </a:rPr>
              <a:t> </a:t>
            </a:r>
            <a:r>
              <a:rPr lang="fr-CA" sz="2400" dirty="0" err="1">
                <a:cs typeface="B Nazanin" panose="00000400000000000000" pitchFamily="2" charset="-78"/>
              </a:rPr>
              <a:t>friends</a:t>
            </a:r>
            <a:r>
              <a:rPr lang="fr-CA" sz="2400" dirty="0">
                <a:cs typeface="B Nazanin" panose="00000400000000000000" pitchFamily="2" charset="-78"/>
              </a:rPr>
              <a:t> </a:t>
            </a:r>
            <a:r>
              <a:rPr lang="fr-CA" sz="2400" dirty="0" err="1">
                <a:cs typeface="B Nazanin" panose="00000400000000000000" pitchFamily="2" charset="-78"/>
              </a:rPr>
              <a:t>were</a:t>
            </a:r>
            <a:r>
              <a:rPr lang="fr-CA" sz="2400" dirty="0">
                <a:cs typeface="B Nazanin" panose="00000400000000000000" pitchFamily="2" charset="-78"/>
              </a:rPr>
              <a:t> </a:t>
            </a:r>
            <a:r>
              <a:rPr lang="fr-CA" sz="2400" dirty="0" err="1">
                <a:cs typeface="B Nazanin" panose="00000400000000000000" pitchFamily="2" charset="-78"/>
              </a:rPr>
              <a:t>going</a:t>
            </a:r>
            <a:r>
              <a:rPr lang="fr-CA" sz="2400" dirty="0">
                <a:cs typeface="B Nazanin" panose="00000400000000000000" pitchFamily="2" charset="-78"/>
              </a:rPr>
              <a:t> to the </a:t>
            </a:r>
            <a:r>
              <a:rPr lang="fr-CA" sz="2400" dirty="0" err="1">
                <a:cs typeface="B Nazanin" panose="00000400000000000000" pitchFamily="2" charset="-78"/>
              </a:rPr>
              <a:t>university</a:t>
            </a:r>
            <a:r>
              <a:rPr lang="fr-CA" sz="2400" dirty="0">
                <a:cs typeface="B Nazanin" panose="00000400000000000000" pitchFamily="2" charset="-78"/>
              </a:rPr>
              <a:t>. I </a:t>
            </a:r>
            <a:r>
              <a:rPr lang="fr-CA" sz="2400" dirty="0" err="1">
                <a:cs typeface="B Nazanin" panose="00000400000000000000" pitchFamily="2" charset="-78"/>
              </a:rPr>
              <a:t>saw</a:t>
            </a:r>
            <a:r>
              <a:rPr lang="fr-CA" sz="2400" dirty="0">
                <a:cs typeface="B Nazanin" panose="00000400000000000000" pitchFamily="2" charset="-78"/>
              </a:rPr>
              <a:t> </a:t>
            </a:r>
            <a:r>
              <a:rPr lang="fr-CA" sz="2400" dirty="0" err="1">
                <a:cs typeface="B Nazanin" panose="00000400000000000000" pitchFamily="2" charset="-78"/>
              </a:rPr>
              <a:t>them</a:t>
            </a:r>
            <a:r>
              <a:rPr lang="fr-CA" sz="2400" dirty="0">
                <a:cs typeface="B Nazanin" panose="00000400000000000000" pitchFamily="2" charset="-78"/>
              </a:rPr>
              <a:t>. They </a:t>
            </a:r>
            <a:r>
              <a:rPr lang="fr-CA" sz="2400" dirty="0" err="1">
                <a:cs typeface="B Nazanin" panose="00000400000000000000" pitchFamily="2" charset="-78"/>
              </a:rPr>
              <a:t>were</a:t>
            </a:r>
            <a:r>
              <a:rPr lang="fr-CA" sz="2400" dirty="0">
                <a:cs typeface="B Nazanin" panose="00000400000000000000" pitchFamily="2" charset="-78"/>
              </a:rPr>
              <a:t> </a:t>
            </a:r>
            <a:r>
              <a:rPr lang="fr-CA" sz="2400" dirty="0" err="1">
                <a:cs typeface="B Nazanin" panose="00000400000000000000" pitchFamily="2" charset="-78"/>
              </a:rPr>
              <a:t>very</a:t>
            </a:r>
            <a:r>
              <a:rPr lang="fr-CA" sz="2400" dirty="0">
                <a:cs typeface="B Nazanin" panose="00000400000000000000" pitchFamily="2" charset="-78"/>
              </a:rPr>
              <a:t> happy.</a:t>
            </a:r>
          </a:p>
          <a:p>
            <a:endParaRPr lang="fr-CA" sz="2400" dirty="0">
              <a:cs typeface="B Nazanin" panose="00000400000000000000" pitchFamily="2" charset="-78"/>
            </a:endParaRPr>
          </a:p>
          <a:p>
            <a:pPr marL="0" indent="0">
              <a:buNone/>
            </a:pPr>
            <a:endParaRPr lang="fr-CA" sz="2400" dirty="0">
              <a:cs typeface="B Nazanin" panose="00000400000000000000" pitchFamily="2" charset="-78"/>
            </a:endParaRPr>
          </a:p>
          <a:p>
            <a:pPr marL="0" indent="0">
              <a:buNone/>
            </a:pPr>
            <a:endParaRPr lang="fr-CA" sz="2400" dirty="0">
              <a:cs typeface="B Nazanin" panose="00000400000000000000" pitchFamily="2" charset="-78"/>
            </a:endParaRPr>
          </a:p>
          <a:p>
            <a:pPr marL="0" indent="0">
              <a:buNone/>
            </a:pPr>
            <a:endParaRPr lang="fr-CA" sz="2400" dirty="0">
              <a:cs typeface="B Nazanin" panose="00000400000000000000" pitchFamily="2" charset="-78"/>
            </a:endParaRPr>
          </a:p>
          <a:p>
            <a:r>
              <a:rPr lang="fr-CA" sz="2400" dirty="0" err="1">
                <a:cs typeface="B Nazanin" panose="00000400000000000000" pitchFamily="2" charset="-78"/>
              </a:rPr>
              <a:t>My</a:t>
            </a:r>
            <a:r>
              <a:rPr lang="fr-CA" sz="2400" dirty="0">
                <a:cs typeface="B Nazanin" panose="00000400000000000000" pitchFamily="2" charset="-78"/>
              </a:rPr>
              <a:t> parents </a:t>
            </a:r>
            <a:r>
              <a:rPr lang="fr-CA" sz="2400" dirty="0" err="1">
                <a:cs typeface="B Nazanin" panose="00000400000000000000" pitchFamily="2" charset="-78"/>
              </a:rPr>
              <a:t>were</a:t>
            </a:r>
            <a:r>
              <a:rPr lang="fr-CA" sz="2400" dirty="0">
                <a:cs typeface="B Nazanin" panose="00000400000000000000" pitchFamily="2" charset="-78"/>
              </a:rPr>
              <a:t> at the </a:t>
            </a:r>
            <a:r>
              <a:rPr lang="fr-CA" sz="2400" dirty="0" err="1">
                <a:cs typeface="B Nazanin" panose="00000400000000000000" pitchFamily="2" charset="-78"/>
              </a:rPr>
              <a:t>university</a:t>
            </a:r>
            <a:r>
              <a:rPr lang="fr-CA" sz="2400" dirty="0">
                <a:cs typeface="B Nazanin" panose="00000400000000000000" pitchFamily="2" charset="-78"/>
              </a:rPr>
              <a:t>. You </a:t>
            </a:r>
            <a:r>
              <a:rPr lang="fr-CA" sz="2400" dirty="0" err="1">
                <a:cs typeface="B Nazanin" panose="00000400000000000000" pitchFamily="2" charset="-78"/>
              </a:rPr>
              <a:t>saw</a:t>
            </a:r>
            <a:r>
              <a:rPr lang="fr-CA" sz="2400" dirty="0">
                <a:cs typeface="B Nazanin" panose="00000400000000000000" pitchFamily="2" charset="-78"/>
              </a:rPr>
              <a:t> </a:t>
            </a:r>
            <a:r>
              <a:rPr lang="fr-CA" sz="2400" dirty="0" err="1">
                <a:cs typeface="B Nazanin" panose="00000400000000000000" pitchFamily="2" charset="-78"/>
              </a:rPr>
              <a:t>them</a:t>
            </a:r>
            <a:r>
              <a:rPr lang="fr-CA" sz="2400" dirty="0">
                <a:cs typeface="B Nazanin" panose="00000400000000000000" pitchFamily="2" charset="-78"/>
              </a:rPr>
              <a:t>. They </a:t>
            </a:r>
            <a:r>
              <a:rPr lang="fr-CA" sz="2400" dirty="0" err="1">
                <a:cs typeface="B Nazanin" panose="00000400000000000000" pitchFamily="2" charset="-78"/>
              </a:rPr>
              <a:t>were</a:t>
            </a:r>
            <a:r>
              <a:rPr lang="fr-CA" sz="2400" dirty="0">
                <a:cs typeface="B Nazanin" panose="00000400000000000000" pitchFamily="2" charset="-78"/>
              </a:rPr>
              <a:t> </a:t>
            </a:r>
            <a:r>
              <a:rPr lang="fr-CA" sz="2400" dirty="0" err="1">
                <a:cs typeface="B Nazanin" panose="00000400000000000000" pitchFamily="2" charset="-78"/>
              </a:rPr>
              <a:t>asking</a:t>
            </a:r>
            <a:r>
              <a:rPr lang="fr-CA" sz="2400" dirty="0">
                <a:cs typeface="B Nazanin" panose="00000400000000000000" pitchFamily="2" charset="-78"/>
              </a:rPr>
              <a:t> </a:t>
            </a:r>
            <a:r>
              <a:rPr lang="fr-CA" sz="2400" dirty="0" err="1">
                <a:cs typeface="B Nazanin" panose="00000400000000000000" pitchFamily="2" charset="-78"/>
              </a:rPr>
              <a:t>their</a:t>
            </a:r>
            <a:r>
              <a:rPr lang="fr-CA" sz="2400" dirty="0">
                <a:cs typeface="B Nazanin" panose="00000400000000000000" pitchFamily="2" charset="-78"/>
              </a:rPr>
              <a:t> questions. </a:t>
            </a:r>
          </a:p>
          <a:p>
            <a:endParaRPr lang="fr-CA" sz="2400" dirty="0">
              <a:cs typeface="B Nazanin" panose="00000400000000000000" pitchFamily="2" charset="-78"/>
            </a:endParaRPr>
          </a:p>
          <a:p>
            <a:endParaRPr lang="fr-CA" sz="2400" dirty="0">
              <a:cs typeface="B Nazanin" panose="00000400000000000000" pitchFamily="2" charset="-78"/>
            </a:endParaRPr>
          </a:p>
          <a:p>
            <a:pPr marL="0" indent="0">
              <a:buNone/>
            </a:pPr>
            <a:endParaRPr lang="fr-CA" sz="2400" dirty="0">
              <a:cs typeface="B Nazanin" panose="00000400000000000000" pitchFamily="2" charset="-78"/>
            </a:endParaRPr>
          </a:p>
          <a:p>
            <a:endParaRPr lang="fa-IR" sz="2400" dirty="0">
              <a:cs typeface="B Nazanin" panose="00000400000000000000" pitchFamily="2" charset="-78"/>
            </a:endParaRPr>
          </a:p>
          <a:p>
            <a:pPr algn="r" rtl="1"/>
            <a:endParaRPr lang="fa-IR" sz="2400" dirty="0">
              <a:cs typeface="B Nazanin" panose="00000400000000000000" pitchFamily="2" charset="-78"/>
            </a:endParaRPr>
          </a:p>
          <a:p>
            <a:pPr marL="0" indent="0" algn="r">
              <a:buNone/>
            </a:pPr>
            <a:endParaRPr lang="en-CA" sz="24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316700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4837E-5C3D-FDFB-C9C5-66619EC8A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>
                <a:cs typeface="B Nazanin" panose="00000400000000000000" pitchFamily="2" charset="-78"/>
              </a:rPr>
              <a:t>صرف فعل جدید در زمان های مختلف</a:t>
            </a:r>
            <a:endParaRPr lang="en-CA" dirty="0">
              <a:cs typeface="B Nazanin" panose="000004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A8C72-586C-8C47-7B8A-ACA1A3578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r" rtl="1">
              <a:buNone/>
            </a:pPr>
            <a:r>
              <a:rPr lang="fa-IR" dirty="0">
                <a:cs typeface="B Nazanin" panose="00000400000000000000" pitchFamily="2" charset="-78"/>
              </a:rPr>
              <a:t>خوردن</a:t>
            </a:r>
            <a:r>
              <a:rPr lang="fa-IR" dirty="0"/>
              <a:t> : </a:t>
            </a:r>
            <a:r>
              <a:rPr lang="fr-CA" dirty="0"/>
              <a:t>To </a:t>
            </a:r>
            <a:r>
              <a:rPr lang="fr-CA" dirty="0" err="1"/>
              <a:t>eat</a:t>
            </a:r>
            <a:r>
              <a:rPr lang="fa-IR"/>
              <a:t>     </a:t>
            </a:r>
            <a:r>
              <a:rPr lang="fa-IR">
                <a:cs typeface="B Nazanin" panose="00000400000000000000" pitchFamily="2" charset="-78"/>
              </a:rPr>
              <a:t>خور </a:t>
            </a:r>
            <a:r>
              <a:rPr lang="fa-IR" dirty="0">
                <a:cs typeface="B Nazanin" panose="00000400000000000000" pitchFamily="2" charset="-78"/>
              </a:rPr>
              <a:t>: </a:t>
            </a:r>
            <a:r>
              <a:rPr lang="fr-CA" dirty="0">
                <a:cs typeface="B Nazanin" panose="00000400000000000000" pitchFamily="2" charset="-78"/>
              </a:rPr>
              <a:t>Present Stem</a:t>
            </a:r>
            <a:r>
              <a:rPr lang="fa-IR" dirty="0">
                <a:cs typeface="B Nazanin" panose="00000400000000000000" pitchFamily="2" charset="-78"/>
              </a:rPr>
              <a:t>   خورد : </a:t>
            </a:r>
            <a:r>
              <a:rPr lang="fr-CA" dirty="0">
                <a:cs typeface="B Nazanin" panose="00000400000000000000" pitchFamily="2" charset="-78"/>
              </a:rPr>
              <a:t>Past Stem</a:t>
            </a:r>
          </a:p>
          <a:p>
            <a:pPr marL="0" indent="0" algn="r" rtl="1">
              <a:buNone/>
            </a:pPr>
            <a:endParaRPr lang="fr-CA" dirty="0">
              <a:cs typeface="B Nazanin" panose="00000400000000000000" pitchFamily="2" charset="-78"/>
            </a:endParaRPr>
          </a:p>
          <a:p>
            <a:pPr marL="0" indent="0" rtl="1">
              <a:buNone/>
            </a:pPr>
            <a:r>
              <a:rPr lang="fr-CA" dirty="0">
                <a:cs typeface="B Nazanin" panose="00000400000000000000" pitchFamily="2" charset="-78"/>
              </a:rPr>
              <a:t>            Present Simple                                               Past Simple</a:t>
            </a:r>
          </a:p>
          <a:p>
            <a:pPr marL="0" indent="0" rtl="1">
              <a:buNone/>
            </a:pPr>
            <a:r>
              <a:rPr lang="fa-IR" dirty="0">
                <a:cs typeface="B Nazanin" panose="00000400000000000000" pitchFamily="2" charset="-78"/>
              </a:rPr>
              <a:t>من</a:t>
            </a:r>
          </a:p>
          <a:p>
            <a:pPr marL="0" indent="0" rtl="1">
              <a:buNone/>
            </a:pPr>
            <a:r>
              <a:rPr lang="fa-IR" dirty="0">
                <a:cs typeface="B Nazanin" panose="00000400000000000000" pitchFamily="2" charset="-78"/>
              </a:rPr>
              <a:t>تو</a:t>
            </a:r>
          </a:p>
          <a:p>
            <a:pPr marL="0" indent="0" rtl="1">
              <a:buNone/>
            </a:pPr>
            <a:r>
              <a:rPr lang="fa-IR" dirty="0">
                <a:cs typeface="B Nazanin" panose="00000400000000000000" pitchFamily="2" charset="-78"/>
              </a:rPr>
              <a:t>او</a:t>
            </a:r>
          </a:p>
          <a:p>
            <a:pPr marL="0" indent="0" rtl="1">
              <a:buNone/>
            </a:pPr>
            <a:r>
              <a:rPr lang="fa-IR" dirty="0">
                <a:cs typeface="B Nazanin" panose="00000400000000000000" pitchFamily="2" charset="-78"/>
              </a:rPr>
              <a:t>ما </a:t>
            </a:r>
          </a:p>
          <a:p>
            <a:pPr marL="0" indent="0" rtl="1">
              <a:buNone/>
            </a:pPr>
            <a:r>
              <a:rPr lang="fa-IR" dirty="0">
                <a:cs typeface="B Nazanin" panose="00000400000000000000" pitchFamily="2" charset="-78"/>
              </a:rPr>
              <a:t>شما</a:t>
            </a:r>
          </a:p>
          <a:p>
            <a:pPr marL="0" indent="0" rtl="1">
              <a:buNone/>
            </a:pPr>
            <a:r>
              <a:rPr lang="fa-IR" dirty="0">
                <a:cs typeface="B Nazanin" panose="00000400000000000000" pitchFamily="2" charset="-78"/>
              </a:rPr>
              <a:t>آنها</a:t>
            </a:r>
            <a:endParaRPr lang="en-CA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431113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A37AC-2137-55CC-21EA-8D8C8B571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13701-2999-0AD7-2855-CAD8B03DA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>
                <a:cs typeface="B Nazanin" panose="00000400000000000000" pitchFamily="2" charset="-78"/>
              </a:rPr>
              <a:t>جمله سازی</a:t>
            </a:r>
            <a:endParaRPr lang="en-CA" dirty="0">
              <a:cs typeface="B Nazanin" panose="000004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FF2CE-7A18-3CCD-F8FE-B65A2DCE86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A" dirty="0"/>
              <a:t>I </a:t>
            </a:r>
            <a:r>
              <a:rPr lang="fr-CA" dirty="0" err="1"/>
              <a:t>eat</a:t>
            </a:r>
            <a:r>
              <a:rPr lang="fr-CA" dirty="0"/>
              <a:t> </a:t>
            </a:r>
            <a:r>
              <a:rPr lang="fr-CA" dirty="0" err="1"/>
              <a:t>my</a:t>
            </a:r>
            <a:r>
              <a:rPr lang="fr-CA" dirty="0"/>
              <a:t> breakfast </a:t>
            </a:r>
            <a:r>
              <a:rPr lang="fr-CA" dirty="0" err="1"/>
              <a:t>every</a:t>
            </a:r>
            <a:r>
              <a:rPr lang="fr-CA" dirty="0"/>
              <a:t> </a:t>
            </a:r>
            <a:r>
              <a:rPr lang="fr-CA" dirty="0" err="1"/>
              <a:t>day</a:t>
            </a:r>
            <a:r>
              <a:rPr lang="fr-CA" dirty="0"/>
              <a:t>.</a:t>
            </a:r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  <a:p>
            <a:r>
              <a:rPr lang="fr-CA" dirty="0" err="1"/>
              <a:t>We</a:t>
            </a:r>
            <a:r>
              <a:rPr lang="fr-CA" dirty="0"/>
              <a:t> </a:t>
            </a:r>
            <a:r>
              <a:rPr lang="fr-CA" dirty="0" err="1"/>
              <a:t>eat</a:t>
            </a:r>
            <a:r>
              <a:rPr lang="fr-CA" dirty="0"/>
              <a:t> </a:t>
            </a:r>
            <a:r>
              <a:rPr lang="fr-CA" dirty="0" err="1"/>
              <a:t>our</a:t>
            </a:r>
            <a:r>
              <a:rPr lang="fr-CA" dirty="0"/>
              <a:t> breakfast </a:t>
            </a:r>
            <a:r>
              <a:rPr lang="fr-CA" dirty="0" err="1"/>
              <a:t>every</a:t>
            </a:r>
            <a:r>
              <a:rPr lang="fr-CA" dirty="0"/>
              <a:t> </a:t>
            </a:r>
            <a:r>
              <a:rPr lang="fr-CA" dirty="0" err="1"/>
              <a:t>morning</a:t>
            </a:r>
            <a:r>
              <a:rPr lang="fr-CA" dirty="0"/>
              <a:t>.</a:t>
            </a:r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  <a:p>
            <a:r>
              <a:rPr lang="fr-CA" dirty="0"/>
              <a:t>He </a:t>
            </a:r>
            <a:r>
              <a:rPr lang="fr-CA" dirty="0" err="1"/>
              <a:t>doesn’t</a:t>
            </a:r>
            <a:r>
              <a:rPr lang="fr-CA" dirty="0"/>
              <a:t> </a:t>
            </a:r>
            <a:r>
              <a:rPr lang="fr-CA" dirty="0" err="1"/>
              <a:t>eat</a:t>
            </a:r>
            <a:r>
              <a:rPr lang="fr-CA" dirty="0"/>
              <a:t> breakfast.</a:t>
            </a:r>
          </a:p>
          <a:p>
            <a:endParaRPr lang="fr-CA" dirty="0"/>
          </a:p>
          <a:p>
            <a:endParaRPr lang="fr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633069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5CA6A-5804-609F-EFF8-D1DDB47F8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688BD-F967-283C-AF7B-E589AA4A3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>
                <a:cs typeface="B Nazanin" panose="00000400000000000000" pitchFamily="2" charset="-78"/>
              </a:rPr>
              <a:t>جمله سازی</a:t>
            </a:r>
            <a:endParaRPr lang="en-CA" dirty="0">
              <a:cs typeface="B Nazanin" panose="000004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199B5-5E02-6D77-E576-8D986FA58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I </a:t>
            </a:r>
            <a:r>
              <a:rPr lang="fr-CA" dirty="0" err="1"/>
              <a:t>saw</a:t>
            </a:r>
            <a:r>
              <a:rPr lang="fr-CA" dirty="0"/>
              <a:t> </a:t>
            </a:r>
            <a:r>
              <a:rPr lang="fr-CA" dirty="0" err="1"/>
              <a:t>him</a:t>
            </a:r>
            <a:r>
              <a:rPr lang="fr-CA" dirty="0"/>
              <a:t> </a:t>
            </a:r>
            <a:r>
              <a:rPr lang="fr-CA" dirty="0" err="1"/>
              <a:t>yesterday</a:t>
            </a:r>
            <a:r>
              <a:rPr lang="fr-CA" dirty="0"/>
              <a:t> </a:t>
            </a:r>
            <a:r>
              <a:rPr lang="fr-CA" dirty="0" err="1"/>
              <a:t>morning</a:t>
            </a:r>
            <a:r>
              <a:rPr lang="fr-CA" dirty="0"/>
              <a:t>, </a:t>
            </a:r>
            <a:r>
              <a:rPr lang="fr-CA" dirty="0" err="1"/>
              <a:t>he</a:t>
            </a:r>
            <a:r>
              <a:rPr lang="fr-CA" dirty="0"/>
              <a:t> </a:t>
            </a:r>
            <a:r>
              <a:rPr lang="fr-CA" dirty="0" err="1"/>
              <a:t>was</a:t>
            </a:r>
            <a:r>
              <a:rPr lang="fr-CA" dirty="0"/>
              <a:t> </a:t>
            </a:r>
            <a:r>
              <a:rPr lang="fr-CA" dirty="0" err="1"/>
              <a:t>eating</a:t>
            </a:r>
            <a:r>
              <a:rPr lang="fr-CA" dirty="0"/>
              <a:t> </a:t>
            </a:r>
            <a:r>
              <a:rPr lang="fr-CA" dirty="0" err="1"/>
              <a:t>his</a:t>
            </a:r>
            <a:r>
              <a:rPr lang="fr-CA" dirty="0"/>
              <a:t> breakfast.</a:t>
            </a:r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  <a:p>
            <a:r>
              <a:rPr lang="fr-CA" dirty="0" err="1"/>
              <a:t>I’m</a:t>
            </a:r>
            <a:r>
              <a:rPr lang="fr-CA" dirty="0"/>
              <a:t> </a:t>
            </a:r>
            <a:r>
              <a:rPr lang="fr-CA" dirty="0" err="1"/>
              <a:t>eating</a:t>
            </a:r>
            <a:r>
              <a:rPr lang="fr-CA" dirty="0"/>
              <a:t> </a:t>
            </a:r>
            <a:r>
              <a:rPr lang="fr-CA" dirty="0" err="1"/>
              <a:t>my</a:t>
            </a:r>
            <a:r>
              <a:rPr lang="fr-CA" dirty="0"/>
              <a:t> breakfast right </a:t>
            </a:r>
            <a:r>
              <a:rPr lang="fr-CA" dirty="0" err="1"/>
              <a:t>now</a:t>
            </a:r>
            <a:r>
              <a:rPr lang="fr-CA" dirty="0"/>
              <a:t>.</a:t>
            </a:r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71528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021E8-9116-9DEB-15CB-124D4F60F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>
                <a:cs typeface="B Nazanin" panose="00000400000000000000" pitchFamily="2" charset="-78"/>
              </a:rPr>
              <a:t>جمله سازی</a:t>
            </a:r>
            <a:endParaRPr lang="en-CA" dirty="0">
              <a:cs typeface="B Nazanin" panose="000004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C4824-0109-7364-C75C-DF3C45625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They are </a:t>
            </a:r>
            <a:r>
              <a:rPr lang="fr-CA" dirty="0" err="1"/>
              <a:t>eating</a:t>
            </a:r>
            <a:r>
              <a:rPr lang="fr-CA" dirty="0"/>
              <a:t> </a:t>
            </a:r>
            <a:r>
              <a:rPr lang="fr-CA" dirty="0" err="1"/>
              <a:t>their</a:t>
            </a:r>
            <a:r>
              <a:rPr lang="fr-CA" dirty="0"/>
              <a:t> breakfast </a:t>
            </a:r>
            <a:r>
              <a:rPr lang="fr-CA" dirty="0" err="1"/>
              <a:t>now</a:t>
            </a:r>
            <a:r>
              <a:rPr lang="fr-CA" dirty="0"/>
              <a:t>.</a:t>
            </a:r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  <a:p>
            <a:r>
              <a:rPr lang="fr-CA" dirty="0" err="1"/>
              <a:t>We</a:t>
            </a:r>
            <a:r>
              <a:rPr lang="fr-CA" dirty="0"/>
              <a:t> </a:t>
            </a:r>
            <a:r>
              <a:rPr lang="fr-CA" dirty="0" err="1"/>
              <a:t>ate</a:t>
            </a:r>
            <a:r>
              <a:rPr lang="fr-CA" dirty="0"/>
              <a:t> </a:t>
            </a:r>
            <a:r>
              <a:rPr lang="fr-CA" dirty="0" err="1"/>
              <a:t>our</a:t>
            </a:r>
            <a:r>
              <a:rPr lang="fr-CA" dirty="0"/>
              <a:t> breakfast </a:t>
            </a:r>
            <a:r>
              <a:rPr lang="fr-CA" dirty="0" err="1"/>
              <a:t>yesterday</a:t>
            </a:r>
            <a:r>
              <a:rPr lang="fr-CA" dirty="0"/>
              <a:t> </a:t>
            </a:r>
            <a:r>
              <a:rPr lang="fr-CA" dirty="0" err="1"/>
              <a:t>morning</a:t>
            </a:r>
            <a:r>
              <a:rPr lang="fr-CA" dirty="0"/>
              <a:t> at 7:00.</a:t>
            </a:r>
          </a:p>
          <a:p>
            <a:endParaRPr lang="fr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550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584</TotalTime>
  <Words>298</Words>
  <Application>Microsoft Office PowerPoint</Application>
  <PresentationFormat>Widescreen</PresentationFormat>
  <Paragraphs>83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B Nazanin</vt:lpstr>
      <vt:lpstr>Office Theme</vt:lpstr>
      <vt:lpstr>مرور فشرده مطالب</vt:lpstr>
      <vt:lpstr>مرور افعال و ضمائر ملکی</vt:lpstr>
      <vt:lpstr>مرور افعال و ضمائر ملکی</vt:lpstr>
      <vt:lpstr>PowerPoint Presentation</vt:lpstr>
      <vt:lpstr>مرور افعال و ضمائر ملکی</vt:lpstr>
      <vt:lpstr>مرور افعال و ضمائر ملکی</vt:lpstr>
      <vt:lpstr>مرور افعال و ضمائر ملکی</vt:lpstr>
      <vt:lpstr>صرف فعل جدید در زمان های مختلف</vt:lpstr>
      <vt:lpstr>جمله سازی</vt:lpstr>
      <vt:lpstr>جمله سازی</vt:lpstr>
      <vt:lpstr>جمله سازی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 Tavaroei</dc:creator>
  <cp:lastModifiedBy>Sara Tavaroei</cp:lastModifiedBy>
  <cp:revision>54</cp:revision>
  <dcterms:created xsi:type="dcterms:W3CDTF">2026-08-04T19:34:36Z</dcterms:created>
  <dcterms:modified xsi:type="dcterms:W3CDTF">2026-09-23T20:03:41Z</dcterms:modified>
</cp:coreProperties>
</file>